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 Stakeholder room.
Open the experience at revise360.co.uk and hand out EL_L06_Stakeholderroom_Worksheet.docx.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Finding the stakeholders.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Local, national, global.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Working a scenario.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Trade-offs.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Reaching a conclusion.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Practice scenario.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Deliveries become cheaper and faster, but drivers lose work and residential streets carry more traffic.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4, Trade-offs, and work through its example again, aloud, with the class watching, then re-ask this question.
The course's own response to a wrong answer here: Gain, cost, and who carries each.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(el-l06-s4-c1),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1.6 Ethical, legal, cultural and environmental impacts  |  Lesson 6</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Stakeholder room</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Reading a scenario the way an examiner does: who the stakeholders are, and the local, national and global effects.</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1  |  Computer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does digital technology affect society locally, nationally and globally?</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Be able to identify key stakeholders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Be able to consider a scenario from the perspective of stakeholders</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impacts at local, national and global levels</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066544"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Stakeholder</a:t>
            </a:r>
            <a:endParaRPr lang="en-US" sz="1200" dirty="0"/>
          </a:p>
        </p:txBody>
      </p:sp>
      <p:sp>
        <p:nvSpPr>
          <p:cNvPr id="19" name="Shape 17"/>
          <p:cNvSpPr/>
          <p:nvPr/>
        </p:nvSpPr>
        <p:spPr>
          <a:xfrm>
            <a:off x="2743200" y="5468112"/>
            <a:ext cx="1773936"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743200" y="5468112"/>
            <a:ext cx="177393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Trade-off</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supermarket announces that all its tills will be self-service within a year. List everyone affected, and one effect each.</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Stakeholder room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Finding the stakeholders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Ask who uses it, who runs it, who pays for it, and who is affected without choosing to be.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last group is the one students forget, and often where the marks are.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List them before writing anything else.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For a town installing smart traffic lights, list six stakeholders.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find stakeholders, ask...</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Local, national, global</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Local: this street, this school, this town.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National: jobs, laws, infrastructure and services across the country.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Global: supply chains, emissions, and where the work and waste actually go.</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Give a local, national and global impact of online shopping.</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Impacts happen at three levels...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Working a scenario</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Read the scenario twice: once for what changes, once for who it touches.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For each stakeholder, ask what they gain, what they lose, and what they now have to do differently.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Then decide which impacts are big enough to write about.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Work through the smart meter scenario in the experience and record your reasons.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work a scenario, I...</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Trade-offs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Almost every scenario has a genuine benefit and a genuine cost.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Answers that only attack, or only praise, lose marks.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State the trade-off plainly: what is gained, at whose expense.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the trade-off in one sentence for driverless delivery vehicles.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trade-off means...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Reaching a conclusion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conclusion is a position, not a summary.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Say what should happen, and which argument decided it for you.</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condition is often the strongest conclusion: yes, provided that…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 conclusion on smart meters that includes a condition.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conclusion should...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Practice scenario</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hospital replaces paper notes with tablets carried by every nurse.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Stakeholders: patients, nurses, doctors, IT staff, administrators, the trust's finances.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Impacts run from bedside to national policy.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Work the hospital scenario fully on your worksheet.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In this scenario, the impacts are...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Which sentence states a trade-off properly?</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Driverless vans are the future</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Driverless vans are dangerous</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Some people like driverless vans</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Deliveries become cheaper and faster, but drivers lose work and residential streets carry more traffic</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The smart town</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A town installs sensors that track traffic, air quality and parking. Tap the star and work the scenario.</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Stakeholder is a real job</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Large projects employ people whose entire role is consulting the groups a change will affect.</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Unintended effects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Ride-hailing apps cut waiting times and also changed congestion, taxi licensing and public transport use in ways nobody planned.</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Smart meter rollout</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Britain's smart meter programme is one of the largest technology rollouts ever attempted here, and it has had every impact in this lesson.</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Who pays?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common exam trick: the group that benefits and the group that pays are different. Say so.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what is meant by a stakeholder.</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[1]</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town installs sensors to monitor traffic and air quality. Identify three stakeholders and describe one impact on each.</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Discuss the impacts of replacing supermarket checkout staff with self-service machines.</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[8]</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Identifying stakeholders</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Local, national and global impacts</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Trade-offs and conclusions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Stakeholder room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 Ethical, legal, cultural and environmental impacts  |  Lesson 6 — Stakeholder room</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
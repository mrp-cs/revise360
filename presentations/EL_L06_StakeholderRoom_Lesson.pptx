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Stakeholder room.
Open the experience at revise360.co.uk and hand out EL_L06_Stakeholderroom_Worksheet.docx.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Finding the stakeholders.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Local, national, global.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Working a scenario.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Trade-offs.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Reaching a conclusion.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Practice scenario.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Stakeholder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scenario the way an examiner does: who the stakeholders are, and the local, national and global effects.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digital technology affect society locally, nationally and globally?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identify key stakeholders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consider a scenario from the perspective of stakeholders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impacts at local, national and global levels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Stakeholder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Trade-off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supermarket announces that all its tills will be self-service within a year. List everyone affected, and one effect each.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Stakeholder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Finding the stakeholders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who uses it, who runs it, who pays for it, and who is affected without choosing to be.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group is the one students forget, and often where the marks are.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them before writing anything else.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a town installing smart traffic lights, list six stakeholders.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find stakeholders, ask...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Local, national, global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Local: this street, this school, this town.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National: jobs, laws, infrastructure and services across the country.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Global: supply chains, emissions, and where the work and waste actually go.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a local, national and global impact of online shopping.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Impacts happen at three levels...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Working a scenario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scenario twice: once for what changes, once for who it touches.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each stakeholder, ask what they gain, what they lose, and what they now have to do differently.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decide which impacts are big enough to write about.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through the smart meter scenario in the experience and record your reasons.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work a scenario, I...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Trade-offs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Almost every scenario has a genuine benefit and a genuine cost.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Answers that only attack, or only praise, lose marks.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the trade-off plainly: what is gained, at whose expense.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trade-off in one sentence for driverless delivery vehicles.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trade-off means...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Reaching a conclusion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conclusion is a position, not a summary.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 what should happen, and which argument decided it for you.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condition is often the strongest conclusion: yes, provided that…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conclusion on smart meters that includes a condition.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conclusion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Practice scenario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hospital replaces paper notes with tablets carried by every nurse.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Stakeholders: patients, nurses, doctors, IT staff, administrators, the trust's finances.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Impacts run from bedside to national policy.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hospital scenario fully on your worksheet.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this scenario, the impacts are...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smart town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town installs sensors that track traffic, air quality and parking. Tap the star and work the scenario.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Stakeholder is a real job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projects employ people whose entire role is consulting the groups a change will affect.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Unintended effects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Ride-hailing apps cut waiting times and also changed congestion, taxi licensing and public transport use in ways nobody planned.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Smart meter rollout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Britain's smart meter programme is one of the largest technology rollouts ever attempted here, and it has had every impact in this lesson.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 pays?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common exam trick: the group that benefits and the group that pays are different. Say so.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a stakeholder.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[1]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town installs sensors to monitor traffic and air quality. Identify three stakeholders and describe one impact on each.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Discuss the impacts of replacing supermarket checkout staff with self-service machines.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[8]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Identifying stakeholders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Local, national and global impacts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Trade-offs and conclusions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Stakeholder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1.6 Ethical, legal, cultural and environmental impacts  |  Lesson 6 — Stakeholder room</dc:title>
  <dc:subject>OCR J277 GCSE Computer Science</dc:subject>
  <dc:creator>Revise 360 Ltd</dc:creator>
  <cp:lastModifiedBy>Revise 360 Ltd</cp:lastModifiedBy>
  <cp:revision>1</cp:revision>
  <dcterms:created xsi:type="dcterms:W3CDTF">2026-10-01T01:30:27Z</dcterms:created>
  <dcterms:modified xsi:type="dcterms:W3CDTF">2026-10-01T01:30:27Z</dcterms:modified>
</cp:coreProperties>
</file>
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9: Subprograms.
Open the experience at revise360.co.uk and hand out PR_L09_Subprograms_Worksheet.docx.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Writing a procedure.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Parameters.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Returning a value.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Functions and procedures.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Local and global.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9</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Subprograms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Long programs are built out of small named parts, each one written once and called whenever it is wanted. Work through the six stations and you will write procedures and functions, pass values into them with parameters and get answers back out with return.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When should a subprogram return a value rather than print one?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define a subprogram with def and how to call it</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parameter carries a value into a subprogram and how return carries one back out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subprogram that uses a variable of its own, and one that changes a shared variable</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Subprogram</a:t>
            </a:r>
            <a:endParaRPr lang="en-US" sz="1200" dirty="0"/>
          </a:p>
        </p:txBody>
      </p:sp>
      <p:sp>
        <p:nvSpPr>
          <p:cNvPr id="19" name="Shape 17"/>
          <p:cNvSpPr/>
          <p:nvPr/>
        </p:nvSpPr>
        <p:spPr>
          <a:xfrm>
            <a:off x="2596896" y="5468112"/>
            <a:ext cx="177393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Procedure</a:t>
            </a:r>
            <a:endParaRPr lang="en-US" sz="1200" dirty="0"/>
          </a:p>
        </p:txBody>
      </p:sp>
      <p:sp>
        <p:nvSpPr>
          <p:cNvPr id="21" name="Shape 19"/>
          <p:cNvSpPr/>
          <p:nvPr/>
        </p:nvSpPr>
        <p:spPr>
          <a:xfrm>
            <a:off x="4498848"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Function</a:t>
            </a:r>
            <a:endParaRPr lang="en-US" sz="1200" dirty="0"/>
          </a:p>
        </p:txBody>
      </p:sp>
      <p:sp>
        <p:nvSpPr>
          <p:cNvPr id="23" name="Shape 21"/>
          <p:cNvSpPr/>
          <p:nvPr/>
        </p:nvSpPr>
        <p:spPr>
          <a:xfrm>
            <a:off x="6254496" y="5468112"/>
            <a:ext cx="177393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254496"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Parameter</a:t>
            </a:r>
            <a:endParaRPr lang="en-US" sz="1200" dirty="0"/>
          </a:p>
        </p:txBody>
      </p:sp>
      <p:sp>
        <p:nvSpPr>
          <p:cNvPr id="25" name="Shape 23"/>
          <p:cNvSpPr/>
          <p:nvPr/>
        </p:nvSpPr>
        <p:spPr>
          <a:xfrm>
            <a:off x="8156448" y="5468112"/>
            <a:ext cx="1627632"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Argument</a:t>
            </a:r>
            <a:endParaRPr lang="en-US" sz="1200" dirty="0"/>
          </a:p>
        </p:txBody>
      </p:sp>
      <p:sp>
        <p:nvSpPr>
          <p:cNvPr id="27" name="Shape 25"/>
          <p:cNvSpPr/>
          <p:nvPr/>
        </p:nvSpPr>
        <p:spPr>
          <a:xfrm>
            <a:off x="991209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91209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return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defines a subprogram called banner with one print line inside it, and then stops. Nothing is printed when it runs. Explain why, and write down the line that has been left out.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Subprograms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a procedure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def names a subprogram, and the indented block below it is what that subprogram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Nothing happens until the name is called, with brackets after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defining a procedure and never calling it, so none of it ever runs.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defining a procedure and calling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Writing a job once and then calling it as often as you like is known 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Parameters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parameter in the brackets lets whoever calls the subprogram pass a value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value handed over is the argument, and inside it is used like any other variable.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giving the arguments in a different order from the parameters.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procedure with a parameter more useful than one without?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names in the brackets of the definition are the parameters, and the values handed over at the call are the...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Returning a value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return hands a value back to whatever called the subprogram.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call can then be stored in a variable, printed, or used inside a bigger sum.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inside when the task says return, so nothing is handed back.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task insist a subprogram returns a value rather than prints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return hands the value back and ends the subprogram on the spot, so a line written after it...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Functions and procedures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function returns a value; a procedure just does a job and returns nothing.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Both are subprograms, and in Python both are written with def.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something a function when all it does is print.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Decide whether each subprogram in your program is a function or a procedure.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one thing that makes a subprogram a function rather than a procedure is that it...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Local and global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made inside a subprogram is local: it exists only while that subprogram runs.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global variable belongs to the main program, and global lets a subprogram change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expecting a local variable's value to survive after the subprogram ends.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can two subprograms both use a variable called total without clashing?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Keeping a variable local stops one part of a program quietly breaking...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may call another one, so a big job splits into small named steps.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Calling a function inside a loop lets one piece of code answer the same question many times.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repeating the same lines instead of writing one subprogram and calling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parts of a long program are worth turning into subprograms, and which must return a value?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Breaking a problem down into small named parts has a name you met in topic 2.1:...</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Function or procedure?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subprograms are described on the floor below you. Tap the star and decide whether each one is a function or a procedure.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bother</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job written once and called from four places is tested once and fixed once. The same lines copied four times are four bugs waiting to happen.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Default values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parameter can be given a default value in the definition, so the subprogram still runs when the caller leaves that argument out. The default is used only when no value is handed over.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Returning more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return can hand back several values at once, separated by commas, and the caller unpacks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Already written</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len(), int() and round() are functions somebody else wrote: you call them exactly the way you call your own.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function called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double</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holds one line,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print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2</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The main program writes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answer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double</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7</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then prints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answer</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which shows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None</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Explain why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None</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is printed, and write the line inside double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function that takes two whole numbers and returns the larger of them, and a main program that reads two numbers and prints the value the function hands back.</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procedure that takes a word and a whole number and prints them on one line with a single space between them, then call it for three different pairs of values.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9</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Defining a subprogram and calling it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Passing values in with parameters and back with return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Telling a local variable from a global one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Subprograms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9 — Subprograms</dc:title>
  <dc:subject>OCR J277 GCSE Computer Science</dc:subject>
  <dc:creator>Revise 360 Ltd</dc:creator>
  <cp:lastModifiedBy>Revise 360 Ltd</cp:lastModifiedBy>
  <cp:revision>1</cp:revision>
  <dcterms:created xsi:type="dcterms:W3CDTF">2026-10-03T10:21:23Z</dcterms:created>
  <dcterms:modified xsi:type="dcterms:W3CDTF">2026-10-03T10:21:23Z</dcterms:modified>
</cp:coreProperties>
</file>
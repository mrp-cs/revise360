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Smart home.
Open the experience at revise360.co.uk and hand out SA_L04_SmartHome_Worksheet.docx.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What is an embedded system?.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Characteristics.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Embedded systems everywhere.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Input, process, output.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Programming embedded systems.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Embedded or general purpose?.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functions.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Embedded systems everywhere, and work through its example again, aloud, with the class watching, then re-ask this question.
The course's own response to a wrong answer here: Embedded systems have limited functions and are built into a larger machine.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(sa-l04-s3-c2),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1.1 Systems architecture  |  Lesson 4</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Smart home</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This house is full of computers, but hardly any of them look like one. Find out what embedded systems are, where they are, and how they take input, process it and give output.</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are embedded systems, and what are their characteristics?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what is meant by the term embedded system</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several examples of embedded systems</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an embedded system takes input, processes it and produces output</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65176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65176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Embedded system</a:t>
            </a:r>
            <a:endParaRPr lang="en-US" sz="1200" dirty="0"/>
          </a:p>
        </p:txBody>
      </p:sp>
      <p:sp>
        <p:nvSpPr>
          <p:cNvPr id="19" name="Shape 17"/>
          <p:cNvSpPr/>
          <p:nvPr/>
        </p:nvSpPr>
        <p:spPr>
          <a:xfrm>
            <a:off x="3328416" y="5468112"/>
            <a:ext cx="309067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328416" y="5468112"/>
            <a:ext cx="309067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Dedicated function</a:t>
            </a:r>
            <a:endParaRPr lang="en-US" sz="1200" dirty="0"/>
          </a:p>
        </p:txBody>
      </p:sp>
      <p:sp>
        <p:nvSpPr>
          <p:cNvPr id="21" name="Shape 19"/>
          <p:cNvSpPr/>
          <p:nvPr/>
        </p:nvSpPr>
        <p:spPr>
          <a:xfrm>
            <a:off x="6547104" y="5468112"/>
            <a:ext cx="265176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6547104" y="5468112"/>
            <a:ext cx="265176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Microcontroller</a:t>
            </a:r>
            <a:endParaRPr lang="en-US" sz="1200" dirty="0"/>
          </a:p>
        </p:txBody>
      </p:sp>
      <p:sp>
        <p:nvSpPr>
          <p:cNvPr id="23" name="Shape 21"/>
          <p:cNvSpPr/>
          <p:nvPr/>
        </p:nvSpPr>
        <p:spPr>
          <a:xfrm>
            <a:off x="9326880"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932688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List five devices in your home that contain a computer but don't look like one. What does each one do with the data it collects?</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Smart home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is an embedded system?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computer system built into a larger device.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has a dedicated function: it does one job, or a small set of jobs.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Examples: washing machines, microwaves, traffic lights and car engine management.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what an embedded system is.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 embedded system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Characteristics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Limited functions: runs one dedicated program.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Usually small, low power and cheap to mass produce.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Very reliable, and often has to respond in real time.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are embedded systems usually cheap and low power?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Embedded systems are usually...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Embedded systems everywhere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At home: washing machines, microwaves, smart thermostats, TVs and fridges.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Out and about: traffic lights, cash machines and car systems, like automatic lights and anti-lock brakes.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On you: fitness trackers and smartwatches.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five embedded systems you have used today.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Examples of embedded systems include...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Input, process, output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Input: buttons, dials and sensors, such as a water temperature sensor.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Process: a microcontroller runs the program and makes decisions.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Output: motors, heaters, lights and displays.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Choose a device in your home and describe its inputs, its processing and its outputs.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washing machine is a computer because...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Programming embedded systems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program is stored permanently in the device, often called firmware.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Embedded systems are often programmed in C or C++, which run fast and give close control of the hardware.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Some firmware can be updated, like a smart TV's software update.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programming language is mainly used for embedded systems, and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Embedded systems are programmed using...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Embedded or general purpose?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general-purpose computer, like a laptop, can run many different programs.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embedded system is built in to one device and does one dedicated job.</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Some devices blur the line, like smart TVs that run apps.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laptop is not an embedded system.</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difference between embedded and general-purpose computers is...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Complete the exam sentence: embedded systems have limited...</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colours</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keyboards</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screens</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functions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Spot the embedded system</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devices from around the house and street. Tap the star and sort each one into embedded system or general-purpose computer. Then take apart the 3D washing machine.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Computers on wheels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modern car has dozens of embedded computers, often more than 50, controlling everything from the engine to the windows.</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Life-saving computers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Pacemakers are embedded systems that must be extremely reliable and run for years on one battery.</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Internet of Things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When embedded systems connect to the internet, like smart speakers and doorbells, they're called the Internet of Things.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Microcontrollers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microcontroller combines a CPU, memory and input/output on one tiny chip: a whole computer the size of a fingernail.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Name an embedded system and explain why it is described as a computer.</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two characteristics of embedded systems.</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why a laptop is not an embedded system.</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1.1 Systems architecture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an embedded system is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Examples of embedded systems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embedded systems take input, process and output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Smart home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Systems architecture  |  Lesson 4 — Smart home</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
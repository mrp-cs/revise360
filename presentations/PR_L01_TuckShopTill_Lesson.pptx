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1: Tuck shop till.
Open the experience at revise360.co.uk and hand out PR_L01_TuckShopTill_Worksheet.docx.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Printing output.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Variables.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Reading input.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Numbers and text.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Casting.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Tuck shop till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program you will ever write starts here: showing something on the screen, storing a value and asking the user for one. Work the tuck shop till and you will have written your first real programs.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a program decide the data type of a value before it can do anything useful with it?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print a line of output and store a value in a variable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read a value with input() and choose the data type it needs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why a value that has been typed in must be cast before it can be calculated with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65376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65376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21024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21024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937760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37760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0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0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1014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1014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lines run in this order: price = 40, then price = 65, then print(price). Write down exactly what is printed, and explain in one sentence what became of the first value.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Tuck shop till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output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print() shows a value on the screen and then moves down to the next line.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to be printed exactly goes inside quotes, and one print() gives one line of output.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leaving the quotes off, so Python hunts for a variable with that name instead.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Python treat Juice and "Juice" as two completely different things?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one line of text is still the first program most programmers ever write.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is a named box in memory holding one value you can use again later.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= value stores it, and the name always goes on the left of the equals sign.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a second assignment replaces the value, it does not add to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two values the till has to remember while it is running.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programming = means 'put this in here', not 'is the same as'.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input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stops the program, waits for a line to be typed and hands that line back.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Store what comes back in a variable, or the value the user typed is thrown away.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forgetting that input() always gives text, even when digits were typed.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printing a prompt and reading the reply?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is patient: a program will sit on that line for as long as it takes.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Numbers and text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Integers count whole things, floats hold decimals, strings hold text and booleans hold True or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adds two numbers but joins two strings, so the data type decides what happens.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joining a number to a string with +, which Python refuses to do.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data type would you choose for a library fine of 1.50,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Joining strings end to end has its own name: concatenation.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 changes a value from one data type into another.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int() and float() turn text into a number, and str() turns a number into text.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casting with int() before checking the text really is a whole number.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int(input()) appear in so many programs?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 is borrowed from metalwork: the value is poured into a new shape.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programs read several values, work something out and print a tidy report.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the data type each value needs before you write a single line.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printing the lines in a different order from the one the task asked for.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inputs, the variables and the output lines of a competitor card.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Input, process, output is such a common pattern that it has its own initials: IPO.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the data type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values have come through the till. Tap the star and sort each one into the data type Python would store it as.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line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a greeting has been the traditional first program in a new language since the 1970s.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Naming rules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Python variable name can hold letters, digits and underscores, but it cannot start with a digit or contain a space.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it waits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reads one whole line, so the program only carries on once the Enter key has been pressed.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bit each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boolean has only two possible values, so it needs just one bit of storage - the smallest piece of data there is.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pupil writes two lines to add a 50p bag charge to a price that has been typed in: price = input('Price: ') and then print(price + 50). State what Python does when this runs, and rewrite the two lines so they work.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pupil's name and the number of library books they are holding, then prints one line giving the name and how many of their 6 allowed books are still free.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the price of one pencil in pence and how many pencils are bought, then prints the total cost in pence.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output and storing a value in a variable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input and choosing its data type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 between text and numbers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Tuck shop till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1 — Tuck shop till</dc:title>
  <dc:subject>OCR J277 GCSE Computer Science</dc:subject>
  <dc:creator>Revise 360 Ltd</dc:creator>
  <cp:lastModifiedBy>Revise 360 Ltd</cp:lastModifiedBy>
  <cp:revision>1</cp:revision>
  <dcterms:created xsi:type="dcterms:W3CDTF">2026-10-02T09:26:45Z</dcterms:created>
  <dcterms:modified xsi:type="dcterms:W3CDTF">2026-10-02T09:26:45Z</dcterms:modified>
</cp:coreProperties>
</file>
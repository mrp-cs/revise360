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Tuck shop till.
Open the experience at revise360.co.uk and hand out PR_L01_TuckShopTill_Worksheet.docx.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Tuck shop till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the tuck shop till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Tuck shop till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Tuck shop till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Tuck shop till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
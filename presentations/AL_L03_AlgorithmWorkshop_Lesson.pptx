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3: Algorithm workshop.
Open the experience at revise360.co.uk and hand out AL_L03_AlgorithmWorkshop_Worksheet.docx.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What an algorithm is.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Algorithmic thinking.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Inputs, processes and outputs.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Working a problem.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A worked example.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Answering algorithm questions.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 workshop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algorithm is a set of steps that always finishes and always gives the right answer. Find out what counts, what doesn't, and how to spot the inputs, processes and outputs in any problem.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2  |  Computational thinking, algorithms and programming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 we mean by thinking algorithmically?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solve problems by applying algorithmic thinking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 able to identify the inputs, processes and outputs of a problem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4535424"/>
            <a:ext cx="33832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50592" y="45354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Algorithmic thinking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61888" y="453542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61888" y="45354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78624" y="4535424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78624" y="453542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87968" y="4535424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87968" y="453542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steps you take to get from waking up to leaving the house. Swap with a partner: could they follow yours exactly?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Algorithm workshop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an algorithm 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algorithm is a sequence of steps that solves a problem.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must be unambiguous: every step means exactly one thing.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must finish: a set of steps that never ends is not an algorithm.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your own definition of an algorithm, then say why a recipe qualifies.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algorithm is...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Algorithmic thinking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Algorithmic thinking means working out the steps, and the order they must happen in.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includes spotting when steps repeat, and when a decision changes what happens next.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solution found this way works for every similar problem, not just one case.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steps to find the largest number in a list, without naming a language.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Algorithmic thinking means...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Inputs, processes and outputs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Input: the data the problem needs to start.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Process: what is done with that data.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Output: what comes back out at the end.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the inputs, processes and outputs for a program that works out a pizza bill.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Inputs, processes and outputs are...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Working a problem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by asking what the answer needs to be, then what data is needed to get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steps in the order they must happen, then check for missing cases.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the steps on paper with a small example before writing any code.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out the inputs, processes and outputs for a program that decides if a year is a leap year.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work a problem, I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worked example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game of pick-up sticks: 27 sticks, two players, each takes one, two or three.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who takes the last stick loses.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Decompose it, then write the steps: set up, take turns, check for the end, declare the loser.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steps for a two-player pick-up sticks game.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steps of pick-up sticks are...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Answering algorithm questions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steps, not prose: one instruction per line.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same names throughout, and say where a step repeats.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question gives a scenario, use its words: sticks, players, pile.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 six-mark answer describing the steps of a vending machine.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answer an algorithm question, I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In, through, out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self-service library kiosk. Tap the star and sort every part into input, process or output.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word comes from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 comes from the name of the ninth-century scholar al-Khwarizmi, whose book on calculation reached Europe in translation.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Older than computers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Euclid wrote an algorithm for the greatest common divisor around 300 BC. It is still taught, and still works.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Ambiguity kills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famous early spacecraft was lost because two teams used different units. The steps were clear to each of them, and to nobody else.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Terminating matters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Deciding whether an arbitrary program will ever stop is provably impossible in general, a result from Alan Turing in 1936.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what is meant by an algorithm.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asks for a temperature in Celsius and outputs it in Fahrenheit. Identify the input, the process and the output.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 game, two players take turns removing one, two or three counters from a pile of twenty. The player who takes the last counter loses. Write an algorithm for this game.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[6]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makes something an algorithm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Algorithmic thinking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Inputs, processes and outputs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Algorithm workshop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Algorithms  |  Lesson 3 — Algorithm workshop</dc:title>
  <dc:subject>OCR J277 GCSE Computer Science</dc:subject>
  <dc:creator>Revise 360 Ltd</dc:creator>
  <cp:lastModifiedBy>Revise 360 Ltd</cp:lastModifiedBy>
  <cp:revision>1</cp:revision>
  <dcterms:created xsi:type="dcterms:W3CDTF">2026-10-01T02:35:31Z</dcterms:created>
  <dcterms:modified xsi:type="dcterms:W3CDTF">2026-10-01T02:35:31Z</dcterms:modified>
</cp:coreProperties>
</file>
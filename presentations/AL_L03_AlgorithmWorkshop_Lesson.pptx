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Algorithm workshop.
Open the experience at revise360.co.uk and hand out AL_L03_AlgorithmWorkshop_Worksheet.docx.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an algorithm is.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Algorithmic thinking.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Inputs, processes and outputs.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Working a problem.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 worked example.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algorithm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It tells you what the program must produce, which decides what input and steps you need.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Working a problem, and work through its example again, aloud, with the class watching, then re-ask this question.
The course's own response to a wrong answer here: Working backwards from the answer keeps the steps focused.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(al-l03-s4-c2),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Algorithm workshop</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An algorithm is a set of steps that always finishes and always gives the right answer. Find out what counts, what doesn't, and how to spot the inputs, processes and outputs in any problem.</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do we mean by thinking algorithmically?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solve problems by applying algorithmic thinking</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Be able to identify the inputs, processes and outputs of a problem</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1773936"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Algorithm</a:t>
            </a:r>
            <a:endParaRPr lang="en-US" sz="1200" dirty="0"/>
          </a:p>
        </p:txBody>
      </p:sp>
      <p:sp>
        <p:nvSpPr>
          <p:cNvPr id="16" name="Shape 14"/>
          <p:cNvSpPr/>
          <p:nvPr/>
        </p:nvSpPr>
        <p:spPr>
          <a:xfrm>
            <a:off x="2450592" y="4535424"/>
            <a:ext cx="3383280"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2450592" y="4535424"/>
            <a:ext cx="338328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Algorithmic thinking</a:t>
            </a:r>
            <a:endParaRPr lang="en-US" sz="1200" dirty="0"/>
          </a:p>
        </p:txBody>
      </p:sp>
      <p:sp>
        <p:nvSpPr>
          <p:cNvPr id="18" name="Shape 16"/>
          <p:cNvSpPr/>
          <p:nvPr/>
        </p:nvSpPr>
        <p:spPr>
          <a:xfrm>
            <a:off x="5961888" y="4535424"/>
            <a:ext cx="1188720"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5961888" y="4535424"/>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a:t>
            </a:r>
            <a:endParaRPr lang="en-US" sz="1200" dirty="0"/>
          </a:p>
        </p:txBody>
      </p:sp>
      <p:sp>
        <p:nvSpPr>
          <p:cNvPr id="20" name="Shape 18"/>
          <p:cNvSpPr/>
          <p:nvPr/>
        </p:nvSpPr>
        <p:spPr>
          <a:xfrm>
            <a:off x="7278624" y="4535424"/>
            <a:ext cx="1481328"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7278624" y="4535424"/>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Process</a:t>
            </a:r>
            <a:endParaRPr lang="en-US" sz="1200" dirty="0"/>
          </a:p>
        </p:txBody>
      </p:sp>
      <p:sp>
        <p:nvSpPr>
          <p:cNvPr id="22" name="Shape 20"/>
          <p:cNvSpPr/>
          <p:nvPr/>
        </p:nvSpPr>
        <p:spPr>
          <a:xfrm>
            <a:off x="8887968" y="4535424"/>
            <a:ext cx="1335024" cy="402336"/>
          </a:xfrm>
          <a:prstGeom prst="roundRect">
            <a:avLst>
              <a:gd name="adj" fmla="val 50000"/>
            </a:avLst>
          </a:prstGeom>
          <a:solidFill>
            <a:srgbClr val="FFFFFF"/>
          </a:solidFill>
          <a:ln w="12700">
            <a:solidFill>
              <a:srgbClr val="2D63FF"/>
            </a:solidFill>
            <a:prstDash val="solid"/>
          </a:ln>
        </p:spPr>
      </p:sp>
      <p:sp>
        <p:nvSpPr>
          <p:cNvPr id="23" name="Text 21"/>
          <p:cNvSpPr txBox="1"/>
          <p:nvPr/>
        </p:nvSpPr>
        <p:spPr>
          <a:xfrm>
            <a:off x="8887968" y="4535424"/>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Output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Write the steps you take to get from waking up to leaving the house. Swap with a partner: could they follow yours exactly?</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Algorithm workshop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an algorithm is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algorithm is a sequence of steps that solves a problem.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must be unambiguous: every step means exactly one thing.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must finish: a set of steps that never ends is not an algorithm.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your own definition of an algorithm, then say why a recipe qualifies.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algorithm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Algorithmic thinking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Algorithmic thinking means working out the steps, and the order they must happen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includes spotting when steps repeat, and when a decision changes what happens next.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solution found this way works for every similar problem, not just one case.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steps to find the largest number in a list, without naming a language.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Algorithmic thinking means...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Inputs, processes and outputs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Input: the data the problem needs to start.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Process: what is done with that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Output: what comes back out at the end.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the inputs, processes and outputs for a program that works out a pizza bill.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Inputs, processes and outputs are...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Working a problem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Start by asking what the answer needs to be, then what data is needed to get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the steps in the order they must happen, then check for missing cases.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 the steps on paper with a small example before writing any code.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Work out the inputs, processes and outputs for a program that decides if a year is a leap year.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work a problem, I should...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 worked example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game of pick-up sticks: 27 sticks, two players, each takes one, two or three.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one who takes the last stick loses.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Decompose it, then write the steps: set up, take turns, check for the end, declare the loser.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steps for a two-player pick-up sticks game.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steps of pick-up sticks are...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algorithm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steps, not prose: one instruction per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the same names throughout, and say where a step repeats.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the question gives a scenario, use its words: sticks, players, pile.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six-mark answer describing the steps of a vending machine.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an algorithm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start from the output?</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tells you what the program must produce, which decides what input and steps you need</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Outputs are easier to write</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is the fastest part</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 exam asks for it first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In, through, out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self-service library kiosk. Tap the star and sort every part into input, process or output.</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the word comes from</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Algorithm comes from the name of the ninth-century scholar al-Khwarizmi, whose book on calculation reached Europe in translation.</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Older than computers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Euclid wrote an algorithm for the greatest common divisor around 300 BC. It is still taught, and still works.</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Ambiguity kills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famous early spacecraft was lost because two teams used different units. The steps were clear to each of them, and to nobody else.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Terminating matters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Deciding whether an arbitrary program will ever stop is provably impossible in general, a result from Alan Turing in 1936.</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an algorithm.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asks for a temperature in Celsius and outputs it in Fahrenheit. Identify the input, the process and the output.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In a game, two players take turns removing one, two or three counters from a pile of twenty. The player who takes the last counter loses. Write an algorithm for this game.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makes something an algorithm</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Algorithmic thinking</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Inputs, processes and outputs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Algorithm workshop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3 — Algorithm workshop</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
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1: Control room.
Open the experience at revise360.co.uk and hand out SS_L01_ControlRoom_Worksheet.docx.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 the objectives, then go straight into the starter. Devices stay away for the first five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Silent start. Take two or three answers before moving on: this is where misconceptions surface.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 on writing before tapping. That single rule is the difference between revision and a quiz game.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1: What is systems software?.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2: What the OS does.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3: Graphical user interface.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4: Command line interface.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5: Menu driven and voice.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6: Choosing an interface.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them commit to an answer on paper before they tap the star. Guessing first costs them the learning.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these as a settler, or as something for early finishers to read in the experience.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Timed and silent. Mark against the answer sheet, then ask students to record their weakest area.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copy their score-screen breakdown onto the worksheet, then rate themselves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173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B9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1.5 Systems software  |  Lesson 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202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Control room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91840"/>
            <a:ext cx="9509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7CD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Switch a computer on with no operating system and almost nothing works. Find out what the OS does for you, and meet the four types of user interface.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846320"/>
            <a:ext cx="2926080" cy="0"/>
          </a:xfrm>
          <a:prstGeom prst="line">
            <a:avLst/>
          </a:prstGeom>
          <a:noFill/>
          <a:ln w="31750">
            <a:solidFill>
              <a:srgbClr val="2D63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5029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OCR J277 Paper 1  |  Computer systems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1.5 Systems software  |  Lesson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By the end of this lesson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does an operating system do, and why does every computer need one?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96596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Know the purpose and functionality of operating systems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2898648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8986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Know the different types of user interface and the features of each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15137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words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535424"/>
            <a:ext cx="2798064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535424"/>
            <a:ext cx="2798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Operating system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74720" y="4535424"/>
            <a:ext cx="2798064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74720" y="4535424"/>
            <a:ext cx="2798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Systems software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0" y="4535424"/>
            <a:ext cx="2505456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0" y="4535424"/>
            <a:ext cx="2505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User interface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034272" y="4535424"/>
            <a:ext cx="10058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034272" y="453542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GUI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168128" y="4535424"/>
            <a:ext cx="10058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168128" y="453542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CLI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1.5 Systems software  |  Lesson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4572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4B9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457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STARTER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788920" y="457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Five minutes, on paper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1115568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1645920"/>
            <a:ext cx="10149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many operating systems can you name? For each one, say what kind of device it runs on.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7091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devices yet. Write your answer on the worksheet before anyone talks.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1.5 Systems software  |  Lesson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Into the experience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Control room on revise360.co.uk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8562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Look around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1488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Six numbered stations are arranged around you. Turn right for 1 and 2, around for 3 and 4, left for 5 and 6.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898648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880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Read, then write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17296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the wall, write the key fact and your answer to the challenge on the worksheet.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922776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922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9044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Then tap the badge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19709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Only answer the questions once you have written. Your first answer is the one that counts.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946904"/>
            <a:ext cx="566928" cy="566928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9469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49286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Look down at the end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522122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starred final challenge is on the floor. Predict on paper first.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1.5 Systems software  |  Lesson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is systems software?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Software is split into two kinds: systems software and application software.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Systems software runs the computer itself: the operating system and utility programs.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Application software is what the user runs to do a job: a browser, a game, a word processor.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your own definition of systems software, with two examples.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Systems software is...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1.5 Systems software  |  Lesson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the OS does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manages the processor, sharing it between programs.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manages memory, deciding what is held where.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manages files, users, and input and output devices.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provides a user interface so people can work with the machine.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List the five jobs an operating system does, in your own words.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operating system manages...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1.5 Systems software  |  Lesson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Graphical user interface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GUI uses windows, icons, menus and a pointer.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is easy to learn, and needs no commands to be memorised.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uses more memory and processing power than a text interface.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Give one advantage and one disadvantage of a GUI.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graphical user interface...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1.5 Systems software  |  Lesson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Command line interface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CLI is text only: the user types commands.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uses very little memory and processing power.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is powerful and easy to automate with scripts, but commands must be learned.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Give one situation where a CLI is a better choice than a GUI.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command line interface...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1.5 Systems software  |  Lesson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Menu driven and voice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menu driven interface offers a set of choices, one screen at a time: a cash machine, a ticket machine, an old MP3 player.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is very easy to use, but slow, and you can only do what the menus allow.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voice interface listens for spoken commands: useful hands free, and for users who can't use a screen, but it mishears and needs a quiet room.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Choose an interface for a cash machine, a games console and a server, and justify each choice.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menu driven interface... A voice interface...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1.5 Systems software  |  Lesson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Choosing an interface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Think about the user: their skill, their situation and what they need to do.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Think about the hardware: a device with no screen can't use a GUI.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Exam answers need the choice, the characteristic and the reason.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Explain which interface you would choose for a self-service checkout, and why.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 choose an interface, you...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1.5 Systems software  |  Lesson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438912"/>
            <a:ext cx="3108960" cy="502920"/>
          </a:xfrm>
          <a:prstGeom prst="roundRect">
            <a:avLst>
              <a:gd name="adj" fmla="val 18182"/>
            </a:avLst>
          </a:prstGeom>
          <a:solidFill>
            <a:srgbClr val="F4B9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43891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★  FINAL CHALLENGE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Pick the interface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111556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2331720"/>
            <a:ext cx="10149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Eight devices, four interfaces. Tap the star and match each device to the interface that suits it best.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5262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Predict on paper first, then look down and test it.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1.5 Systems software  |  Lesson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Worth knowing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information markers dotted around the room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Where the name comes from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9572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Early computers ran one job at a time, loaded by hand. The first 'operating systems' were programs that loaded the next job automatically, so the operator didn't have to.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Bigger than you think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39572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modern operating system is tens of millions of lines of code, and is being updated somewhere in the world every day.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7947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Xerox first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36168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windows, icons and pointer idea was developed at Xerox PARC in the 1970s, before either Apple or Microsoft shipped a graphical system.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37947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3796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command line never died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436168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Most servers, cloud platforms and developer tools are still driven from a command line, because a typed command can be repeated exactly and stored in a script.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1.5 Systems software  |  Lesson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Exam practice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Devices away. Answer from memory on the worksheet.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938528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State what is meant by systems software, and give two examples.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0515600" y="2130552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0" y="2130552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[3]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127248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3236976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Describe two jobs carried out by an operating system.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0515600" y="3429000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515600" y="3429000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[4]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" y="4425696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4535424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museum is building an information point for visitors. Recommend a type of user interface and justify your choice.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0515600" y="4727448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515600" y="4727448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[4]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1.5 Systems software  |  Lesson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Before you go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Rate yourself on each of these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92024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Systems and application software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595360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95360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674352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74352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753344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753344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88036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288036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an operating system does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595360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95360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674352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74352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753344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753344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84048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384048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four types of user interface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595360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95360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674352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674352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753344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753344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507492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Anything marked Focus here: reopen Control room and use review mode on the questions you got wrong.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Revise 360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1.5 Systems software  |  Lesson 1 — Control room</dc:title>
  <dc:subject>OCR J277 GCSE Computer Science</dc:subject>
  <dc:creator>Revise 360 Ltd</dc:creator>
  <cp:lastModifiedBy>Revise 360 Ltd</cp:lastModifiedBy>
  <cp:revision>1</cp:revision>
  <dcterms:created xsi:type="dcterms:W3CDTF">2026-10-01T06:54:16Z</dcterms:created>
  <dcterms:modified xsi:type="dcterms:W3CDTF">2026-10-01T06:54:16Z</dcterms:modified>
</cp:coreProperties>
</file>
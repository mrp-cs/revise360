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ffa59a461c41e3" /><Relationship Type="http://schemas.openxmlformats.org/officeDocument/2006/relationships/extended-properties" Target="/docProps/app.xml" Id="R4e124ce185044910" /><Relationship Type="http://schemas.openxmlformats.org/officeDocument/2006/relationships/officeDocument" Target="/ppt/presentation.xml" Id="R19e69b21bc1e46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4efa6cee34204"/>
  </p:sldMasterIdLst>
  <p:notesMasterIdLst>
    <p:notesMasterId xmlns:r="http://schemas.openxmlformats.org/officeDocument/2006/relationships" r:id="R56d314909647438a"/>
  </p:notesMasterIdLst>
  <p:sldIdLst>
    <p:sldId xmlns:r="http://schemas.openxmlformats.org/officeDocument/2006/relationships" id="256" r:id="Rf4d5e815998f42dd"/>
    <p:sldId xmlns:r="http://schemas.openxmlformats.org/officeDocument/2006/relationships" id="257" r:id="R8afad47ef3a7465e"/>
    <p:sldId xmlns:r="http://schemas.openxmlformats.org/officeDocument/2006/relationships" id="258" r:id="Rec756c4d0e384782"/>
    <p:sldId xmlns:r="http://schemas.openxmlformats.org/officeDocument/2006/relationships" id="259" r:id="Rb7a1a28aa6fa4feb"/>
    <p:sldId xmlns:r="http://schemas.openxmlformats.org/officeDocument/2006/relationships" id="260" r:id="R629071c6268b4772"/>
    <p:sldId xmlns:r="http://schemas.openxmlformats.org/officeDocument/2006/relationships" id="261" r:id="R6e7a93aa9fa8467e"/>
    <p:sldId xmlns:r="http://schemas.openxmlformats.org/officeDocument/2006/relationships" id="262" r:id="R8071773236bd4c2a"/>
    <p:sldId xmlns:r="http://schemas.openxmlformats.org/officeDocument/2006/relationships" id="263" r:id="R6d0ffe7a8bd341b0"/>
    <p:sldId xmlns:r="http://schemas.openxmlformats.org/officeDocument/2006/relationships" id="264" r:id="R010cbda8d7984009"/>
    <p:sldId xmlns:r="http://schemas.openxmlformats.org/officeDocument/2006/relationships" id="265" r:id="R40a9063d3eb84dd0"/>
    <p:sldId xmlns:r="http://schemas.openxmlformats.org/officeDocument/2006/relationships" id="266" r:id="Ra1c41bb008c64e47"/>
    <p:sldId xmlns:r="http://schemas.openxmlformats.org/officeDocument/2006/relationships" id="267" r:id="R4cb3dcf02a0d41b3"/>
    <p:sldId xmlns:r="http://schemas.openxmlformats.org/officeDocument/2006/relationships" id="268" r:id="R8d26c07658244804"/>
    <p:sldId xmlns:r="http://schemas.openxmlformats.org/officeDocument/2006/relationships" id="269" r:id="R1c9036f76f034ede"/>
    <p:sldId xmlns:r="http://schemas.openxmlformats.org/officeDocument/2006/relationships" id="270" r:id="R0910c36963684912"/>
    <p:sldId xmlns:r="http://schemas.openxmlformats.org/officeDocument/2006/relationships" id="271" r:id="R121b3de9dfe14499"/>
    <p:sldId xmlns:r="http://schemas.openxmlformats.org/officeDocument/2006/relationships" id="272" r:id="R6d95eaec8015461d"/>
    <p:sldId xmlns:r="http://schemas.openxmlformats.org/officeDocument/2006/relationships" id="273" r:id="Rd144c57c06ca4f22"/>
    <p:sldId xmlns:r="http://schemas.openxmlformats.org/officeDocument/2006/relationships" id="274" r:id="R95747550452746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16b4fdcbab4ee2" /><Relationship Type="http://schemas.openxmlformats.org/officeDocument/2006/relationships/slideMaster" Target="/ppt/slideMasters/slideMaster1.xml" Id="Rc9f4efa6cee34204" /><Relationship Type="http://schemas.openxmlformats.org/officeDocument/2006/relationships/notesMaster" Target="/ppt/notesMasters/notesMaster1.xml" Id="R56d314909647438a" /><Relationship Type="http://schemas.openxmlformats.org/officeDocument/2006/relationships/presProps" Target="/ppt/presProps.xml" Id="Rcb5cf6c3ce6e4700" /><Relationship Type="http://schemas.openxmlformats.org/officeDocument/2006/relationships/tableStyles" Target="/ppt/tableStyles.xml" Id="R7cd6f93ac7394029" /><Relationship Type="http://schemas.openxmlformats.org/officeDocument/2006/relationships/slide" Target="/ppt/slides/slide1.xml" Id="Rf4d5e815998f42dd" /><Relationship Type="http://schemas.openxmlformats.org/officeDocument/2006/relationships/slide" Target="/ppt/slides/slide2.xml" Id="R8afad47ef3a7465e" /><Relationship Type="http://schemas.openxmlformats.org/officeDocument/2006/relationships/slide" Target="/ppt/slides/slide3.xml" Id="Rec756c4d0e384782" /><Relationship Type="http://schemas.openxmlformats.org/officeDocument/2006/relationships/slide" Target="/ppt/slides/slide4.xml" Id="Rb7a1a28aa6fa4feb" /><Relationship Type="http://schemas.openxmlformats.org/officeDocument/2006/relationships/slide" Target="/ppt/slides/slide5.xml" Id="R629071c6268b4772" /><Relationship Type="http://schemas.openxmlformats.org/officeDocument/2006/relationships/slide" Target="/ppt/slides/slide6.xml" Id="R6e7a93aa9fa8467e" /><Relationship Type="http://schemas.openxmlformats.org/officeDocument/2006/relationships/slide" Target="/ppt/slides/slide7.xml" Id="R8071773236bd4c2a" /><Relationship Type="http://schemas.openxmlformats.org/officeDocument/2006/relationships/slide" Target="/ppt/slides/slide8.xml" Id="R6d0ffe7a8bd341b0" /><Relationship Type="http://schemas.openxmlformats.org/officeDocument/2006/relationships/slide" Target="/ppt/slides/slide9.xml" Id="R010cbda8d7984009" /><Relationship Type="http://schemas.openxmlformats.org/officeDocument/2006/relationships/slide" Target="/ppt/slides/slide10.xml" Id="R40a9063d3eb84dd0" /><Relationship Type="http://schemas.openxmlformats.org/officeDocument/2006/relationships/slide" Target="/ppt/slides/slide11.xml" Id="Ra1c41bb008c64e47" /><Relationship Type="http://schemas.openxmlformats.org/officeDocument/2006/relationships/slide" Target="/ppt/slides/slide12.xml" Id="R4cb3dcf02a0d41b3" /><Relationship Type="http://schemas.openxmlformats.org/officeDocument/2006/relationships/slide" Target="/ppt/slides/slide13.xml" Id="R8d26c07658244804" /><Relationship Type="http://schemas.openxmlformats.org/officeDocument/2006/relationships/slide" Target="/ppt/slides/slide14.xml" Id="R1c9036f76f034ede" /><Relationship Type="http://schemas.openxmlformats.org/officeDocument/2006/relationships/slide" Target="/ppt/slides/slide15.xml" Id="R0910c36963684912" /><Relationship Type="http://schemas.openxmlformats.org/officeDocument/2006/relationships/slide" Target="/ppt/slides/slide16.xml" Id="R121b3de9dfe14499" /><Relationship Type="http://schemas.openxmlformats.org/officeDocument/2006/relationships/slide" Target="/ppt/slides/slide17.xml" Id="R6d95eaec8015461d" /><Relationship Type="http://schemas.openxmlformats.org/officeDocument/2006/relationships/slide" Target="/ppt/slides/slide18.xml" Id="Rd144c57c06ca4f22" /><Relationship Type="http://schemas.openxmlformats.org/officeDocument/2006/relationships/slide" Target="/ppt/slides/slide19.xml" Id="R957475504527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183bdf473b42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afe4d97f2a4ad4" /><Relationship Type="http://schemas.openxmlformats.org/officeDocument/2006/relationships/notesMaster" Target="/ppt/notesMasters/notesMaster1.xml" Id="R47a71d3d8a8940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80e0c47c9c43d4" /><Relationship Type="http://schemas.openxmlformats.org/officeDocument/2006/relationships/notesMaster" Target="/ppt/notesMasters/notesMaster1.xml" Id="R32e39a429a934c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a2556619244149" /><Relationship Type="http://schemas.openxmlformats.org/officeDocument/2006/relationships/notesMaster" Target="/ppt/notesMasters/notesMaster1.xml" Id="R5a310f21bf764e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12c8b272544931" /><Relationship Type="http://schemas.openxmlformats.org/officeDocument/2006/relationships/notesMaster" Target="/ppt/notesMasters/notesMaster1.xml" Id="Rb1182f20e80344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54b29dc66e4d4f" /><Relationship Type="http://schemas.openxmlformats.org/officeDocument/2006/relationships/notesMaster" Target="/ppt/notesMasters/notesMaster1.xml" Id="Rbd1056d15c05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9d5936a8744598" /><Relationship Type="http://schemas.openxmlformats.org/officeDocument/2006/relationships/notesMaster" Target="/ppt/notesMasters/notesMaster1.xml" Id="R138100c6f3d04e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0bba9fdff2456f" /><Relationship Type="http://schemas.openxmlformats.org/officeDocument/2006/relationships/notesMaster" Target="/ppt/notesMasters/notesMaster1.xml" Id="Rbdf07f89112949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7ad7e7d26f40a6" /><Relationship Type="http://schemas.openxmlformats.org/officeDocument/2006/relationships/notesMaster" Target="/ppt/notesMasters/notesMaster1.xml" Id="Rb83648ed6b9449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3a473bdb934837" /><Relationship Type="http://schemas.openxmlformats.org/officeDocument/2006/relationships/notesMaster" Target="/ppt/notesMasters/notesMaster1.xml" Id="R5314416c68894c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b77c58be8f4139" /><Relationship Type="http://schemas.openxmlformats.org/officeDocument/2006/relationships/notesMaster" Target="/ppt/notesMasters/notesMaster1.xml" Id="Rac564da975e543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32007aa6fc4231" /><Relationship Type="http://schemas.openxmlformats.org/officeDocument/2006/relationships/notesMaster" Target="/ppt/notesMasters/notesMaster1.xml" Id="R9d1fead3475e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cc4dcb8bf0411c" /><Relationship Type="http://schemas.openxmlformats.org/officeDocument/2006/relationships/notesMaster" Target="/ppt/notesMasters/notesMaster1.xml" Id="R5b13df60410f4d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26321787454db6" /><Relationship Type="http://schemas.openxmlformats.org/officeDocument/2006/relationships/notesMaster" Target="/ppt/notesMasters/notesMaster1.xml" Id="Rac0c6d0a42af47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c3885461f14338" /><Relationship Type="http://schemas.openxmlformats.org/officeDocument/2006/relationships/notesMaster" Target="/ppt/notesMasters/notesMaster1.xml" Id="Rbc0caf154d9e4f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b7cf0e3b7a414a" /><Relationship Type="http://schemas.openxmlformats.org/officeDocument/2006/relationships/notesMaster" Target="/ppt/notesMasters/notesMaster1.xml" Id="R6263747b350044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aee0e370dd4306" /><Relationship Type="http://schemas.openxmlformats.org/officeDocument/2006/relationships/notesMaster" Target="/ppt/notesMasters/notesMaster1.xml" Id="R558a5d946e5e45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2acc808f224469" /><Relationship Type="http://schemas.openxmlformats.org/officeDocument/2006/relationships/notesMaster" Target="/ppt/notesMasters/notesMaster1.xml" Id="R3d677cb5843841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953133cfdc435e" /><Relationship Type="http://schemas.openxmlformats.org/officeDocument/2006/relationships/notesMaster" Target="/ppt/notesMasters/notesMaster1.xml" Id="R8e6569a990ef41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56587b5c1247d4" /><Relationship Type="http://schemas.openxmlformats.org/officeDocument/2006/relationships/notesMaster" Target="/ppt/notesMasters/notesMaster1.xml" Id="Rc619c7d657d94e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exact terms listed on their worksheet.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the key terminology quiz. Accept accurate definitions in students’ own words.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follows the worksheet. Students mark red, amber or green and choose a concrete next action.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follows the worksheet. Students mark red, amber or green and choose a concrete next action.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experiences/nw-l13.json and worksheets/NW_L13_ParcelDepot_Worksheet.docx.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11aeab93143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b1733c6d7c4492" /><Relationship Type="http://schemas.openxmlformats.org/officeDocument/2006/relationships/slideLayout" Target="/ppt/slideLayouts/slideLayout1.xml" Id="R22e3e1f31e0549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3e1f31e0549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0f99724eb467b" /><Relationship Type="http://schemas.openxmlformats.org/officeDocument/2006/relationships/image" Target="/ppt/media/image.png" Id="Rc289340a7d4647eb" /><Relationship Type="http://schemas.openxmlformats.org/officeDocument/2006/relationships/image" Target="/ppt/media/image.jpeg" Id="R166213b8c8fa4423" /><Relationship Type="http://schemas.openxmlformats.org/officeDocument/2006/relationships/notesSlide" Target="/ppt/notesSlides/notesSlide1.xml" Id="R4343b219c910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f77f3f9dc4112" /><Relationship Type="http://schemas.openxmlformats.org/officeDocument/2006/relationships/image" Target="/ppt/media/image2.png" Id="Rf3488c56ee0c43e2" /><Relationship Type="http://schemas.openxmlformats.org/officeDocument/2006/relationships/notesSlide" Target="/ppt/notesSlides/notesSlide2.xml" Id="Ra0c0da908daf4f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865a33ae4983" /><Relationship Type="http://schemas.openxmlformats.org/officeDocument/2006/relationships/image" Target="/ppt/media/image3.png" Id="R8d4ab77924444ad3" /><Relationship Type="http://schemas.openxmlformats.org/officeDocument/2006/relationships/notesSlide" Target="/ppt/notesSlides/notesSlide3.xml" Id="R42fda0575d854a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fde76e90f4a30" /><Relationship Type="http://schemas.openxmlformats.org/officeDocument/2006/relationships/image" Target="/ppt/media/image4.png" Id="R2ebff6912dad45af" /><Relationship Type="http://schemas.openxmlformats.org/officeDocument/2006/relationships/notesSlide" Target="/ppt/notesSlides/notesSlide4.xml" Id="Rf7c681f2dd5649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b3a1915ef4e62" /><Relationship Type="http://schemas.openxmlformats.org/officeDocument/2006/relationships/image" Target="/ppt/media/image5.png" Id="R1a883a9567464452" /><Relationship Type="http://schemas.openxmlformats.org/officeDocument/2006/relationships/notesSlide" Target="/ppt/notesSlides/notesSlide5.xml" Id="R5676d4d85ccb49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4201c57f34bd5" /><Relationship Type="http://schemas.openxmlformats.org/officeDocument/2006/relationships/image" Target="/ppt/media/image6.png" Id="R678ccf8569594cae" /><Relationship Type="http://schemas.openxmlformats.org/officeDocument/2006/relationships/notesSlide" Target="/ppt/notesSlides/notesSlide6.xml" Id="Rdddc60ad952a4b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5e7f60d62410b" /><Relationship Type="http://schemas.openxmlformats.org/officeDocument/2006/relationships/image" Target="/ppt/media/image7.png" Id="R00a02fa314b5494c" /><Relationship Type="http://schemas.openxmlformats.org/officeDocument/2006/relationships/hyperlink" Target="https://mrp-cs.github.io/Revise360/experience.html?id=nw-l13" TargetMode="External" Id="R64e099aca509468a" /><Relationship Type="http://schemas.openxmlformats.org/officeDocument/2006/relationships/notesSlide" Target="/ppt/notesSlides/notesSlide7.xml" Id="R0564f8d709c149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0195513e6480f" /><Relationship Type="http://schemas.openxmlformats.org/officeDocument/2006/relationships/image" Target="/ppt/media/image8.png" Id="R7c347ef76fff49ad" /><Relationship Type="http://schemas.openxmlformats.org/officeDocument/2006/relationships/notesSlide" Target="/ppt/notesSlides/notesSlide8.xml" Id="Rac626f5c915346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8e480a23a4d7d" /><Relationship Type="http://schemas.openxmlformats.org/officeDocument/2006/relationships/image" Target="/ppt/media/image9.png" Id="Rdbcce3dd44d14850" /><Relationship Type="http://schemas.openxmlformats.org/officeDocument/2006/relationships/notesSlide" Target="/ppt/notesSlides/notesSlide9.xml" Id="R1769c607bcfb48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843dad6e24e67" /><Relationship Type="http://schemas.openxmlformats.org/officeDocument/2006/relationships/image" Target="/ppt/media/image10.png" Id="R1847d57f04f04fde" /><Relationship Type="http://schemas.openxmlformats.org/officeDocument/2006/relationships/notesSlide" Target="/ppt/notesSlides/notesSlide10.xml" Id="R6f1158ac5d4746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80359878d4558" /><Relationship Type="http://schemas.openxmlformats.org/officeDocument/2006/relationships/image" Target="/ppt/media/image11.png" Id="R2760b576abbd4120" /><Relationship Type="http://schemas.openxmlformats.org/officeDocument/2006/relationships/notesSlide" Target="/ppt/notesSlides/notesSlide11.xml" Id="R1c5aef5c24494c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ba5390adc448a" /><Relationship Type="http://schemas.openxmlformats.org/officeDocument/2006/relationships/image" Target="/ppt/media/image12.png" Id="R3a0e6e373d8445e3" /><Relationship Type="http://schemas.openxmlformats.org/officeDocument/2006/relationships/notesSlide" Target="/ppt/notesSlides/notesSlide12.xml" Id="R91a18c0c1c6143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e56a1360b4d1b" /><Relationship Type="http://schemas.openxmlformats.org/officeDocument/2006/relationships/image" Target="/ppt/media/image13.png" Id="R3c21090f8bb4486d" /><Relationship Type="http://schemas.openxmlformats.org/officeDocument/2006/relationships/notesSlide" Target="/ppt/notesSlides/notesSlide13.xml" Id="Rbe43abdc4edd4c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bb28154d04692" /><Relationship Type="http://schemas.openxmlformats.org/officeDocument/2006/relationships/image" Target="/ppt/media/image14.png" Id="Rea1f802a67694626" /><Relationship Type="http://schemas.openxmlformats.org/officeDocument/2006/relationships/notesSlide" Target="/ppt/notesSlides/notesSlide14.xml" Id="R423cf52dacf940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18dec637642a4" /><Relationship Type="http://schemas.openxmlformats.org/officeDocument/2006/relationships/image" Target="/ppt/media/image15.png" Id="Rc203b2fd06dd4ca1" /><Relationship Type="http://schemas.openxmlformats.org/officeDocument/2006/relationships/notesSlide" Target="/ppt/notesSlides/notesSlide15.xml" Id="Rf746118337b447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f8dc5b90c4a9d" /><Relationship Type="http://schemas.openxmlformats.org/officeDocument/2006/relationships/image" Target="/ppt/media/image16.png" Id="R61c358b354934c52" /><Relationship Type="http://schemas.openxmlformats.org/officeDocument/2006/relationships/notesSlide" Target="/ppt/notesSlides/notesSlide16.xml" Id="Rfd781996f13947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785ab17d949f6" /><Relationship Type="http://schemas.openxmlformats.org/officeDocument/2006/relationships/image" Target="/ppt/media/image17.png" Id="Rdccff51e4a064c41" /><Relationship Type="http://schemas.openxmlformats.org/officeDocument/2006/relationships/notesSlide" Target="/ppt/notesSlides/notesSlide17.xml" Id="R27d644ae9c304d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816f8d94448d2" /><Relationship Type="http://schemas.openxmlformats.org/officeDocument/2006/relationships/image" Target="/ppt/media/image18.png" Id="R676e576e9214494b" /><Relationship Type="http://schemas.openxmlformats.org/officeDocument/2006/relationships/notesSlide" Target="/ppt/notesSlides/notesSlide18.xml" Id="R5239fd97629b4c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44f7fe538463d" /><Relationship Type="http://schemas.openxmlformats.org/officeDocument/2006/relationships/image" Target="/ppt/media/image19.png" Id="R17e0c2ddb78845e5" /><Relationship Type="http://schemas.openxmlformats.org/officeDocument/2006/relationships/notesSlide" Target="/ppt/notesSlides/notesSlide19.xml" Id="R777160435dec4e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364E24D-A3CB-4CC0-BB11-D4591A88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3861DBE-A01C-4C00-A9DA-8202B92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13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7118103-AA62-4EDA-A104-C418E625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PARCEL DEPOT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9340a7d4647e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62CDE89-2B23-4D95-9CD4-61AB7024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D080D896-41BC-44CA-B9A2-1245819C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Network layers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BC763EFC-794B-4DA5-8E32-0C33F929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70D6D973-6E04-4C63-8421-63B21070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are the benefits of layering protocols?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213b8c8fa4423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1E12D67-5890-40B8-A477-0FDEC6E9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76828BB-85FF-44D5-82B0-499CE43A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CCD73F1-4DE3-4212-A386-3A44671C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88c56ee0c43e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1C959C5-9795-4423-B259-F8A835A2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DCB8A734-2B7B-4C22-B96A-E0532700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6133AC57-3CE6-4469-81BA-37E29426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why protocols are layered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6F37D6C-8091-4F81-A206-CD1FBB1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1003A1F-1BE4-45A1-BF8C-DC7AA521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advantages of layering</a:t>
            </a:r>
          </a:p>
        </p:txBody>
      </p:sp>
    </p:spTree>
    <p:extLst>
      <p:ext uri="{BB962C8B-B14F-4D97-AF65-F5344CB8AC3E}">
        <p14:creationId xmlns:p14="http://schemas.microsoft.com/office/powerpoint/2010/main" val="173212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412A6AA-2460-49C3-84C9-16DF407F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AB68655-3C56-49BC-A6CA-2008CAF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3542AA1-7D22-4568-A552-B18A5A9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ab77924444ad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988CFA4-6018-4A76-AA1A-66776B5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CFD962DF-B186-4313-9C78-3CE8955B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parcel goes in a box, the box goes in a sack, the sack goes in a van. What happens if the van is replaced by a train? Why does that not affect the parcel?</a:t>
            </a:r>
          </a:p>
        </p:txBody>
      </p:sp>
    </p:spTree>
    <p:extLst>
      <p:ext uri="{BB962C8B-B14F-4D97-AF65-F5344CB8AC3E}">
        <p14:creationId xmlns:p14="http://schemas.microsoft.com/office/powerpoint/2010/main" val="1806046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01BC465-55EB-44B1-A66F-E6887899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70CB819-5BF7-4BE6-A13D-6D7B3FDC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59FB462-B452-473F-AD37-19DFCC6C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ff6912dad45a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9D5D032-54D0-4333-8613-490D5C9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30FDF1F1-67EE-49E4-B5D3-17CE00B5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8734025F-45F4-4702-86CF-575D6741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outer transport changes from van to train, but the boxed parcel remains the same.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4623DF6-42B1-4E5E-8AF5-89594A48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C9DC5C1-0F5D-47EB-B51D-33940DF7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Each stage has its own job and a clear handover, so one stage can change without redesigning the others.</a:t>
            </a:r>
          </a:p>
        </p:txBody>
      </p:sp>
    </p:spTree>
    <p:extLst>
      <p:ext uri="{BB962C8B-B14F-4D97-AF65-F5344CB8AC3E}">
        <p14:creationId xmlns:p14="http://schemas.microsoft.com/office/powerpoint/2010/main" val="1674099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791B5E0-28A9-4C92-AA84-F1C62B8F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D08DB0C-D80D-4520-92AC-409C382E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08626D-93EC-4514-9FDD-8B8BF558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83a956746445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C120BF-E5F8-4D5E-8A2B-830B2240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65BB1AD6-039E-46F3-89AB-CB7D8967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B65A4F11-1CB9-44D1-996C-279F065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Layer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B012EBCD-E1C9-4474-B530-3794C106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D5A79017-E894-4CEB-8CC4-40D8370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172553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10706DC-242E-4E73-A62C-895ED724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5A491DF-6BBB-4C04-B353-BD92A766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767CAB4-3FCB-4ABE-85B0-00F81D8E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ccf8569594ca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2C1BAA4-8B0B-49B8-AC20-FB42694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818FDF17-FC8C-478D-ABC7-C0DFD2F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Layer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46DCCF1F-F8DD-472F-97F6-D608561C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Layer: one part of a network model with a defined job that offers a service to the layer above.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94D34FEC-9857-4DD3-AFA5-26C38DB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Protocol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5E8E3CF5-CC4B-488C-A40B-6CD0DC7C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Protocol: a set of agreed rules for communication at a layer.</a:t>
            </a:r>
          </a:p>
        </p:txBody>
      </p:sp>
    </p:spTree>
    <p:extLst>
      <p:ext uri="{BB962C8B-B14F-4D97-AF65-F5344CB8AC3E}">
        <p14:creationId xmlns:p14="http://schemas.microsoft.com/office/powerpoint/2010/main" val="393015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EC04B55-0911-4B63-875C-D01C4B53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3E47BA4-DE4E-4DD8-BE95-2FA660E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13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E45BD48-FBB1-48FF-A693-AE4221A6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02fa314b5494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E06165A-0948-4678-9267-212E50F2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D3AEBB25-C212-46E0-B285-A08945A6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4e099aca509468a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3A226B03-36FC-4A8E-9858-393B0572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Parcel depot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89ED0671-553F-4E15-8AE3-3C1CE87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C676924A-3E20-434D-A9C6-567A1E59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7197D863-8B80-4628-92BF-071A3A4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D55EB205-9175-43DB-B5ED-C95CA9C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25),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68861393-0AD4-4E62-B76A-1D053DD3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A94B0391-5959-4B87-8480-771F6E40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389700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739635D-3470-474D-9F84-EA594BA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7A8B212-8ACE-4632-AEBC-E74FCEF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77A5776-D031-4ED7-A9B6-60BE5201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47ef76fff49a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98C48F0-9242-4F11-A9E2-C21A08BE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ECC4F3E9-252F-4D57-B7C9-CB039AAC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 the key question: what benefits come from layering network protocols?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432436C5-E751-4F49-A8C4-310620E3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2140745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4AF6561-94F6-46D4-9134-512FEF90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DA7AA23-A93E-4E6E-90BC-3CFADC91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D4DE6EB-03E7-49F0-99AE-88010331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ce3dd44d1485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B27488D-E852-468B-9603-38BB0F72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173F44A4-BB7A-406C-A07C-6EAD19E5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laptop changes from Wi-Fi to an Ethernet cable. Which layer changes and which web protocol can stay the same?</a:t>
            </a:r>
          </a:p>
        </p:txBody>
      </p:sp>
    </p:spTree>
    <p:extLst>
      <p:ext uri="{BB962C8B-B14F-4D97-AF65-F5344CB8AC3E}">
        <p14:creationId xmlns:p14="http://schemas.microsoft.com/office/powerpoint/2010/main" val="2014674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9AB7D3D-F2CA-47FE-A541-3F801821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9735905-D35C-4CF6-B2EF-BAEBE84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16FA3AA-F823-4136-84DC-DED12AC8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7d57f04f04fd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556912B-A990-434F-AD7A-8491FFA5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C6667AB-51D3-4B6E-8790-6BCD0F0D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82306530-DF72-4FA8-B809-98547350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Each layer handles one responsibility, so developers can work on smaller problems.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0012688D-37BE-43A0-B60A-29128480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A77BACC-E19C-488D-B054-A71669C3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fault can be traced to a particular layer.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5CC6B462-6859-4F8B-AF6A-F8C9D3EA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C49922BC-5CE9-4366-BF2F-484AA61C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Changing Ethernet to Wi-Fi changes the link layer while higher-layer software can keep working.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68A985EB-1B86-4CFE-9B42-5E4788F0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F0B60005-5438-4688-9472-6AD4D239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link layer changes to Ethernet. The application can still use HTTP or HTTPS, with TCP and IP above the link.</a:t>
            </a:r>
          </a:p>
        </p:txBody>
      </p:sp>
    </p:spTree>
    <p:extLst>
      <p:ext uri="{BB962C8B-B14F-4D97-AF65-F5344CB8AC3E}">
        <p14:creationId xmlns:p14="http://schemas.microsoft.com/office/powerpoint/2010/main" val="16612162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4FDA1CE-0614-42C6-88D0-FF987E62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A0BACB7-1168-49E2-87DC-7D3475CE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8509EF0-0FF8-485D-89E0-81F10300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0b576abbd412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83783AD-817F-4CA6-A706-C1A53035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DA74C2E6-C238-4355-B711-DA4B6601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F8A82DC2-5048-4587-AE03-5DFF5CFE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Why layers?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BCCFB824-5246-410E-BA96-582C79AF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Layers split networking into smaller jobs with defined interfaces, making systems easier to design and troubleshoot.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F96B19B4-9C74-4F30-9F4D-F8E88F6F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The parcel model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3AC71ECB-D5F8-448B-A33E-EC955653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Parcel, box, sack and transport each do a job. Changing the van to a train changes transport without changing the parcel.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7A1C5738-C2BD-4167-A7C0-9E514ECC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Advantages of layering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61464BC1-3300-42F5-9E49-F0D12FA6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Benefits include simpler design, easier fault-finding and the ability to change one layer without rewriting the others.</a:t>
            </a:r>
          </a:p>
        </p:txBody>
      </p:sp>
    </p:spTree>
    <p:extLst>
      <p:ext uri="{BB962C8B-B14F-4D97-AF65-F5344CB8AC3E}">
        <p14:creationId xmlns:p14="http://schemas.microsoft.com/office/powerpoint/2010/main" val="15600771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B677CBA-A767-43F6-B994-6C5BFF98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5105D65-88F1-4147-A7E9-0A1A5675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660C554-91AD-4AD6-9283-5598978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e6e373d8445e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8362DA4-CB7C-4B09-A575-C9D23C8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FF7415CE-706C-497D-8DBD-4371BB0A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3CA2131A-56A6-4D38-84D6-4488278D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The four layers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CEE6D292-A823-44BF-819D-1248C74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browser uses the application layer. The link layer sends signals over a physical cable or radio link.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59C29A46-8FD7-4B4A-8825-495E7BE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Sending an email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000C2078-2506-4091-82BA-0D9EE140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an unencrypted HTML email over Wi-Fi: application SMTP, transport TCP, internet IP, link Wi-Fi.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BDCCA1C7-1049-4314-98ED-1AB0E1FC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Layers in action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1219C9D3-7276-4522-A0DE-C3F5179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web page over Ethernet uses HTTP or HTTPS at application, TCP at transport, IP at internet and Ethernet at link.</a:t>
            </a:r>
          </a:p>
        </p:txBody>
      </p:sp>
    </p:spTree>
    <p:extLst>
      <p:ext uri="{BB962C8B-B14F-4D97-AF65-F5344CB8AC3E}">
        <p14:creationId xmlns:p14="http://schemas.microsoft.com/office/powerpoint/2010/main" val="21268435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C2F5F27-0148-4B37-B11D-968D729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C70EEC6-0174-4BEB-B217-833C9F1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4E83C94-896D-46D6-8FCE-D54DA53D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1090f8bb4486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238CF52-95DF-432B-AF8C-619798B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DB01F4FD-2206-4CE4-B99B-3B73BE9A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A1222E61-0538-480C-BBA5-1A70125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HTTP → Application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94197BFC-E3FA-4354-977B-A4111A59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42F86C05-8B57-42DB-90A2-637511FC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FTP → Application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240CA55-637E-41BE-8D73-5EE381FF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A01E4FDA-A79F-47DE-AC2C-C016EF38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SMTP → Application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CE4DA21-9878-460E-A737-CBD8C182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E330EB7-3EBB-4548-8CA1-6891CD00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IMAP → Application</a:t>
            </a:r>
          </a:p>
        </p:txBody>
      </p:sp>
    </p:spTree>
    <p:extLst>
      <p:ext uri="{BB962C8B-B14F-4D97-AF65-F5344CB8AC3E}">
        <p14:creationId xmlns:p14="http://schemas.microsoft.com/office/powerpoint/2010/main" val="2089729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58FCE7B-03F4-4D42-A61F-9F8CA96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79CAC25-84C3-4EFA-A45B-1C04DEE3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1CD1C1C-D8F0-468D-94FA-84E7B53A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5–8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f802a6769462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DF7990-C9FD-46E1-B89E-E31F636D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C8704D38-E88C-4218-9312-9D337F3F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93A61933-98B3-4E6F-AD7C-35CBAE00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TCP → Transport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43F470C4-F071-4089-871B-7B30639B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71E51120-0329-40DB-A103-59608471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 → Internet</a:t>
            </a:r>
          </a:p>
        </p:txBody>
      </p:sp>
      <p:sp>
        <p:nvSpPr>
          <p:cNvPr id="10" name="number-7">
            <a:extLst xmlns:a="http://schemas.openxmlformats.org/drawingml/2006/main">
              <a:ext uri="{FF2B5EF4-FFF2-40B4-BE49-F238E27FC236}">
                <a16:creationId xmlns:a16="http://schemas.microsoft.com/office/drawing/2014/main" id="{69CAA25B-01F3-4047-8DB0-01FCBE84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11" name="item-7">
            <a:extLst xmlns:a="http://schemas.openxmlformats.org/drawingml/2006/main">
              <a:ext uri="{FF2B5EF4-FFF2-40B4-BE49-F238E27FC236}">
                <a16:creationId xmlns:a16="http://schemas.microsoft.com/office/drawing/2014/main" id="{2DD0ED75-CFC8-4E5E-83FB-C46777B7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Ethernet → Link</a:t>
            </a:r>
          </a:p>
        </p:txBody>
      </p:sp>
      <p:sp>
        <p:nvSpPr>
          <p:cNvPr id="12" name="number-8">
            <a:extLst xmlns:a="http://schemas.openxmlformats.org/drawingml/2006/main">
              <a:ext uri="{FF2B5EF4-FFF2-40B4-BE49-F238E27FC236}">
                <a16:creationId xmlns:a16="http://schemas.microsoft.com/office/drawing/2014/main" id="{31F08BCA-FDD4-447C-9642-2E1925B8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3" name="item-8">
            <a:extLst xmlns:a="http://schemas.openxmlformats.org/drawingml/2006/main">
              <a:ext uri="{FF2B5EF4-FFF2-40B4-BE49-F238E27FC236}">
                <a16:creationId xmlns:a16="http://schemas.microsoft.com/office/drawing/2014/main" id="{B1886AB2-4811-4762-A85E-634BF04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 → Link</a:t>
            </a:r>
          </a:p>
        </p:txBody>
      </p:sp>
    </p:spTree>
    <p:extLst>
      <p:ext uri="{BB962C8B-B14F-4D97-AF65-F5344CB8AC3E}">
        <p14:creationId xmlns:p14="http://schemas.microsoft.com/office/powerpoint/2010/main" val="9518413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D05EC1-948A-4ABE-A844-7BE461AE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B8085AA-D912-4F7D-84FC-6152DD7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74640A-BEC6-4057-A7E8-AF0715F9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3b2fd06dd4ca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03F101-AF6F-4D1E-AECA-4B5B6947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C7797B5E-ADE4-40B2-A753-C745588E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0436F398-DD05-432F-B0AF-E05F0CA0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Give three benefits of dividing networking into layers.  [3]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C737E0F8-AD85-44B0-B532-BDB5EA77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how layering makes it possible to change from Wi-Fi to a cable without changing any software.  [3]</a:t>
            </a:r>
          </a:p>
        </p:txBody>
      </p:sp>
    </p:spTree>
    <p:extLst>
      <p:ext uri="{BB962C8B-B14F-4D97-AF65-F5344CB8AC3E}">
        <p14:creationId xmlns:p14="http://schemas.microsoft.com/office/powerpoint/2010/main" val="18531789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FCA9E71-3382-42A8-8FC1-34FEDBD1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6AE1613-DA80-4D88-AC65-E3CD81DE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D94367-FEA3-44DA-BB35-F13E13FA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358b354934c5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5F54ACE-BB07-4BA9-BA4B-FAAD90AC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B0981CB6-C047-4F55-B458-B895C68D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BBB78F4-86CD-49D1-AF5E-43FE2427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Layering divides a complex task into manageable jobs, makes faults easier to locate, and lets one layer change without redesigning the others.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EC3A809E-B310-44A4-ADFA-F78B03C9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Wi-Fi and Ethernet work at the link layer. Both offer a way to move data for the layers above, so the browser and its application protocol can remain the same.</a:t>
            </a:r>
          </a:p>
        </p:txBody>
      </p:sp>
    </p:spTree>
    <p:extLst>
      <p:ext uri="{BB962C8B-B14F-4D97-AF65-F5344CB8AC3E}">
        <p14:creationId xmlns:p14="http://schemas.microsoft.com/office/powerpoint/2010/main" val="20042330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2A28CB0-F114-445F-9074-5BF2F82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5BDA46B-5EC7-4617-A5A8-FE6CE768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F04F7E9-0A8F-4695-8D99-6E86A5BE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Revision checklist: 1–6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ff51e4a064c4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5B86F7-2D02-4BD3-BDE3-73AC6F8D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rag">
            <a:extLst xmlns:a="http://schemas.openxmlformats.org/drawingml/2006/main">
              <a:ext uri="{FF2B5EF4-FFF2-40B4-BE49-F238E27FC236}">
                <a16:creationId xmlns:a16="http://schemas.microsoft.com/office/drawing/2014/main" id="{CF1CB51B-5B6C-4A52-BB7F-E5E4075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RAG these areas on your worksheet and select the next task.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95AF44E6-0F3C-412A-97DD-16D2EA36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8477F88-3F2C-49A2-979F-96F5196B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47875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Types of network: LAN, WAN, standalone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6ADBA45D-BDCC-4F1D-BEA6-2B1F4012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748016D-3DEE-4878-9A2A-DA83A24E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Factors affecting network performance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1D8BEDBC-990A-4226-9BEE-F46C76E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C4872A7B-D86E-47AA-B844-383F0CBB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Client-server and peer-to-peer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75875637-CB4D-45FF-BDDC-37148C80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2C834F38-341E-4BED-934F-5818F9A5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Hardware to connect a LAN</a:t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2D882C83-DA4B-4137-9E13-439CCEEF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784863EA-7797-47DF-BF88-47F89A11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48175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internet, DNS, hosting and the cloud</a:t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DD84376E-E80F-4389-9DE9-A89F72D1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06E1F6F-B04A-43AA-9E1C-69F7D792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 and mesh topologies</a:t>
            </a:r>
          </a:p>
        </p:txBody>
      </p:sp>
    </p:spTree>
    <p:extLst>
      <p:ext uri="{BB962C8B-B14F-4D97-AF65-F5344CB8AC3E}">
        <p14:creationId xmlns:p14="http://schemas.microsoft.com/office/powerpoint/2010/main" val="13504907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1BB3DCD-D0CB-4254-8458-28B2D63B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74AA6CC-BB58-48D4-8EE7-91C89C7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185B06F-A97C-41AF-8B90-2CE1B11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Revision checklist: 7–11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e576e9214494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C085D91-6DDF-45AD-B5A6-F015D2E3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rag">
            <a:extLst xmlns:a="http://schemas.openxmlformats.org/drawingml/2006/main">
              <a:ext uri="{FF2B5EF4-FFF2-40B4-BE49-F238E27FC236}">
                <a16:creationId xmlns:a16="http://schemas.microsoft.com/office/drawing/2014/main" id="{DA9D648F-7CF9-464E-8B8C-036DF7F7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RAG these areas on your worksheet and select the next task.</a:t>
            </a:r>
          </a:p>
        </p:txBody>
      </p:sp>
      <p:sp>
        <p:nvSpPr>
          <p:cNvPr id="7" name="number-7">
            <a:extLst xmlns:a="http://schemas.openxmlformats.org/drawingml/2006/main">
              <a:ext uri="{FF2B5EF4-FFF2-40B4-BE49-F238E27FC236}">
                <a16:creationId xmlns:a16="http://schemas.microsoft.com/office/drawing/2014/main" id="{A274A8CD-612E-4916-AA8D-7AE1788E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8" name="item-7">
            <a:extLst xmlns:a="http://schemas.openxmlformats.org/drawingml/2006/main">
              <a:ext uri="{FF2B5EF4-FFF2-40B4-BE49-F238E27FC236}">
                <a16:creationId xmlns:a16="http://schemas.microsoft.com/office/drawing/2014/main" id="{327BDB24-E89A-41E9-B6F8-8C268E9F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478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Modes of connection</a:t>
            </a:r>
          </a:p>
        </p:txBody>
      </p:sp>
      <p:sp>
        <p:nvSpPr>
          <p:cNvPr id="9" name="number-8">
            <a:extLst xmlns:a="http://schemas.openxmlformats.org/drawingml/2006/main">
              <a:ext uri="{FF2B5EF4-FFF2-40B4-BE49-F238E27FC236}">
                <a16:creationId xmlns:a16="http://schemas.microsoft.com/office/drawing/2014/main" id="{EC78EC8B-AF5D-48D1-810C-A9956E69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0" name="item-8">
            <a:extLst xmlns:a="http://schemas.openxmlformats.org/drawingml/2006/main">
              <a:ext uri="{FF2B5EF4-FFF2-40B4-BE49-F238E27FC236}">
                <a16:creationId xmlns:a16="http://schemas.microsoft.com/office/drawing/2014/main" id="{15D4623D-42EE-4D37-9260-ECF0EABD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336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 encryption</a:t>
            </a:r>
          </a:p>
        </p:txBody>
      </p:sp>
      <p:sp>
        <p:nvSpPr>
          <p:cNvPr id="11" name="number-9">
            <a:extLst xmlns:a="http://schemas.openxmlformats.org/drawingml/2006/main">
              <a:ext uri="{FF2B5EF4-FFF2-40B4-BE49-F238E27FC236}">
                <a16:creationId xmlns:a16="http://schemas.microsoft.com/office/drawing/2014/main" id="{BB1B675C-E864-44AB-BF14-7E8CB639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9.</a:t>
            </a:r>
          </a:p>
        </p:txBody>
      </p:sp>
      <p:sp>
        <p:nvSpPr>
          <p:cNvPr id="12" name="item-9">
            <a:extLst xmlns:a="http://schemas.openxmlformats.org/drawingml/2006/main">
              <a:ext uri="{FF2B5EF4-FFF2-40B4-BE49-F238E27FC236}">
                <a16:creationId xmlns:a16="http://schemas.microsoft.com/office/drawing/2014/main" id="{94FC7026-3FF9-4EB7-B0F7-648CB8D3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 and MAC addressing</a:t>
            </a:r>
          </a:p>
        </p:txBody>
      </p:sp>
      <p:sp>
        <p:nvSpPr>
          <p:cNvPr id="13" name="number-10">
            <a:extLst xmlns:a="http://schemas.openxmlformats.org/drawingml/2006/main">
              <a:ext uri="{FF2B5EF4-FFF2-40B4-BE49-F238E27FC236}">
                <a16:creationId xmlns:a16="http://schemas.microsoft.com/office/drawing/2014/main" id="{9A9D3134-A80A-4340-9692-4EEF62B9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10.</a:t>
            </a:r>
          </a:p>
        </p:txBody>
      </p:sp>
      <p:sp>
        <p:nvSpPr>
          <p:cNvPr id="14" name="item-10">
            <a:extLst xmlns:a="http://schemas.openxmlformats.org/drawingml/2006/main">
              <a:ext uri="{FF2B5EF4-FFF2-40B4-BE49-F238E27FC236}">
                <a16:creationId xmlns:a16="http://schemas.microsoft.com/office/drawing/2014/main" id="{0ADDB3AA-A9DE-40FE-87E1-AC0526C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Standards and protocols</a:t>
            </a:r>
          </a:p>
        </p:txBody>
      </p:sp>
      <p:sp>
        <p:nvSpPr>
          <p:cNvPr id="15" name="number-11">
            <a:extLst xmlns:a="http://schemas.openxmlformats.org/drawingml/2006/main">
              <a:ext uri="{FF2B5EF4-FFF2-40B4-BE49-F238E27FC236}">
                <a16:creationId xmlns:a16="http://schemas.microsoft.com/office/drawing/2014/main" id="{21B966A3-2F90-4B3C-98FE-9FBDF029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11.</a:t>
            </a:r>
          </a:p>
        </p:txBody>
      </p:sp>
      <p:sp>
        <p:nvSpPr>
          <p:cNvPr id="16" name="item-11">
            <a:extLst xmlns:a="http://schemas.openxmlformats.org/drawingml/2006/main">
              <a:ext uri="{FF2B5EF4-FFF2-40B4-BE49-F238E27FC236}">
                <a16:creationId xmlns:a16="http://schemas.microsoft.com/office/drawing/2014/main" id="{6FFB5BBA-6544-4250-8696-6A836E17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910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Layers</a:t>
            </a:r>
          </a:p>
        </p:txBody>
      </p:sp>
    </p:spTree>
    <p:extLst>
      <p:ext uri="{BB962C8B-B14F-4D97-AF65-F5344CB8AC3E}">
        <p14:creationId xmlns:p14="http://schemas.microsoft.com/office/powerpoint/2010/main" val="2950529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FB30666-EB31-4C75-BBE6-BA06C05E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1D7E5FA-87D3-4D36-BFB8-4D5AC9A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13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8D8C2BA-5213-4078-8C21-E49C924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0c2ddb78845e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A2BFA54-7405-4259-B5E7-5840F350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18EA3169-4F8B-4741-A21E-4AEB07FE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36C1AAAF-C0C9-406E-BC12-A7135C8E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77D7E2D9-2C75-419B-ABFD-FD6F70A7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protocols are layered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6BB2D263-A0DF-42EB-8BF8-A891E1DB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8F1BC7EE-70FD-43B5-A0F6-FFCE07C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advantages of layering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1AE45D16-2657-4C42-8D4D-5E5A6007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98AA0550-2413-4D79-8933-4BE9ABED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Which protocols belong in which layer</a:t>
            </a:r>
          </a:p>
        </p:txBody>
      </p:sp>
    </p:spTree>
    <p:extLst>
      <p:ext uri="{BB962C8B-B14F-4D97-AF65-F5344CB8AC3E}">
        <p14:creationId xmlns:p14="http://schemas.microsoft.com/office/powerpoint/2010/main" val="1135388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2026-09-25T14:15:52.1030000Z</dcterms:created>
  <dcterms:modified xsi:type="dcterms:W3CDTF">2026-09-25T14:15:52.1030000Z</dcterms:modified>
</coreProperties>
</file>
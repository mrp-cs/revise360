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9: Split and insert.
Open the experience at revise360.co.uk and hand out AL_L09_SplitAndInsert_Worksheet.docx.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Merge sort: splitting.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Merge sort: merging.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Merge sort: the whole thing.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Insertion sort.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Comparing the three sorts.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Answering sorting questions.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Split and insert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more sorting algorithms, both faster than a bubble sort on real data. Merge sort splits the list until nothing is left to split; insertion sort builds a sorted section one item at a time.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merge sort and insertion sort work, and how do they compare with a bubble sort?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merge sort algorithm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insertion sort algorithm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 able to compare the three sorting algorithms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25054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Insertion sort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30368" y="5468112"/>
            <a:ext cx="309067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30368" y="5468112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Divide and conquer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44905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4905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Deal yourself seven playing cards. Sort them into order and write down exactly what you did. Which algorithm was it closest to?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Split and insert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sort: splitting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Split the list in half, then split each half, and keep going.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Stop when every piece holds a single item, which is sorted by definition.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is the divide part of divide and conquer.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Show how 8, 3, 5, 1 is split down to single items.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 splits by...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sort: merging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Take two sorted pieces and combine them into one sorted piece.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 the first item of each, take the smaller, and repeat.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 merging pairs until one sorted list remains.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3, 8 with 1, 5 and show each comparison.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 merges by...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sort: the whole thing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Split all the way down, then merge all the way back up.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much faster than a bubble sort on large lists.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needs extra memory to hold the pieces, so it does not sort in place.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merge sort in two sentences: one for splitting, one for merging.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merge sort works by...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Insertion sort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Treat the first item as a sorted section of 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Take the next item and move it left until it is in the right place within that section.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 until every item has been inserted.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 an insertion sort on 4, 2, 7, 1 and show each step.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insertion sort works by...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the three sorts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Bubble: simplest, slowest, sorts in place.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Insertion: simple, faster than bubble, sorts in place, very fast on nearly sorted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Merge: most complex, much faster on large lists, needs extra memory.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Make a table comparing the three sorts on speed, memory and complexity.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three sorts compare as...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Answering sorting questions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algorithm and describe its distinctive action: swap neighbours, insert into a sorted section, or split and merge.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asked to show the steps, show the list after each pass or insertion.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Comparisons usually mean 'when does it stop' and 'how much memory'.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a six-mark answer comparing bubble sort and merge sort.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answer a sorting question, I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Sort it out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insertion sort to run, then the three algorithms to tell apart. Tap the star to begin.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 is old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John von Neumann described the merge sort in 1945, on one of the first stored-program computers.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Recursion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 naturally calls itself on each half, which is called recursion. You meet it properly at A level.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sorts are hybrids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sort built into most programming languages switches to insertion sort for small pieces, because it is faster there.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Cards in your hand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Almost everyone sorts a hand of cards with an insertion sort without being taught 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how an insertion sort works.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Show the stages of a merge sort on the list 6, 2, 9, 4.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 a bubble sort with a merge sort, giving one advantage of each.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sort: splitting and merging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Insertion sort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the three sorts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Split and insert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9 — Split and insert</dc:title>
  <dc:subject>OCR J277 GCSE Computer Science</dc:subject>
  <dc:creator>Revise 360 Ltd</dc:creator>
  <cp:lastModifiedBy>Revise 360 Ltd</cp:lastModifiedBy>
  <cp:revision>1</cp:revision>
  <dcterms:created xsi:type="dcterms:W3CDTF">2026-10-01T02:35:31Z</dcterms:created>
  <dcterms:modified xsi:type="dcterms:W3CDTF">2026-10-01T02:35:31Z</dcterms:modified>
</cp:coreProperties>
</file>
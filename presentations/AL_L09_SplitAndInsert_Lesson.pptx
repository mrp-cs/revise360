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9: Split and insert.
Open the experience at revise360.co.uk and hand out AL_L09_SplitAndInsert_Worksheet.docx.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Merge sort: splitting.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Merge sort: merging.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Merge sort: the whole thing.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Insertion sort.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Comparing the three sorts.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Answering sorting questions.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The work grows far more slowly as the list gets longer.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Merge sort: the whole thing, and work through its example again, aloud, with the class watching, then re-ask this question.
The course's own response to a wrong answer here: For a million items the difference is minutes against days.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(al-l09-s3-c2),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2.1 Algorithms  |  Lesson 9</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Split and insert</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Two more sorting algorithms, both faster than a bubble sort on real data. Merge sort splits the list until nothing is left to split; insertion sort builds a sorted section one item at a time.</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do merge sort and insertion sort work, and how do they compare with a bubble sort?</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merge sort algorithm</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insertion sort algorithm</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Be able to compare the three sorting algorithms</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1920240"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Merge sort</a:t>
            </a:r>
            <a:endParaRPr lang="en-US" sz="1200" dirty="0"/>
          </a:p>
        </p:txBody>
      </p:sp>
      <p:sp>
        <p:nvSpPr>
          <p:cNvPr id="19" name="Shape 17"/>
          <p:cNvSpPr/>
          <p:nvPr/>
        </p:nvSpPr>
        <p:spPr>
          <a:xfrm>
            <a:off x="2596896" y="5468112"/>
            <a:ext cx="2505456"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2596896" y="5468112"/>
            <a:ext cx="250545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Insertion sort</a:t>
            </a:r>
            <a:endParaRPr lang="en-US" sz="1200" dirty="0"/>
          </a:p>
        </p:txBody>
      </p:sp>
      <p:sp>
        <p:nvSpPr>
          <p:cNvPr id="21" name="Shape 19"/>
          <p:cNvSpPr/>
          <p:nvPr/>
        </p:nvSpPr>
        <p:spPr>
          <a:xfrm>
            <a:off x="5230368" y="5468112"/>
            <a:ext cx="3090672"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5230368" y="5468112"/>
            <a:ext cx="309067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Divide and conquer</a:t>
            </a:r>
            <a:endParaRPr lang="en-US" sz="1200" dirty="0"/>
          </a:p>
        </p:txBody>
      </p:sp>
      <p:sp>
        <p:nvSpPr>
          <p:cNvPr id="23" name="Shape 21"/>
          <p:cNvSpPr/>
          <p:nvPr/>
        </p:nvSpPr>
        <p:spPr>
          <a:xfrm>
            <a:off x="8449056" y="5468112"/>
            <a:ext cx="1188720"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8449056"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Merge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Deal yourself seven playing cards. Sort them into order and write down exactly what you did. Which algorithm was it closest to?</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Split and insert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Merge sort: splitting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Split the list in half, then split each half, and keep going.</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Stop when every piece holds a single item, which is sorted by definition.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This is the divide part of divide and conquer.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Show how 8, 3, 5, 1 is split down to single items.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Merge sort splits by...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Merge sort: merging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Take two sorted pieces and combine them into one sorted piece.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Compare the first item of each, take the smaller, and repeat.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Keep merging pairs until one sorted list remains.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Merge 3, 8 with 1, 5 and show each comparison.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Merge sort merges by...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Merge sort: the whole thing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Split all the way down, then merge all the way back up.</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is much faster than a bubble sort on large lists.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needs extra memory to hold the pieces, so it does not sort in place.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merge sort in two sentences: one for splitting, one for merging.</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merge sort works by...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Insertion sort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Treat the first item as a sorted section of one.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Take the next item and move it left until it is in the right place within that section.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Repeat until every item has been inserted.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Run an insertion sort on 4, 2, 7, 1 and show each step.</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An insertion sort works by...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Comparing the three sorts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Bubble: simplest, slowest, sorts in place.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Insertion: simple, faster than bubble, sorts in place, very fast on nearly sorted data.</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Merge: most complex, much faster on large lists, needs extra memory.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Make a table comparing the three sorts on speed, memory and complexity.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three sorts compare as...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Answering sorting questions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Name the algorithm and describe its distinctive action: swap neighbours, insert into a sorted section, or split and merge.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If asked to show the steps, show the list after each pass or insertion.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Comparisons usually mean 'when does it stop' and 'how much memory'.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Plan a six-mark answer comparing bubble sort and merge sort.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answer a sorting question, I should...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Why is merge sort much faster than bubble sort on large lists?</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It sorts in one pass</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 work grows far more slowly as the list gets longer</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It makes no comparisons</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It uses no memory</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Sort it out</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An insertion sort to run, then the three algorithms to tell apart. Tap the star to begin.</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Merge sort is old</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John von Neumann described the merge sort in 1945, on one of the first stored-program computers.</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Recursion</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Merge sort naturally calls itself on each half, which is called recursion. You meet it properly at A level.</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Real sorts are hybrids</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The sort built into most programming languages switches to insertion sort for small pieces, because it is faster there.</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Cards in your hand</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Almost everyone sorts a hand of cards with an insertion sort without being taught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how an insertion sort works.</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Show the stages of a merge sort on the list 6, 2, 9, 4.</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Compare a bubble sort with a merge sort, giving one advantage of each.</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9</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Merge sort: splitting and merging</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Insertion sort</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Comparing the three sorts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Split and insert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 Algorithms  |  Lesson 9 — Split and insert</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
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8cecd0f4274802" /><Relationship Type="http://schemas.openxmlformats.org/officeDocument/2006/relationships/extended-properties" Target="/docProps/app.xml" Id="R8e6e6151e11e41dd" /><Relationship Type="http://schemas.openxmlformats.org/officeDocument/2006/relationships/officeDocument" Target="/ppt/presentation.xml" Id="R1b8e04e226434e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b8bf79fcc849c1"/>
  </p:sldMasterIdLst>
  <p:notesMasterIdLst>
    <p:notesMasterId xmlns:r="http://schemas.openxmlformats.org/officeDocument/2006/relationships" r:id="Rc012fab7cd9d4307"/>
  </p:notesMasterIdLst>
  <p:sldIdLst>
    <p:sldId xmlns:r="http://schemas.openxmlformats.org/officeDocument/2006/relationships" id="256" r:id="R0523c9016e5d4930"/>
    <p:sldId xmlns:r="http://schemas.openxmlformats.org/officeDocument/2006/relationships" id="257" r:id="R4950cfd2e5464392"/>
    <p:sldId xmlns:r="http://schemas.openxmlformats.org/officeDocument/2006/relationships" id="258" r:id="R53a0c45cd34b45f6"/>
    <p:sldId xmlns:r="http://schemas.openxmlformats.org/officeDocument/2006/relationships" id="259" r:id="R0d12fd58818c4138"/>
    <p:sldId xmlns:r="http://schemas.openxmlformats.org/officeDocument/2006/relationships" id="260" r:id="Rdab6eccf765b4c5e"/>
    <p:sldId xmlns:r="http://schemas.openxmlformats.org/officeDocument/2006/relationships" id="261" r:id="Rf478de1bb9c7408c"/>
    <p:sldId xmlns:r="http://schemas.openxmlformats.org/officeDocument/2006/relationships" id="262" r:id="R7e242c628c084d38"/>
    <p:sldId xmlns:r="http://schemas.openxmlformats.org/officeDocument/2006/relationships" id="263" r:id="R511a4ef094de4987"/>
    <p:sldId xmlns:r="http://schemas.openxmlformats.org/officeDocument/2006/relationships" id="264" r:id="Raa4950e196a34422"/>
    <p:sldId xmlns:r="http://schemas.openxmlformats.org/officeDocument/2006/relationships" id="265" r:id="R349d45fbd6534668"/>
    <p:sldId xmlns:r="http://schemas.openxmlformats.org/officeDocument/2006/relationships" id="266" r:id="R23557b5f50f1402b"/>
    <p:sldId xmlns:r="http://schemas.openxmlformats.org/officeDocument/2006/relationships" id="267" r:id="Rff36b1d4faf74999"/>
    <p:sldId xmlns:r="http://schemas.openxmlformats.org/officeDocument/2006/relationships" id="268" r:id="R4ed3d0c92ebd43b9"/>
    <p:sldId xmlns:r="http://schemas.openxmlformats.org/officeDocument/2006/relationships" id="269" r:id="R56cf3971c6f14f70"/>
    <p:sldId xmlns:r="http://schemas.openxmlformats.org/officeDocument/2006/relationships" id="270" r:id="Re2e8e9f9eaaf4261"/>
    <p:sldId xmlns:r="http://schemas.openxmlformats.org/officeDocument/2006/relationships" id="271" r:id="Ra3fbfbe1ec904abe"/>
    <p:sldId xmlns:r="http://schemas.openxmlformats.org/officeDocument/2006/relationships" id="272" r:id="Rb202b5b552674703"/>
    <p:sldId xmlns:r="http://schemas.openxmlformats.org/officeDocument/2006/relationships" id="273" r:id="Rb422322d849743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12d297cd244e21" /><Relationship Type="http://schemas.openxmlformats.org/officeDocument/2006/relationships/slideMaster" Target="/ppt/slideMasters/slideMaster1.xml" Id="Rd9b8bf79fcc849c1" /><Relationship Type="http://schemas.openxmlformats.org/officeDocument/2006/relationships/notesMaster" Target="/ppt/notesMasters/notesMaster1.xml" Id="Rc012fab7cd9d4307" /><Relationship Type="http://schemas.openxmlformats.org/officeDocument/2006/relationships/presProps" Target="/ppt/presProps.xml" Id="R4e5851299fc24dde" /><Relationship Type="http://schemas.openxmlformats.org/officeDocument/2006/relationships/tableStyles" Target="/ppt/tableStyles.xml" Id="R52259c35ce2f4d0d" /><Relationship Type="http://schemas.openxmlformats.org/officeDocument/2006/relationships/slide" Target="/ppt/slides/slide1.xml" Id="R0523c9016e5d4930" /><Relationship Type="http://schemas.openxmlformats.org/officeDocument/2006/relationships/slide" Target="/ppt/slides/slide2.xml" Id="R4950cfd2e5464392" /><Relationship Type="http://schemas.openxmlformats.org/officeDocument/2006/relationships/slide" Target="/ppt/slides/slide3.xml" Id="R53a0c45cd34b45f6" /><Relationship Type="http://schemas.openxmlformats.org/officeDocument/2006/relationships/slide" Target="/ppt/slides/slide4.xml" Id="R0d12fd58818c4138" /><Relationship Type="http://schemas.openxmlformats.org/officeDocument/2006/relationships/slide" Target="/ppt/slides/slide5.xml" Id="Rdab6eccf765b4c5e" /><Relationship Type="http://schemas.openxmlformats.org/officeDocument/2006/relationships/slide" Target="/ppt/slides/slide6.xml" Id="Rf478de1bb9c7408c" /><Relationship Type="http://schemas.openxmlformats.org/officeDocument/2006/relationships/slide" Target="/ppt/slides/slide7.xml" Id="R7e242c628c084d38" /><Relationship Type="http://schemas.openxmlformats.org/officeDocument/2006/relationships/slide" Target="/ppt/slides/slide8.xml" Id="R511a4ef094de4987" /><Relationship Type="http://schemas.openxmlformats.org/officeDocument/2006/relationships/slide" Target="/ppt/slides/slide9.xml" Id="Raa4950e196a34422" /><Relationship Type="http://schemas.openxmlformats.org/officeDocument/2006/relationships/slide" Target="/ppt/slides/slide10.xml" Id="R349d45fbd6534668" /><Relationship Type="http://schemas.openxmlformats.org/officeDocument/2006/relationships/slide" Target="/ppt/slides/slide11.xml" Id="R23557b5f50f1402b" /><Relationship Type="http://schemas.openxmlformats.org/officeDocument/2006/relationships/slide" Target="/ppt/slides/slide12.xml" Id="Rff36b1d4faf74999" /><Relationship Type="http://schemas.openxmlformats.org/officeDocument/2006/relationships/slide" Target="/ppt/slides/slide13.xml" Id="R4ed3d0c92ebd43b9" /><Relationship Type="http://schemas.openxmlformats.org/officeDocument/2006/relationships/slide" Target="/ppt/slides/slide14.xml" Id="R56cf3971c6f14f70" /><Relationship Type="http://schemas.openxmlformats.org/officeDocument/2006/relationships/slide" Target="/ppt/slides/slide15.xml" Id="Re2e8e9f9eaaf4261" /><Relationship Type="http://schemas.openxmlformats.org/officeDocument/2006/relationships/slide" Target="/ppt/slides/slide16.xml" Id="Ra3fbfbe1ec904abe" /><Relationship Type="http://schemas.openxmlformats.org/officeDocument/2006/relationships/slide" Target="/ppt/slides/slide17.xml" Id="Rb202b5b552674703" /><Relationship Type="http://schemas.openxmlformats.org/officeDocument/2006/relationships/slide" Target="/ppt/slides/slide18.xml" Id="Rb422322d849743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99f257315d46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199e58cf394fdc" /><Relationship Type="http://schemas.openxmlformats.org/officeDocument/2006/relationships/notesMaster" Target="/ppt/notesMasters/notesMaster1.xml" Id="R3ee36a05e2414d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f95109e7ff41af" /><Relationship Type="http://schemas.openxmlformats.org/officeDocument/2006/relationships/notesMaster" Target="/ppt/notesMasters/notesMaster1.xml" Id="R1f9cf51429de42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607b13689f4923" /><Relationship Type="http://schemas.openxmlformats.org/officeDocument/2006/relationships/notesMaster" Target="/ppt/notesMasters/notesMaster1.xml" Id="Re53242d7269648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203f1213954ccb" /><Relationship Type="http://schemas.openxmlformats.org/officeDocument/2006/relationships/notesMaster" Target="/ppt/notesMasters/notesMaster1.xml" Id="Rd7d45c81401447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c9d6524d3746df" /><Relationship Type="http://schemas.openxmlformats.org/officeDocument/2006/relationships/notesMaster" Target="/ppt/notesMasters/notesMaster1.xml" Id="Ra4ccc3e781ec4b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311416e73d46d2" /><Relationship Type="http://schemas.openxmlformats.org/officeDocument/2006/relationships/notesMaster" Target="/ppt/notesMasters/notesMaster1.xml" Id="R1f31540fc63048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3edd53c7294884" /><Relationship Type="http://schemas.openxmlformats.org/officeDocument/2006/relationships/notesMaster" Target="/ppt/notesMasters/notesMaster1.xml" Id="Ra65e24fa5b0c4f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282fb8853e4ba5" /><Relationship Type="http://schemas.openxmlformats.org/officeDocument/2006/relationships/notesMaster" Target="/ppt/notesMasters/notesMaster1.xml" Id="Rf5f05b694d0f47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49b9d0c11e4f33" /><Relationship Type="http://schemas.openxmlformats.org/officeDocument/2006/relationships/notesMaster" Target="/ppt/notesMasters/notesMaster1.xml" Id="R4c2fa30a8d0449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f56d76c200484c" /><Relationship Type="http://schemas.openxmlformats.org/officeDocument/2006/relationships/notesMaster" Target="/ppt/notesMasters/notesMaster1.xml" Id="R20bf606b0a6e4f6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2379153a1934bf1" /><Relationship Type="http://schemas.openxmlformats.org/officeDocument/2006/relationships/notesMaster" Target="/ppt/notesMasters/notesMaster1.xml" Id="R878abd460a224d9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a8523077aec4b25" /><Relationship Type="http://schemas.openxmlformats.org/officeDocument/2006/relationships/notesMaster" Target="/ppt/notesMasters/notesMaster1.xml" Id="Rbf2889c7b8514ec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8d4ad80a1bd4828" /><Relationship Type="http://schemas.openxmlformats.org/officeDocument/2006/relationships/notesMaster" Target="/ppt/notesMasters/notesMaster1.xml" Id="Rc4fad5de545a495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1081aaf8f294124" /><Relationship Type="http://schemas.openxmlformats.org/officeDocument/2006/relationships/notesMaster" Target="/ppt/notesMasters/notesMaster1.xml" Id="Re08780f6421046a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ad105266da04cce" /><Relationship Type="http://schemas.openxmlformats.org/officeDocument/2006/relationships/notesMaster" Target="/ppt/notesMasters/notesMaster1.xml" Id="R95a9ca7471f0464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7f6b5e7db144323" /><Relationship Type="http://schemas.openxmlformats.org/officeDocument/2006/relationships/notesMaster" Target="/ppt/notesMasters/notesMaster1.xml" Id="R4bccf6170bc44ed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a73c796c1ab4a3b" /><Relationship Type="http://schemas.openxmlformats.org/officeDocument/2006/relationships/notesMaster" Target="/ppt/notesMasters/notesMaster1.xml" Id="Rfda4cff36f48480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77f15053ea24d6c" /><Relationship Type="http://schemas.openxmlformats.org/officeDocument/2006/relationships/notesMaster" Target="/ppt/notesMasters/notesMaster1.xml" Id="R44574228fa5146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image is a straight-on perspective preview of the actual experience. Start with the worksheet starter.</a:t>
            </a:r>
          </a:p>
          <a:p xmlns:a="http://schemas.openxmlformats.org/drawingml/2006/main">
            <a:r>
              <a:t>Sources: Revise 360 experiences/ms-l08.json and worksheets/MS_L08_BinaryWorkshop_Worksheet.docx.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outcomes follow the wording of the lesson worksheet.</a:t>
            </a:r>
          </a:p>
          <a:p xmlns:a="http://schemas.openxmlformats.org/drawingml/2006/main">
            <a:r>
              <a:t>Sources: Revise 360 experiences/ms-l08.json and worksheets/MS_L08_BinaryWorkshop_Worksheet.docx.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Allow students to answer the exact worksheet starter before showing the sample answers.</a:t>
            </a:r>
          </a:p>
          <a:p xmlns:a="http://schemas.openxmlformats.org/drawingml/2006/main">
            <a:r>
              <a:t>Sources: Revise 360 experiences/ms-l08.json and worksheets/MS_L08_BinaryWorkshop_Worksheet.docx.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 equivalent correct responses. These examples respond to the worksheet starter.</a:t>
            </a:r>
          </a:p>
          <a:p xmlns:a="http://schemas.openxmlformats.org/drawingml/2006/main">
            <a:r>
              <a:t>Sources: Revise 360 experiences/ms-l08.json and worksheets/MS_L08_BinaryWorkshop_Worksheet.docx.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define the two terms printed on the worksheet before marking them.</a:t>
            </a:r>
          </a:p>
          <a:p xmlns:a="http://schemas.openxmlformats.org/drawingml/2006/main">
            <a:r>
              <a:t>Sources: Revise 360 experiences/ms-l08.json and worksheets/MS_L08_BinaryWorkshop_Worksheet.docx.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after students attempt the definitions; accept accurate wording in their own words.</a:t>
            </a:r>
          </a:p>
          <a:p xmlns:a="http://schemas.openxmlformats.org/drawingml/2006/main">
            <a:r>
              <a:t>Sources: Revise 360 experiences/ms-l08.json and worksheets/MS_L08_BinaryWorkshop_Worksheet.docx.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Leave this board slide visible during the experience. The OPEN EXPERIENCE label is a clickable link. Everyone should complete the experience and reach the plenary near the end of the lesson. First on-screen responses count.</a:t>
            </a:r>
          </a:p>
          <a:p xmlns:a="http://schemas.openxmlformats.org/drawingml/2006/main">
            <a:r>
              <a:t>Sources: Revise 360 experiences/ms-l08.json and worksheets/MS_L08_BinaryWorkshop_Worksheet.docx.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follows the task after the score on the worksheet. For revision, students use their results and outstanding work list.</a:t>
            </a:r>
          </a:p>
          <a:p xmlns:a="http://schemas.openxmlformats.org/drawingml/2006/main">
            <a:r>
              <a:t>Sources: Revise 360 experiences/ms-l08.json and worksheets/MS_L08_BinaryWorkshop_Worksheet.docx.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question to deepen or correct the worksheet response before the plenary.</a:t>
            </a:r>
          </a:p>
          <a:p xmlns:a="http://schemas.openxmlformats.org/drawingml/2006/main">
            <a:r>
              <a:t>Sources: Revise 360 experiences/ms-l08.json and worksheets/MS_L08_BinaryWorkshop_Worksheet.docx.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sample answers or a sample revision action. Ratings and open choices may vary with a justified device and context.</a:t>
            </a:r>
          </a:p>
          <a:p xmlns:a="http://schemas.openxmlformats.org/drawingml/2006/main">
            <a:r>
              <a:t>Sources: Revise 360 experiences/ms-l08.json and worksheets/MS_L08_BinaryWorkshop_Worksheet.docx.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after students have completed the experience. These concise points answer the station challenges and help students improve their own wording.</a:t>
            </a:r>
          </a:p>
          <a:p xmlns:a="http://schemas.openxmlformats.org/drawingml/2006/main">
            <a:r>
              <a:t>Sources: Revise 360 experiences/ms-l08.json and worksheets/MS_L08_BinaryWorkshop_Worksheet.docx.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after students have completed the experience. These concise points answer the station challenges and help students improve their own wording.</a:t>
            </a:r>
          </a:p>
          <a:p xmlns:a="http://schemas.openxmlformats.org/drawingml/2006/main">
            <a:r>
              <a:t>Sources: Revise 360 experiences/ms-l08.json and worksheets/MS_L08_BinaryWorkshop_Worksheet.docx.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 are in the same order as the worksheet final challenge and the experience star task. Pixel and sound sketches should be checked against the interactive pattern or wave.</a:t>
            </a:r>
          </a:p>
          <a:p xmlns:a="http://schemas.openxmlformats.org/drawingml/2006/main">
            <a:r>
              <a:t>Sources: Revise 360 experiences/ms-l08.json and worksheets/MS_L08_BinaryWorkshop_Worksheet.docx.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exam-practice questions from the worksheet. Allow independent writing before displaying the answer slides.</a:t>
            </a:r>
          </a:p>
          <a:p xmlns:a="http://schemas.openxmlformats.org/drawingml/2006/main">
            <a:r>
              <a:t>Sources: Revise 360 experiences/ms-l08.json and worksheets/MS_L08_BinaryWorkshop_Worksheet.docx.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exam-practice questions from the worksheet. Allow independent writing before displaying the answer slides.</a:t>
            </a:r>
          </a:p>
          <a:p xmlns:a="http://schemas.openxmlformats.org/drawingml/2006/main">
            <a:r>
              <a:t>Sources: Revise 360 experiences/ms-l08.json and worksheets/MS_L08_BinaryWorkshop_Worksheet.docx.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correct or improve one answer.</a:t>
            </a:r>
          </a:p>
          <a:p xmlns:a="http://schemas.openxmlformats.org/drawingml/2006/main">
            <a:r>
              <a:t>Sources: Revise 360 experiences/ms-l08.json and worksheets/MS_L08_BinaryWorkshop_Worksheet.docx.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correct or improve one answer.</a:t>
            </a:r>
          </a:p>
          <a:p xmlns:a="http://schemas.openxmlformats.org/drawingml/2006/main">
            <a:r>
              <a:t>Sources: Revise 360 experiences/ms-l08.json and worksheets/MS_L08_BinaryWorkshop_Worksheet.docx.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exact confidence objectives from the worksheet. Students identify one area to revisit.</a:t>
            </a:r>
          </a:p>
          <a:p xmlns:a="http://schemas.openxmlformats.org/drawingml/2006/main">
            <a:r>
              <a:t>Sources: Revise 360 experiences/ms-l08.json and worksheets/MS_L08_BinaryWorkshop_Worksheet.docx.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198fa83ba54c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74b31661a14c58" /><Relationship Type="http://schemas.openxmlformats.org/officeDocument/2006/relationships/slideLayout" Target="/ppt/slideLayouts/slideLayout1.xml" Id="R9610ffc563ef4f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10ffc563ef4f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ac569a28b4aad" /><Relationship Type="http://schemas.openxmlformats.org/officeDocument/2006/relationships/image" Target="/ppt/media/image.png" Id="Rd4547a92cff748ac" /><Relationship Type="http://schemas.openxmlformats.org/officeDocument/2006/relationships/image" Target="/ppt/media/image.jpeg" Id="R9a09d85a0fd348a4" /><Relationship Type="http://schemas.openxmlformats.org/officeDocument/2006/relationships/notesSlide" Target="/ppt/notesSlides/notesSlide1.xml" Id="R93fc2d8a0a3545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06ae779e584d8a" /><Relationship Type="http://schemas.openxmlformats.org/officeDocument/2006/relationships/image" Target="/ppt/media/image2.png" Id="R1abeddbcea274113" /><Relationship Type="http://schemas.openxmlformats.org/officeDocument/2006/relationships/notesSlide" Target="/ppt/notesSlides/notesSlide2.xml" Id="R323e4c45dbac42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32b37ab3c42a3" /><Relationship Type="http://schemas.openxmlformats.org/officeDocument/2006/relationships/image" Target="/ppt/media/image3.png" Id="Rc6435ea52b7b4607" /><Relationship Type="http://schemas.openxmlformats.org/officeDocument/2006/relationships/notesSlide" Target="/ppt/notesSlides/notesSlide3.xml" Id="R1d1b8ce785c543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5d3bdff0c4e9b" /><Relationship Type="http://schemas.openxmlformats.org/officeDocument/2006/relationships/image" Target="/ppt/media/image4.png" Id="R0bec699d496742e8" /><Relationship Type="http://schemas.openxmlformats.org/officeDocument/2006/relationships/notesSlide" Target="/ppt/notesSlides/notesSlide4.xml" Id="R3d82d47e89374c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53f2a4d43e4605" /><Relationship Type="http://schemas.openxmlformats.org/officeDocument/2006/relationships/image" Target="/ppt/media/image5.png" Id="Rca1a78d667a64df0" /><Relationship Type="http://schemas.openxmlformats.org/officeDocument/2006/relationships/notesSlide" Target="/ppt/notesSlides/notesSlide5.xml" Id="R8fc5398cf0024b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fd9f0e6004c30" /><Relationship Type="http://schemas.openxmlformats.org/officeDocument/2006/relationships/image" Target="/ppt/media/image6.png" Id="R85441862c80240be" /><Relationship Type="http://schemas.openxmlformats.org/officeDocument/2006/relationships/notesSlide" Target="/ppt/notesSlides/notesSlide6.xml" Id="R652726981c6c4f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56dce0e474d4e" /><Relationship Type="http://schemas.openxmlformats.org/officeDocument/2006/relationships/image" Target="/ppt/media/image7.png" Id="R4eebe87f089b408c" /><Relationship Type="http://schemas.openxmlformats.org/officeDocument/2006/relationships/hyperlink" Target="https://mrp-cs.github.io/Revise360/experience.html?id=ms-l08" TargetMode="External" Id="Rcdfe2953615b4d22" /><Relationship Type="http://schemas.openxmlformats.org/officeDocument/2006/relationships/notesSlide" Target="/ppt/notesSlides/notesSlide7.xml" Id="Re146ac8c996c41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01575b33d4ccb" /><Relationship Type="http://schemas.openxmlformats.org/officeDocument/2006/relationships/image" Target="/ppt/media/image8.png" Id="R88d01f366ce4405d" /><Relationship Type="http://schemas.openxmlformats.org/officeDocument/2006/relationships/notesSlide" Target="/ppt/notesSlides/notesSlide8.xml" Id="Rfb2d5f7631ac45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2692eb545440f" /><Relationship Type="http://schemas.openxmlformats.org/officeDocument/2006/relationships/image" Target="/ppt/media/image9.png" Id="R5ede01580e17465f" /><Relationship Type="http://schemas.openxmlformats.org/officeDocument/2006/relationships/notesSlide" Target="/ppt/notesSlides/notesSlide9.xml" Id="R3fefb4ed836e448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8941a7c614d59" /><Relationship Type="http://schemas.openxmlformats.org/officeDocument/2006/relationships/image" Target="/ppt/media/image10.png" Id="R51ce4ccd7a1044de" /><Relationship Type="http://schemas.openxmlformats.org/officeDocument/2006/relationships/notesSlide" Target="/ppt/notesSlides/notesSlide10.xml" Id="R90fc2816ee9c4d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f76046d544224" /><Relationship Type="http://schemas.openxmlformats.org/officeDocument/2006/relationships/image" Target="/ppt/media/image11.png" Id="Rf6a28e0c85f8487c" /><Relationship Type="http://schemas.openxmlformats.org/officeDocument/2006/relationships/notesSlide" Target="/ppt/notesSlides/notesSlide11.xml" Id="R6476194cfdf84a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5ba037b434d1c" /><Relationship Type="http://schemas.openxmlformats.org/officeDocument/2006/relationships/image" Target="/ppt/media/image12.png" Id="R257d17b43b844e80" /><Relationship Type="http://schemas.openxmlformats.org/officeDocument/2006/relationships/notesSlide" Target="/ppt/notesSlides/notesSlide12.xml" Id="R8a5ea4be9d504f2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440e603e34bf1" /><Relationship Type="http://schemas.openxmlformats.org/officeDocument/2006/relationships/image" Target="/ppt/media/image13.png" Id="Rf0f3a28ad43d4fa3" /><Relationship Type="http://schemas.openxmlformats.org/officeDocument/2006/relationships/notesSlide" Target="/ppt/notesSlides/notesSlide13.xml" Id="R37286832e344480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6e618870448b2" /><Relationship Type="http://schemas.openxmlformats.org/officeDocument/2006/relationships/image" Target="/ppt/media/image14.png" Id="R53240e1a4d8c4e99" /><Relationship Type="http://schemas.openxmlformats.org/officeDocument/2006/relationships/notesSlide" Target="/ppt/notesSlides/notesSlide14.xml" Id="Rbd8807fde80945a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64c2dc76d47cc" /><Relationship Type="http://schemas.openxmlformats.org/officeDocument/2006/relationships/image" Target="/ppt/media/image15.png" Id="R99a3076d3da143b5" /><Relationship Type="http://schemas.openxmlformats.org/officeDocument/2006/relationships/notesSlide" Target="/ppt/notesSlides/notesSlide15.xml" Id="Rfacf818a97fa457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ed2a4e1954ad3" /><Relationship Type="http://schemas.openxmlformats.org/officeDocument/2006/relationships/image" Target="/ppt/media/image16.png" Id="Ra75a0a93d2fd46b5" /><Relationship Type="http://schemas.openxmlformats.org/officeDocument/2006/relationships/notesSlide" Target="/ppt/notesSlides/notesSlide16.xml" Id="R681e4f1f797241b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7fba7b1e944d0" /><Relationship Type="http://schemas.openxmlformats.org/officeDocument/2006/relationships/image" Target="/ppt/media/image17.png" Id="Rd1d9852dd16a414d" /><Relationship Type="http://schemas.openxmlformats.org/officeDocument/2006/relationships/notesSlide" Target="/ppt/notesSlides/notesSlide17.xml" Id="R6e7690d400ed43e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9854314bb49ed" /><Relationship Type="http://schemas.openxmlformats.org/officeDocument/2006/relationships/image" Target="/ppt/media/image18.png" Id="Rc7c4067f3aef4989" /><Relationship Type="http://schemas.openxmlformats.org/officeDocument/2006/relationships/notesSlide" Target="/ppt/notesSlides/notesSlide18.xml" Id="R5e81a67f9c2248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F3259480-E57C-4539-B70E-E1D78C01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26E93ED-4F89-4C68-A6F7-4ECA6784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1.2   /   LESSON 08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D063A565-D6BA-4378-8B3E-6DFC7C60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BINARY WORKSHOP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547a92cff748a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112A997-31AC-4C6D-9817-118F8316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18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A23C9E52-9E80-419A-871D-E8BCD19E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Binary conversion and addition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5625B398-E936-4D5A-BDA7-73AB99E2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KEY QUESTION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0B300D7F-F6EC-445A-B139-9F884110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What can happen when you add two binary numbers together?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09d85a0fd348a4"/>
          <a:stretch xmlns:a="http://schemas.openxmlformats.org/drawingml/2006/main"/>
        </p:blipFill>
        <p:spPr>
          <a:xfrm xmlns:a="http://schemas.openxmlformats.org/drawingml/2006/main">
            <a:off x="6076950" y="1819275"/>
            <a:ext cx="5400675" cy="3600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1856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223E439-D4DE-4AB0-B192-3160A07E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CDE6B7D7-6F49-4470-88F9-634B0BCA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08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E6C1943-F66D-4161-A999-7B067CD5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beddbcea27411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8C853C9-BE6C-4D27-B52D-82B33599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153AD0AF-AE19-4D07-A2F0-C8EFBC73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9D0F5E74-9358-496A-8858-0BAA26A9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convert positive denary whole numbers (0-255) to 8-bit binary and back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B45FBCE1-D644-474A-BB84-A67F80B2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12DF5998-C3AA-4E11-ABEF-854DFCFB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05125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add two 8-bit binary integers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AD7CB0B0-94F7-44AD-96D5-9FB50F52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E74A3EBE-A823-439A-954D-DAE8E7CE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understand the terms most and least significant bit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CE83F446-61E2-458D-8003-B7E2F497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3EB131FE-7A79-4C23-97D2-322DC461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29175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understand how overflow errors occur</a:t>
            </a:r>
          </a:p>
        </p:txBody>
      </p:sp>
    </p:spTree>
    <p:extLst>
      <p:ext uri="{BB962C8B-B14F-4D97-AF65-F5344CB8AC3E}">
        <p14:creationId xmlns:p14="http://schemas.microsoft.com/office/powerpoint/2010/main" val="20780702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3A8C483-59E4-4329-B08C-072FE3E4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45ED2688-B128-45E3-8EDD-FA79E916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08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08EA1BD-6EC5-4AE7-B12E-1BE8C2C0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435ea52b7b460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BD0E75C-02E0-42F1-A60B-7EDFD378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18</a:t>
            </a:r>
          </a:p>
        </p:txBody>
      </p:sp>
      <p:sp>
        <p:nvSpPr>
          <p:cNvPr id="6" name="worksheet-starter">
            <a:extLst xmlns:a="http://schemas.openxmlformats.org/drawingml/2006/main">
              <a:ext uri="{FF2B5EF4-FFF2-40B4-BE49-F238E27FC236}">
                <a16:creationId xmlns:a16="http://schemas.microsoft.com/office/drawing/2014/main" id="{EB81D190-2AB5-49EB-BDB8-85F66CBC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 8-bit counter reads 11111111. What do you think happens when it counts one more?</a:t>
            </a:r>
          </a:p>
        </p:txBody>
      </p:sp>
    </p:spTree>
    <p:extLst>
      <p:ext uri="{BB962C8B-B14F-4D97-AF65-F5344CB8AC3E}">
        <p14:creationId xmlns:p14="http://schemas.microsoft.com/office/powerpoint/2010/main" val="9083305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23C6DEF-5BCA-4745-9F28-17B04984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8620232-C3EE-492E-9F43-D5EE1971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08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D2C7E70D-C93B-4D91-A3FE-313D1E78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ec699d496742e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64C0D77-F282-4809-9333-73FE8723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5F5AA08E-E3BD-47A2-BA37-4C29E143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3020267E-B849-42FF-86F0-976D2414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336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11111111 is 255. Adding 1 needs a ninth bit: 1 00000000.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5682C6CD-390C-4E91-BACD-3DF7D716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9DBDE031-9109-4E58-94F4-511EA071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338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In an 8-bit register the carry may be lost, leaving 00000000: an overflow error.</a:t>
            </a:r>
          </a:p>
        </p:txBody>
      </p:sp>
    </p:spTree>
    <p:extLst>
      <p:ext uri="{BB962C8B-B14F-4D97-AF65-F5344CB8AC3E}">
        <p14:creationId xmlns:p14="http://schemas.microsoft.com/office/powerpoint/2010/main" val="17225654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859E7EE4-9E7C-4821-933D-BA7A6173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FA11890-4BA8-42AD-9931-B81BD056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08   /   WORKSHEET KEY TERMS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CA36E138-6523-4F22-AA32-F2384E2A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 quiz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1a78d667a64df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092BA6C-A64A-4500-B42A-7BD22FFD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18</a:t>
            </a:r>
          </a:p>
        </p:txBody>
      </p:sp>
      <p:sp>
        <p:nvSpPr>
          <p:cNvPr id="6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F968DBE7-586B-4C35-B8FB-13DBD449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term-0">
            <a:extLst xmlns:a="http://schemas.openxmlformats.org/drawingml/2006/main">
              <a:ext uri="{FF2B5EF4-FFF2-40B4-BE49-F238E27FC236}">
                <a16:creationId xmlns:a16="http://schemas.microsoft.com/office/drawing/2014/main" id="{ED5738B9-73A9-473D-B70A-DDDFA197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7647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Binary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8FAD1393-B9E8-44CC-AB3B-F3CBF1C3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term-1">
            <a:extLst xmlns:a="http://schemas.openxmlformats.org/drawingml/2006/main">
              <a:ext uri="{FF2B5EF4-FFF2-40B4-BE49-F238E27FC236}">
                <a16:creationId xmlns:a16="http://schemas.microsoft.com/office/drawing/2014/main" id="{07514C3C-09CE-4AEC-BB32-EA6391FB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8622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Overflow error</a:t>
            </a:r>
          </a:p>
        </p:txBody>
      </p:sp>
    </p:spTree>
    <p:extLst>
      <p:ext uri="{BB962C8B-B14F-4D97-AF65-F5344CB8AC3E}">
        <p14:creationId xmlns:p14="http://schemas.microsoft.com/office/powerpoint/2010/main" val="8519574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CCB37EC6-C58F-41EF-9EBA-22498746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7716C09-CF55-4D57-880C-E0F7C221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08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A82A9C2-25D6-41FD-B95D-1E0287A0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terminology: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441862c80240b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3E08646-8A88-4ACA-B4B9-C742BE72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18</a:t>
            </a:r>
          </a:p>
        </p:txBody>
      </p:sp>
      <p:sp>
        <p:nvSpPr>
          <p:cNvPr id="6" name="term-label-0">
            <a:extLst xmlns:a="http://schemas.openxmlformats.org/drawingml/2006/main">
              <a:ext uri="{FF2B5EF4-FFF2-40B4-BE49-F238E27FC236}">
                <a16:creationId xmlns:a16="http://schemas.microsoft.com/office/drawing/2014/main" id="{F68DEFB6-D785-4887-98AA-CC972CF2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288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Binary</a:t>
            </a:r>
          </a:p>
        </p:txBody>
      </p:sp>
      <p:sp>
        <p:nvSpPr>
          <p:cNvPr id="7" name="term-definition-0">
            <a:extLst xmlns:a="http://schemas.openxmlformats.org/drawingml/2006/main">
              <a:ext uri="{FF2B5EF4-FFF2-40B4-BE49-F238E27FC236}">
                <a16:creationId xmlns:a16="http://schemas.microsoft.com/office/drawing/2014/main" id="{751F1B99-9C55-4230-8978-6A3C9233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Binary: base-2 number system using only 0 and 1.</a:t>
            </a:r>
          </a:p>
        </p:txBody>
      </p:sp>
      <p:sp>
        <p:nvSpPr>
          <p:cNvPr id="8" name="term-label-1">
            <a:extLst xmlns:a="http://schemas.openxmlformats.org/drawingml/2006/main">
              <a:ext uri="{FF2B5EF4-FFF2-40B4-BE49-F238E27FC236}">
                <a16:creationId xmlns:a16="http://schemas.microsoft.com/office/drawing/2014/main" id="{2EAA4867-DABA-4A16-87BD-59D3AC37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Overflow error</a:t>
            </a:r>
          </a:p>
        </p:txBody>
      </p:sp>
      <p:sp>
        <p:nvSpPr>
          <p:cNvPr id="9" name="term-definition-1">
            <a:extLst xmlns:a="http://schemas.openxmlformats.org/drawingml/2006/main">
              <a:ext uri="{FF2B5EF4-FFF2-40B4-BE49-F238E27FC236}">
                <a16:creationId xmlns:a16="http://schemas.microsoft.com/office/drawing/2014/main" id="{38667C88-B9F4-4B1B-9A59-88BDF02F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Overflow error: a result needs more bits than the available register can hold.</a:t>
            </a:r>
          </a:p>
        </p:txBody>
      </p:sp>
    </p:spTree>
    <p:extLst>
      <p:ext uri="{BB962C8B-B14F-4D97-AF65-F5344CB8AC3E}">
        <p14:creationId xmlns:p14="http://schemas.microsoft.com/office/powerpoint/2010/main" val="9590870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97BAE45-E161-496B-B079-1E93A481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3E826DC-0EE0-4A09-9C5E-13261085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1.2   /   LESSON 08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ADB86331-5A11-4119-8AAE-7752DE97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ebe87f089b408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C26E7F5-BE2F-432E-A974-00D1899B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18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184EEB9B-9E7A-4198-B4DD-1433A1B9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</a:t>
            </a: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cdfe2953615b4d22"/>
              </a:rPr>
              <a:t>OPEN EXPERIENCE ↗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F10D1FAF-467B-4D34-877A-E6B15453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Binary workshop in Topic 1.2.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6B2CCAF8-5774-4527-9538-FCD73312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874FF9F5-7517-4C22-8712-7958C6C9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Read each panel. Write the key fact IN YOUR OWN WORDS and answer the worksheet challenge before tapping its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A2A27B48-FEE3-405B-8E09-559EF330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ADF7AC1A-36F5-44E2-ACA3-1EB8D5F0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Complete the ★ task before tapping the star. Copy your score (out of 15), then finish the worksheet task or review.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3020E335-C1EE-4245-9DD5-9E6C5A43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52AB495A-5E4B-4F0F-A279-1826F4BD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12326908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6EB8D81-8F2F-48B7-BA15-64587D0D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BA59F1F-2C6C-46CC-AF3A-E0C18286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08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F788396-1E7C-426E-9C72-EEF16EDB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Apply your learning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d01f366ce4405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6061689-3B9C-485D-A2DA-727E7190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18</a:t>
            </a:r>
          </a:p>
        </p:txBody>
      </p:sp>
      <p:sp>
        <p:nvSpPr>
          <p:cNvPr id="6" name="application-prompt">
            <a:extLst xmlns:a="http://schemas.openxmlformats.org/drawingml/2006/main">
              <a:ext uri="{FF2B5EF4-FFF2-40B4-BE49-F238E27FC236}">
                <a16:creationId xmlns:a16="http://schemas.microsoft.com/office/drawing/2014/main" id="{7739F04B-15B4-487E-98D2-2D5FA52B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95525"/>
            <a:ext cx="105727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Task: conversions. Convert each number, showing the place values you used.</a:t>
            </a:r>
          </a:p>
        </p:txBody>
      </p:sp>
      <p:sp>
        <p:nvSpPr>
          <p:cNvPr id="7" name="application-note">
            <a:extLst xmlns:a="http://schemas.openxmlformats.org/drawingml/2006/main">
              <a:ext uri="{FF2B5EF4-FFF2-40B4-BE49-F238E27FC236}">
                <a16:creationId xmlns:a16="http://schemas.microsoft.com/office/drawing/2014/main" id="{B1884290-E252-4958-BD02-3DF02EA0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Use the task and table on your worksheet.</a:t>
            </a:r>
          </a:p>
        </p:txBody>
      </p:sp>
    </p:spTree>
    <p:extLst>
      <p:ext uri="{BB962C8B-B14F-4D97-AF65-F5344CB8AC3E}">
        <p14:creationId xmlns:p14="http://schemas.microsoft.com/office/powerpoint/2010/main" val="6032444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9253CEA-1512-4F15-8A6A-80512198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F1DDB19-9A68-4E00-9E3C-49917FA1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08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FBB9AE2-C5BB-432C-B5B8-AFA80F34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de01580e17465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4203FE8-B8B8-4813-91FA-82B4A354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18</a:t>
            </a:r>
          </a:p>
        </p:txBody>
      </p:sp>
      <p:sp>
        <p:nvSpPr>
          <p:cNvPr id="6" name="review-prompt">
            <a:extLst xmlns:a="http://schemas.openxmlformats.org/drawingml/2006/main">
              <a:ext uri="{FF2B5EF4-FFF2-40B4-BE49-F238E27FC236}">
                <a16:creationId xmlns:a16="http://schemas.microsoft.com/office/drawing/2014/main" id="{B1F03AC6-1DCE-483D-9B06-9FCB62C2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05727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Add 11110000 and 00010100 in 8 bits. Explain the two different answers you can see.</a:t>
            </a:r>
          </a:p>
        </p:txBody>
      </p:sp>
    </p:spTree>
    <p:extLst>
      <p:ext uri="{BB962C8B-B14F-4D97-AF65-F5344CB8AC3E}">
        <p14:creationId xmlns:p14="http://schemas.microsoft.com/office/powerpoint/2010/main" val="21346148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19ECC18-850F-444D-97D1-B5BA7D1E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B6C09FE-714C-45EA-963E-0B489FAA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08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745275D-71A8-4763-BA5D-33F94B70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Application: sample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ce4ccd7a1044d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74CAECB-2682-4F8E-855E-AC303373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337BD16E-1B34-4676-8062-148A23F5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23FDDDE1-8EC1-43A9-9D17-E6F2BAB8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47850"/>
            <a:ext cx="9925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37 = 00100101; 11001010 = 202; 190 = 10111110.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09FC5D69-FC87-494F-93F1-1026A5C5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146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D58667FA-1146-48D4-B9DE-C3FA4ED5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14675"/>
            <a:ext cx="9925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00110110 = 54; 255 = 11111111. Check with the 128, 64, 32, 16, 8, 4, 2, 1 columns.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F8D2FF80-8759-4DDB-8918-CDE1E2E9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D0F80D3D-95FC-4330-9182-3884CFB7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0"/>
            <a:ext cx="9925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mathematical sum is 260 = 1 00000100. Only eight low bits fit, giving 00000100 (4) plus an overflow carry.</a:t>
            </a:r>
          </a:p>
        </p:txBody>
      </p:sp>
    </p:spTree>
    <p:extLst>
      <p:ext uri="{BB962C8B-B14F-4D97-AF65-F5344CB8AC3E}">
        <p14:creationId xmlns:p14="http://schemas.microsoft.com/office/powerpoint/2010/main" val="15991142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C9456E1D-4904-46B0-B7AB-F49E4544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9B85EB4-4230-41B7-BF3D-00784206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08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56D9D86-C9D5-411B-8E3D-5C35C923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a28e0c85f8487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4019298-2782-4A71-8FF6-A519F34A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18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AD265644-7B2D-4205-A3BE-4E6ABD66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9C0B65A7-93F0-4644-998A-0861FA3F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Place values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8CEFE4FE-2036-46C2-8BC5-47458D9C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8-bit place values are 128, 64, 32, 16, 8, 4, 2, 1; all ones add to 255.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F41E642A-EE5F-4DD1-A37D-1A90E20E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Denary to binary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88BEA49F-7A46-4C22-B519-ECAA7691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173 = 128 + 32 + 8 + 4 + 1, so its 8-bit form is 10101101.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B574AD56-0A18-4D15-85F9-F52A00B5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MSB and LSB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DCADE7F5-A959-49C4-A87F-4BEE04BD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MSB is the leftmost and largest place value (128); the LSB is the rightmost (1).</a:t>
            </a:r>
          </a:p>
        </p:txBody>
      </p:sp>
    </p:spTree>
    <p:extLst>
      <p:ext uri="{BB962C8B-B14F-4D97-AF65-F5344CB8AC3E}">
        <p14:creationId xmlns:p14="http://schemas.microsoft.com/office/powerpoint/2010/main" val="21177069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63576BA-3AEF-45F2-85B8-23D6DCB5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3205B1D-4356-49C9-8604-DC40C99F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08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D2E5E1C-F31D-4719-829B-7E6A52B2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7d17b43b844e8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836C0D5-11EC-4116-98A4-762E8D66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18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FC288046-CD52-4733-9780-A8453894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445706F1-C5BC-4071-B6C1-89DE4B8A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Binary addition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05F0F9D5-61B7-44FC-8D58-CBCDB1B9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00101101 (45) + 00011011 (27) = 01001000 (72); there is no overflow.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A3A241BA-0C20-4414-A4CC-BA06EEEE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Overflow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490CE235-8DB0-443A-BA62-D38D6A5A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11110000 (240) + 00010100 (20) = 1 00000100 (260): ninth-bit carry, so 8-bit overflow.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CE9760F4-B11C-4430-BD80-D91E8243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Why it matters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ACB5F1DE-AB1F-4895-BCA4-3CC1B26D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Overflow could corrupt a counter or control value. Use enough bits and check the result’s range.</a:t>
            </a:r>
          </a:p>
        </p:txBody>
      </p:sp>
    </p:spTree>
    <p:extLst>
      <p:ext uri="{BB962C8B-B14F-4D97-AF65-F5344CB8AC3E}">
        <p14:creationId xmlns:p14="http://schemas.microsoft.com/office/powerpoint/2010/main" val="13942020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A9A4B79-F307-4385-9977-70F8CADB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E9A2422-A499-4091-AEE9-58F353E4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08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30CC46C-E1E5-4978-99B6-00B57E19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f3a28ad43d4fa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28344AF-5E2B-4BD2-93B5-98491C0C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ED4361FA-8030-4295-95E7-BFFB846B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05074F63-B16A-4966-93D0-31B73138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Convert 214 into 8-bit binary → 11010110. 128 + 64 + 16 + 4 + 2 = 214, so 11010110.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A4B00FE5-F7B0-4E79-8B63-39970521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384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9697B8B6-FDA4-494B-9A69-5DC4B08D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38475"/>
            <a:ext cx="99250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Convert 01101110 into denary → 110. 64 + 32 + 8 + 4 + 2 = 110.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0A0CC118-A4CC-4B29-9266-80C25237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8A64C3BE-3958-432D-9749-6DC4EBBE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57675"/>
            <a:ext cx="99250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198 + 87 = 285, which needs a 9th bit, so there is an overflow error.</a:t>
            </a:r>
          </a:p>
        </p:txBody>
      </p:sp>
    </p:spTree>
    <p:extLst>
      <p:ext uri="{BB962C8B-B14F-4D97-AF65-F5344CB8AC3E}">
        <p14:creationId xmlns:p14="http://schemas.microsoft.com/office/powerpoint/2010/main" val="6785751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CD35899F-3995-498F-9AB2-3E61BAF8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91866FF-427A-466E-AE08-4DA12FAD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08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EAC4BB7-C088-4009-8A9E-6952923C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1–2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240e1a4d8c4e99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11904CD-C5EF-4B18-940B-666703C6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18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895A564B-BD3D-4136-ABDF-D849B8EC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-0">
            <a:extLst xmlns:a="http://schemas.openxmlformats.org/drawingml/2006/main">
              <a:ext uri="{FF2B5EF4-FFF2-40B4-BE49-F238E27FC236}">
                <a16:creationId xmlns:a16="http://schemas.microsoft.com/office/drawing/2014/main" id="{D7FD86D0-308E-46B5-8F2F-C7E46187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 Convert the denary number 173 into 8-bit binary.  [1]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D6F6A0C8-1E90-4E58-B509-9289AB69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 Convert the binary number 01101110 into denary.  [1]</a:t>
            </a:r>
          </a:p>
        </p:txBody>
      </p:sp>
    </p:spTree>
    <p:extLst>
      <p:ext uri="{BB962C8B-B14F-4D97-AF65-F5344CB8AC3E}">
        <p14:creationId xmlns:p14="http://schemas.microsoft.com/office/powerpoint/2010/main" val="8786702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FC05D0F1-B7DD-4A0C-B7AC-84F690CB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219551D-01CC-4E9E-9444-AD75AA3B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08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915A7D16-D4DB-48A4-9627-41340057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3–4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a3076d3da143b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3B8EE0A-B221-4832-BF9D-96B366DF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18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664ADA91-7CE3-4802-BEC6-9DC2C91A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-0">
            <a:extLst xmlns:a="http://schemas.openxmlformats.org/drawingml/2006/main">
              <a:ext uri="{FF2B5EF4-FFF2-40B4-BE49-F238E27FC236}">
                <a16:creationId xmlns:a16="http://schemas.microsoft.com/office/drawing/2014/main" id="{7683C126-05CC-4439-8E84-25486CEF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c)  Add the binary numbers 11000110 and 01010111. State whether an overflow error occurs.  [3]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4424D8B1-F051-41BB-A23F-7EB322D1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d)  Explain what is meant by an overflow error.  [2]</a:t>
            </a:r>
          </a:p>
        </p:txBody>
      </p:sp>
    </p:spTree>
    <p:extLst>
      <p:ext uri="{BB962C8B-B14F-4D97-AF65-F5344CB8AC3E}">
        <p14:creationId xmlns:p14="http://schemas.microsoft.com/office/powerpoint/2010/main" val="56920895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FDF7F87-5BE9-4E92-AB63-A71B0A7D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F6E894D-C409-472A-88C9-5950BDFF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08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371B6CF-9029-4E84-878A-F0A86C4F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1–2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5a0a93d2fd46b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1EE139F-1EB4-48B0-9EF1-A4DAC180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7417A89D-4D0A-4894-9EEE-11D2884E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0984146F-6CC2-4A94-A6B8-B989AC61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173 = 10101101.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73BD59F1-D9A1-42CF-9322-50BAE7E8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01101110 = 64 + 32 + 8 + 4 + 2 = 110.</a:t>
            </a:r>
          </a:p>
        </p:txBody>
      </p:sp>
    </p:spTree>
    <p:extLst>
      <p:ext uri="{BB962C8B-B14F-4D97-AF65-F5344CB8AC3E}">
        <p14:creationId xmlns:p14="http://schemas.microsoft.com/office/powerpoint/2010/main" val="19841867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2777A15-F7E3-458D-890E-2A5A533D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88B4F19-8CA5-4205-A1FF-71AE03D6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08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6F5BB78-5ED5-4650-8131-3F316F15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3–4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d9852dd16a414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FB050B6-0EBA-41A7-B33E-BFF4AEC1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2029B332-0431-47DE-82A1-CD279AF9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21334B97-A77D-4FFA-82A0-99EB0D13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c) 11000110 (198) + 01010111 (87) = 1 00011101 (285). The 8-bit result is 00011101 and an overflow occurs.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19DE6D1E-A1CB-4884-9DCA-3D337FF3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d) An overflow occurs when the result is too large for the available number of bits; an extra carry bit cannot be stored in the 8-bit result.</a:t>
            </a:r>
          </a:p>
        </p:txBody>
      </p:sp>
    </p:spTree>
    <p:extLst>
      <p:ext uri="{BB962C8B-B14F-4D97-AF65-F5344CB8AC3E}">
        <p14:creationId xmlns:p14="http://schemas.microsoft.com/office/powerpoint/2010/main" val="140209027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B9634D4-B0E5-406B-96A9-7120BAC7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73482D6-2364-4A02-AC62-A7615E7F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08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0E8FB55A-F2CD-4E4B-842A-E1A790B7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4067f3aef4989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C22CF13-A631-447A-BD04-5D887787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18 / 18</a:t>
            </a:r>
          </a:p>
        </p:txBody>
      </p:sp>
      <p:sp>
        <p:nvSpPr>
          <p:cNvPr id="6" name="confidence-intro">
            <a:extLst xmlns:a="http://schemas.openxmlformats.org/drawingml/2006/main">
              <a:ext uri="{FF2B5EF4-FFF2-40B4-BE49-F238E27FC236}">
                <a16:creationId xmlns:a16="http://schemas.microsoft.com/office/drawing/2014/main" id="{E02DD6C3-7F37-4401-AA82-E18F1416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Select Not yet, Getting there or Confident for each objective on the worksheet.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E9807171-20F2-414E-AFEF-AE322C3C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1D8C556B-6B21-40FA-A3A9-BAFA26A8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Denary to binary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5D4B07D0-3129-40A9-AE04-8F6AB4A7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5A25D3B7-ADF3-47F5-9920-EAF4B1F6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Binary to denary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71C4C036-F953-45F2-9E0B-3268BCD8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82F61DF0-9C3D-48CC-AEC9-4A63AA5A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720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Binary addition and overflow</a:t>
            </a:r>
          </a:p>
        </p:txBody>
      </p:sp>
    </p:spTree>
    <p:extLst>
      <p:ext uri="{BB962C8B-B14F-4D97-AF65-F5344CB8AC3E}">
        <p14:creationId xmlns:p14="http://schemas.microsoft.com/office/powerpoint/2010/main" val="18586469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2026-09-25T13:18:09.4210000Z</dcterms:created>
  <dcterms:modified xsi:type="dcterms:W3CDTF">2026-09-25T13:18:09.4210000Z</dcterms:modified>
</coreProperties>
</file>
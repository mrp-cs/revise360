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3: Database break-in.
Open the experience at revise360.co.uk and hand out NS_L03_DatabaseBreakIn_Worksheet.docx.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Databases and SQL.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The dangerous line.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The attack.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What attackers gain.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Stopping injection.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Testing for holes.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break-in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login box is just a text box, and a text box can accept anything, including code. Find out how SQL injection works, what it lets attackers do, and how to shut it down.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an SQL injection attack work, and how can it be prevented?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concept of SQL injection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protect against SQL injection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82496" y="4535424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82496" y="45354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38144" y="4535424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38144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0096" y="4535424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0096" y="453542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Concatenation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27264" y="453542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27264" y="4535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website login box passes whatever you type straight into a database query. Suggest what could go wrong, and who might take advantage of it.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Database break-in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Databases and SQL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Websites store usernames, passwords and records in a database.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(Structured Query Language) is used to ask the database for records, and to add, change or delete them.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* FROM users WHERE name = 'Sam' asks for Sam's record.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in your own words what SQL is used for.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is used to...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dangerous line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code in your starter joins the user's input onto the query as text.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Joining a string to a variable like this is called concatenation.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Whatever the user types becomes part of the SQL command.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line of the starter code is the dangerous one,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 with the code is...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attack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attacker types SQL into the text box instead of a username.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Entering ' OR 1=1 -- makes the condition always true and comments out the rest.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database returns every record, and the attacker is logged 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how typing ' OR 1=1 -- into a login box can work.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SQL injection attack works by...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attackers gain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in as another user, including an administrator.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every record: names, emails, passwords and card details.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or delete records, or even destroy whole tables.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could an attacker do with a school's student database?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successful SQL injection lets an attacker...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Stopping injection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input: check it matches what's expected, such as letters and numbers only.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Sanitise input: remove or escape dangerous characters like quotation marks.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parameterised queries, which keep the user's input separate from the SQL command.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the website's database account only the permissions it needs.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defence is the strongest,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injection can be prevented by...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for holes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Penetration testers deliberately try injection attacks to find weaknesses.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Detailed error messages help attackers, so live sites should hide them.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Old, unpatched website software is a common way 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should a live website never show detailed database errors?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find weaknesses, organisations...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the login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security team is reviewing a login page. Tap the star and sort each practice into safe or risky.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Little Bobby Tables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famous web comic shows a pupil named 'Robert'); DROP TABLE Students;--' whose name deletes a school's database. It's a joke, but the attack is real.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Still in the top ten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Injection attacks have been in the OWASP list of the ten most serious web security risks for over 20 years.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TalkTalk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2015, a UK telecoms company was fined £400,000 after an SQL injection attack exposed the details of around 157,000 customers.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It's not just logins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boxes, contact forms and even web addresses can all be injection points if the input isn't handled safely.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what happens during an SQL injection attack.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two techniques a programmer can use to prevent SQL injection.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SQL injection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attack works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protect against 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Database break-in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1.4 Network security  |  Lesson 3 — Database break-in</dc:title>
  <dc:subject>OCR J277 GCSE Computer Science</dc:subject>
  <dc:creator>Revise 360 Ltd</dc:creator>
  <cp:lastModifiedBy>Revise 360 Ltd</cp:lastModifiedBy>
  <cp:revision>1</cp:revision>
  <dcterms:created xsi:type="dcterms:W3CDTF">2026-10-01T02:34:50Z</dcterms:created>
  <dcterms:modified xsi:type="dcterms:W3CDTF">2026-10-01T02:34:50Z</dcterms:modified>
</cp:coreProperties>
</file>
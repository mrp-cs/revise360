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9: Defence depot.
Open the experience at revise360.co.uk and hand out NS_L09_DefenceDepot_Worksheet.docx.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Share the objectives, then go straight into the starter. Devices stay away for the first five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Silent start. Take two or three answers before moving on: this is where misconceptions surface.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 on writing before tapping. That single rule is the difference between revision and a quiz game.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1: Penetration testing.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2: Anti-malware software.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3: Firewalls.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4: User access levels.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5: Monitoring and policies.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6: Which defence?.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them commit to an answer on paper before they tap the star. Guessing first costs them the learning.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these as a settler, or as something for early finishers to read in the experience.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Timed and silent. Mark against the answer sheet, then ask students to record their weakest area.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copy their score-screen breakdown onto the worksheet, then rate themselves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8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4173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4B94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1.4 Network security  |  Lesson 9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92024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Defence depot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291840"/>
            <a:ext cx="9509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C7CDD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Now for the defences. In the first half of the depot you'll meet penetration testing, anti-malware software, firewalls and user access levels, and learn which attacks each one stops.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4846320"/>
            <a:ext cx="2926080" cy="0"/>
          </a:xfrm>
          <a:prstGeom prst="line">
            <a:avLst/>
          </a:prstGeom>
          <a:noFill/>
          <a:ln w="31750">
            <a:solidFill>
              <a:srgbClr val="2D63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5029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OCR J277 Paper 1  |  Computer systems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1.4 Network security  |  Lesson 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By the end of this lesson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Which protections stop which attacks, and why does no single one stop everything?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965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96596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Understand the ways people are a weak point in system security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289864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how penetration testing, anti-malware, firewalls and user access levels help against cyberattack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15137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Key words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4535424"/>
            <a:ext cx="3236976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4535424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Penetration testing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913632" y="4535424"/>
            <a:ext cx="2212848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913632" y="4535424"/>
            <a:ext cx="22128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Anti-malware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254496" y="4535424"/>
            <a:ext cx="1627632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254496" y="4535424"/>
            <a:ext cx="16276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Firewall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010144" y="4535424"/>
            <a:ext cx="2359152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010144" y="4535424"/>
            <a:ext cx="23591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Access levels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1.4 Network security  |  Lesson 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572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57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STARTER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788920" y="4572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Five minutes, on paper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1234440"/>
            <a:ext cx="1115568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1645920"/>
            <a:ext cx="10149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Your school has £5,000 to spend on security. List what you would buy, in order, and say what each purchase protects against.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70916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devices yet. Write your answer on the worksheet before anyone talks.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1.4 Network security  |  Lesson 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Into the experience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Open Defence depot on revise360.co.uk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85623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Look around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14884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Six numbered stations are arranged around you. Turn right for 1 and 2, around for 3 and 4, left for 5 and 6.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8803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Read, then write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17296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wall, write the key fact and your answer to the challenge on the worksheet.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922776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39227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90448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Then tap the badge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419709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Only answer the questions once you have written. Your first answer is the one that counts.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4946904"/>
            <a:ext cx="566928" cy="566928"/>
          </a:xfrm>
          <a:prstGeom prst="ellipse">
            <a:avLst/>
          </a:prstGeom>
          <a:solidFill>
            <a:srgbClr val="F4B94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49469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92861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Look down at the end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5221224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starred final challenge is on the floor. Predict on paper first.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1.4 Network security  |  Lesson 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Penetration testing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Evaluating the security of a system by safely trying to exploit its weaknesses.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It's done with the owner's permission, and the findings are reported so they can be fixed.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Testers act like attackers, including trying social engineering.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the definition of penetration testing in your own words.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Penetration testing is...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1.4 Network security  |  Lesson 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Anti-malware software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Scans files and programs and compares them against known malware.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Watches for suspicious behaviour to catch new threats.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Must be kept up to date, because new malware appears daily.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Quarantines or removes anything it finds.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does anti-malware need updating so often?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Anti-malware software...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1.4 Network security  |  Lesson 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Firewalls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firewall controls the traffic entering and leaving a network.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It checks packets against a set of rules and blocks anything not allowed.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It can block suspicious ports, addresses and programs.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Firewalls can be hardware, software, or both.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Explain the difference between a firewall and anti-malware software.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firewall...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1.4 Network security  |  Lesson 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User access levels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Each user only gets access to what they need for their role.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Students, teachers and network managers have different rights.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If an account is compromised, the damage is limited to that user's access.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shouldn't every teacher have network manager rights?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User access levels...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1.4 Network security  |  Lesson 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5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Monitoring and policies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Network forensics means watching network traffic to detect intrusions and collect evidence.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 acceptable use policy is the set of rules a user signs up to before being allowed on the network.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Logs record who did what and when.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three rules from your school's acceptable use policy.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Network forensics is... An acceptable use policy is...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1.4 Network security  |  Lesson 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Which defence?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Match the defence to the threat: anti-malware for malware, firewalls for unwanted traffic.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Access levels limit the damage when an account is compromised.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Penetration testing finds the gaps before attackers do.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Which defence would you buy first for a small business, and why?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 choose a defence, you should...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1.4 Network security  |  Lesson 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38912"/>
            <a:ext cx="3108960" cy="502920"/>
          </a:xfrm>
          <a:prstGeom prst="roundRect">
            <a:avLst>
              <a:gd name="adj" fmla="val 18182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3891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★  FINAL CHALLENGE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09728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Defence definitions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502920" y="2011680"/>
            <a:ext cx="1115568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2331720"/>
            <a:ext cx="10149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Match each prevention method to what it does. These definitions come up in every exam series.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52628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Predict on paper first, then look down and test it.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1.4 Network security  |  Lesson 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Worth knowing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information markers dotted around the room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Bug bounties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Big companies pay 'bug bounties' to anyone who reports a security flaw responsibly. Some researchers earn a full-time living this way.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37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Red team, blue team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 large organisations, a red team attacks and a blue team defends, so both sides practise against a real opponent.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Zero-day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'zero-day' is a weakness nobody has patched yet. Anti-malware may miss it, which is why behaviour monitoring matters.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17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37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Two firewalls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537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Many networks have a hardware firewall at the boundary and software firewalls on each computer, so one mistake isn't fatal.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1.4 Network security  |  Lesson 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Exam practice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Devices away. Answer from memory on the worksheet.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38528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Describe what happens during a penetration test, and why organisations pay for one.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0515600" y="2130552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515600" y="2130552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[3]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02920" y="3127248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3236976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Explain how a firewall reduces the risk of unauthorised access.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10515600" y="3429000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515600" y="3429000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[3]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02920" y="4425696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4535424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Explain how user access levels limit the damage caused by a stolen password.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10515600" y="4727448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515600" y="4727448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[3]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1.4 Network security  |  Lesson 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Before you go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Rate yourself on each of these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92024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2024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Penetration testing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595360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595360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9674352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74352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0753344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753344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" y="288036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288036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Anti-malware and firewalls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595360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595360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674352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674352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0753344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753344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384048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4400" y="384048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User access levels and policies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8595360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595360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674352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674352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0753344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753344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502920" y="507492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Anything marked Focus here: reopen Defence depot and use review mode on the questions you got wrong.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Revise 360 Ltd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1.4 Network security  |  Lesson 9 — Defence depot</dc:title>
  <dc:subject>OCR J277 GCSE Computer Science</dc:subject>
  <dc:creator>Revise 360 Ltd</dc:creator>
  <cp:lastModifiedBy>Revise 360 Ltd</cp:lastModifiedBy>
  <cp:revision>1</cp:revision>
  <dcterms:created xsi:type="dcterms:W3CDTF">2026-10-01T02:34:50Z</dcterms:created>
  <dcterms:modified xsi:type="dcterms:W3CDTF">2026-10-01T02:34:50Z</dcterms:modified>
</cp:coreProperties>
</file>
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Defence depot.
Open the experience at revise360.co.uk and hand out NS_L09_DefenceDepot_Worksheet.docx.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Penetration testing.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Anti-malware software.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Firewalls.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User access levels.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Monitoring and policies.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Which defence?.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Unauthorised access attempts and suspicious traffic from outside.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Firewalls, and work through its example again, aloud, with the class watching, then re-ask this question.
The course's own response to a wrong answer here: Firewalls can't help with attacks that come from people inside.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(ns-l09-s3-c2),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1.4 Network security  |  Lesson 9</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Defence depot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Now for the defences. In the first half of the depot you'll meet penetration testing, anti-malware software, firewalls and user access levels, and learn which attacks each one stops.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Which protections stop which attacks, and why does no single one stop everything?</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ways people are a weak point in system security</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penetration testing, anti-malware, firewalls and user access levels help against cyberattack</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3236976"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323697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Penetration testing</a:t>
            </a:r>
            <a:endParaRPr lang="en-US" sz="1200" dirty="0"/>
          </a:p>
        </p:txBody>
      </p:sp>
      <p:sp>
        <p:nvSpPr>
          <p:cNvPr id="16" name="Shape 14"/>
          <p:cNvSpPr/>
          <p:nvPr/>
        </p:nvSpPr>
        <p:spPr>
          <a:xfrm>
            <a:off x="3913632" y="4535424"/>
            <a:ext cx="2212848"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3913632" y="4535424"/>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Anti-malware</a:t>
            </a:r>
            <a:endParaRPr lang="en-US" sz="1200" dirty="0"/>
          </a:p>
        </p:txBody>
      </p:sp>
      <p:sp>
        <p:nvSpPr>
          <p:cNvPr id="18" name="Shape 16"/>
          <p:cNvSpPr/>
          <p:nvPr/>
        </p:nvSpPr>
        <p:spPr>
          <a:xfrm>
            <a:off x="6254496" y="4535424"/>
            <a:ext cx="1627632" cy="402336"/>
          </a:xfrm>
          <a:prstGeom prst="roundRect">
            <a:avLst>
              <a:gd name="adj" fmla="val 50000"/>
            </a:avLst>
          </a:prstGeom>
          <a:solidFill>
            <a:srgbClr val="FFFFFF"/>
          </a:solidFill>
          <a:ln w="12700">
            <a:solidFill>
              <a:srgbClr val="2D63FF"/>
            </a:solidFill>
            <a:prstDash val="solid"/>
          </a:ln>
        </p:spPr>
      </p:sp>
      <p:sp>
        <p:nvSpPr>
          <p:cNvPr id="19" name="Text 17"/>
          <p:cNvSpPr txBox="1"/>
          <p:nvPr/>
        </p:nvSpPr>
        <p:spPr>
          <a:xfrm>
            <a:off x="6254496" y="4535424"/>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Firewall</a:t>
            </a:r>
            <a:endParaRPr lang="en-US" sz="1200" dirty="0"/>
          </a:p>
        </p:txBody>
      </p:sp>
      <p:sp>
        <p:nvSpPr>
          <p:cNvPr id="20" name="Shape 18"/>
          <p:cNvSpPr/>
          <p:nvPr/>
        </p:nvSpPr>
        <p:spPr>
          <a:xfrm>
            <a:off x="8010144" y="4535424"/>
            <a:ext cx="2359152" cy="402336"/>
          </a:xfrm>
          <a:prstGeom prst="roundRect">
            <a:avLst>
              <a:gd name="adj" fmla="val 50000"/>
            </a:avLst>
          </a:prstGeom>
          <a:solidFill>
            <a:srgbClr val="FFFFFF"/>
          </a:solidFill>
          <a:ln w="12700">
            <a:solidFill>
              <a:srgbClr val="2D63FF"/>
            </a:solidFill>
            <a:prstDash val="solid"/>
          </a:ln>
        </p:spPr>
      </p:sp>
      <p:sp>
        <p:nvSpPr>
          <p:cNvPr id="21" name="Text 19"/>
          <p:cNvSpPr txBox="1"/>
          <p:nvPr/>
        </p:nvSpPr>
        <p:spPr>
          <a:xfrm>
            <a:off x="8010144" y="4535424"/>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Access levels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Your school has £5,000 to spend on security. List what you would buy, in order, and say what each purchase protects against.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Defence depot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Penetration testing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Evaluating the security of a system by safely trying to exploit its weaknesses.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It's done with the owner's permission, and the findings are reported so they can be fixed.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Testers act like attackers, including trying social engineering.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definition of penetration testing in your own words.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Penetration testing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Anti-malware software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Scans files and programs and compares them against known malware.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Watches for suspicious behaviour to catch new threats.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Must be kept up to date, because new malware appears daily.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Quarantines or removes anything it finds.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does anti-malware need updating so often?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Anti-malware software...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Firewalls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firewall controls the traffic entering and leaving a network.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checks packets against a set of rules and blocks anything not allowed.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can block suspicious ports, addresses and programs.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Firewalls can be hardware, software, or both.</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the difference between a firewall and anti-malware software.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firewall...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User access levels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user only gets access to what they need for their role.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Students, teachers and network managers have different rights.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an account is compromised, the damage is limited to that user's access.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shouldn't every teacher have network manager rights?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User access levels...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Monitoring and policies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Network forensics means watching network traffic to detect intrusions and collect evidence.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acceptable use policy is the set of rules a user signs up to before being allowed on the network.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Logs record who did what and when.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three rules from your school's acceptable use policy.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Network forensics is... An acceptable use policy is...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Which defence?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Match the defence to the threat: anti-malware for malware, firewalls for unwanted traffic.</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Access levels limit the damage when an account is compromised.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Penetration testing finds the gaps before attackers do.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defence would you buy first for a small business, and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choose a defence, you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Which attack does a firewall help most against?</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Someone watching you type a PIN</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trojan already installed by a user</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Unauthorised access attempts and suspicious traffic from outside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member of staff losing a printout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Defence definitions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Match each prevention method to what it does. These definitions come up in every exam series.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Bug bounties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Big companies pay 'bug bounties' to anyone who reports a security flaw responsibly. Some researchers earn a full-time living this way.</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Red team, blue team</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large organisations, a red team attacks and a blue team defends, so both sides practise against a real opponent.</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Zero-day</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'zero-day' is a weakness nobody has patched yet. Anti-malware may miss it, which is why behaviour monitoring matters.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Two firewalls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Many networks have a hardware firewall at the boundary and software firewalls on each computer, so one mistake isn't fatal.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what happens during a penetration test, and why organisations pay for one.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how a firewall reduces the risk of unauthorised access.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how user access levels limit the damage caused by a stolen password.</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Penetration testing</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Anti-malware and firewalls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User access levels and policies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Defence depot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Network security  |  Lesson 9 — Defence depot</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
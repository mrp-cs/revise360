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Printing and variables.
Open the experience at revise360.co.uk and hand out PR_L01_PrintingAndVariables_Worksheet.docx.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and variables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putting something on the screen, keeping a value under a name and asking the user for one. Work through the six stations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lines of output in the order a task asks for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hold a value in a variable or a constant, and how to read one with input()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Constant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7667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7667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934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5644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5644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6579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6579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a = 40, then a = 65, then print(a).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Printing and variables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puts one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shown exactly as written goes inside quotation marks,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quotation marks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ready and "ready"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print() shows one value and then moves on to...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constant is a value the program never changes once it is set, and its name is written in capitals.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becomes of the first value when the same variable is given a second one?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so a second assignment does not add to the value, it...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reading two answers into the same variable, so the first one is lost.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can a program print its answers in a different order from the one it asked the questions in?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until...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 end to end, so the data type decides what + means.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value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two strings end to end has its own name:...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adding to what input() handed back without casting it first, which joins the digits on the end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whole program reads its values, works something out and then prints the lines it was asked for.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parts of a program have to happen before anything can be printed?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is shortened to...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are waiting on the floor below you.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 Capitals are used for the name of a constant, so a reader can see at a glance that the value is not meant to change.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 Nothing else happens while it waits.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1 to a number that has been typed in: n = input() and then print(n + 1). State what Python does when these two lines run, and rewrite them so that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word and then a whole number, adds 1 to the number, and prints the word on one line and the new number on the next line.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which may have a decimal point, and prints one line in the form Value is 4.0, with the number shown as a real number.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lines of output in the right order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Holding values in variables and constants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Printing and variables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Printing and variables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
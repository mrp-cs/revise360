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Printing and variables.
Open the experience at revise360.co.uk and hand out PR_L01_PrintingAndVariables_Worksheet.docx.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Printing output.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Variables.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Reading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Numbers and text.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Casting.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blue
red.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Reading input, and work through its example again, aloud, with the class watching, then re-ask this question.
The course's own response to a wrong answer here: The reading order and the displaying order are separate. The first line typed goes into first, whatever happens next.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(pr-l01-s3-c7),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Printing and variables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program you will ever write starts here: putting something on the screen, keeping a value under a name and asking the user for one. Work through the six stations and you will have written your first real programs.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must a program decide the data type of a value before it can do anything useful with it?</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print lines of output in the order a task asks for</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hold a value in a variable or a constant, and how to read one with input()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a value that has been typed in must be cast before it can be calculated with</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18872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print</a:t>
            </a:r>
            <a:endParaRPr lang="en-US" sz="1200" dirty="0"/>
          </a:p>
        </p:txBody>
      </p:sp>
      <p:sp>
        <p:nvSpPr>
          <p:cNvPr id="19" name="Shape 17"/>
          <p:cNvSpPr/>
          <p:nvPr/>
        </p:nvSpPr>
        <p:spPr>
          <a:xfrm>
            <a:off x="186537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86537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Variable</a:t>
            </a:r>
            <a:endParaRPr lang="en-US" sz="1200" dirty="0"/>
          </a:p>
        </p:txBody>
      </p:sp>
      <p:sp>
        <p:nvSpPr>
          <p:cNvPr id="21" name="Shape 19"/>
          <p:cNvSpPr/>
          <p:nvPr/>
        </p:nvSpPr>
        <p:spPr>
          <a:xfrm>
            <a:off x="3621024"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621024"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Constant</a:t>
            </a:r>
            <a:endParaRPr lang="en-US" sz="1200" dirty="0"/>
          </a:p>
        </p:txBody>
      </p:sp>
      <p:sp>
        <p:nvSpPr>
          <p:cNvPr id="23" name="Shape 21"/>
          <p:cNvSpPr/>
          <p:nvPr/>
        </p:nvSpPr>
        <p:spPr>
          <a:xfrm>
            <a:off x="5376672"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376672"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a:t>
            </a:r>
            <a:endParaRPr lang="en-US" sz="1200" dirty="0"/>
          </a:p>
        </p:txBody>
      </p:sp>
      <p:sp>
        <p:nvSpPr>
          <p:cNvPr id="25" name="Shape 23"/>
          <p:cNvSpPr/>
          <p:nvPr/>
        </p:nvSpPr>
        <p:spPr>
          <a:xfrm>
            <a:off x="6693408"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6934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String</a:t>
            </a:r>
            <a:endParaRPr lang="en-US" sz="1200" dirty="0"/>
          </a:p>
        </p:txBody>
      </p:sp>
      <p:sp>
        <p:nvSpPr>
          <p:cNvPr id="27" name="Shape 25"/>
          <p:cNvSpPr/>
          <p:nvPr/>
        </p:nvSpPr>
        <p:spPr>
          <a:xfrm>
            <a:off x="8156448" y="5468112"/>
            <a:ext cx="1481328"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156448"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Integer</a:t>
            </a:r>
            <a:endParaRPr lang="en-US" sz="1200" dirty="0"/>
          </a:p>
        </p:txBody>
      </p:sp>
      <p:sp>
        <p:nvSpPr>
          <p:cNvPr id="29" name="Shape 27"/>
          <p:cNvSpPr/>
          <p:nvPr/>
        </p:nvSpPr>
        <p:spPr>
          <a:xfrm>
            <a:off x="9765792" y="5468112"/>
            <a:ext cx="1481328"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765792"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Casting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Three lines run in this order: a = 40, then a = 65, then print(a). Write down exactly what is printed, and explain in one sentence what became of the first value.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Printing and variables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Printing output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print() puts one value on the screen and then moves down to the next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be shown exactly as written goes inside quotation marks, and one print() gives one line of output.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quotation marks off, so Python hunts for a variable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Python treat ready and "ready" as two completely different things?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Each print() shows one value and then moves on to...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Variables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is a named box in memory holding one value, and the name always goes on the left of the equals sign.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constant is a value the program never changes once it is set, and its name is written in capitals.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second assignment replaces the value, it does not add to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becomes of the first value when the same variable is given a second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programming = means 'put this in here', so a second assignment does not add to the value,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input() stops the program, waits for a line to be typed and hands that line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Store what comes back in a variable, or the value the user typed is thrown away.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reading two answers into the same variable, so the first one is lost.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can a program print its answers in a different order from the one it asked the questions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input() is patient: a program will sit on that line until...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Numbers and text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Integers count whole things, floats hold decimals, strings hold text and booleans hold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 adds two numbers but joins two strings end to end, so the data type decides what + means.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joining a number to a string with +, which Python refuses to do.</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data type would you choose for a value of 1.50,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Joining two strings end to end has its own name:...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Casting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Casting changes a value from one data type into another.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int() and float() turn text into a number, and str() turns a number into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adding to what input() handed back without casting it first, which joins the digits on the end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int(input()) appear in so many programs?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Cast is borrowed from metalwork: the value is poured into...</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whole program reads its values, works something out and then prints the lines it was asked for.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Decide the data type each value needs before you write a single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the lines in a different order from the one the task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parts of a program have to happen before anything can be printed?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Input, process, output is such a common pattern that it is shortened to...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The user types red and then blue. What will this program display?</a:t>
            </a:r>
            <a:endParaRPr lang="en-US" sz="2600" dirty="0"/>
          </a:p>
        </p:txBody>
      </p:sp>
      <p:sp>
        <p:nvSpPr>
          <p:cNvPr id="9" name="Shape 7"/>
          <p:cNvSpPr/>
          <p:nvPr/>
        </p:nvSpPr>
        <p:spPr>
          <a:xfrm>
            <a:off x="502920" y="2148840"/>
            <a:ext cx="5029200" cy="1554480"/>
          </a:xfrm>
          <a:prstGeom prst="roundRect">
            <a:avLst>
              <a:gd name="adj" fmla="val 7059"/>
            </a:avLst>
          </a:prstGeom>
          <a:solidFill>
            <a:srgbClr val="FFFFFF"/>
          </a:solidFill>
          <a:ln w="15875">
            <a:solidFill>
              <a:srgbClr val="D9DEE7"/>
            </a:solidFill>
            <a:prstDash val="solid"/>
          </a:ln>
        </p:spPr>
      </p:sp>
      <p:sp>
        <p:nvSpPr>
          <p:cNvPr id="10" name="Text 8"/>
          <p:cNvSpPr txBox="1"/>
          <p:nvPr/>
        </p:nvSpPr>
        <p:spPr>
          <a:xfrm>
            <a:off x="822960" y="2350008"/>
            <a:ext cx="4480560" cy="115214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first = input()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second = input()</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print(second)</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print(first)</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red</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red</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blue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red</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red</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blue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Name the data type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values are waiting on the floor below you. Tap the star and sort each one into the data type Python would store it as.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Start here: how this course works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is a language for writing instructions a computer follows, one line at a time. You write them in the editor on the right of a task window. Run follows your instructions and shows whatever they display in the panel underneath, labelled Program output. Check my answer is different: it marks your program against the task. So run as often as you like while you are trying things out, and check when you think it is right. You can check as many times as you like, and your best mark is the one that is kept. You work through the course in order and complete every question: the next one opens when this one is finished, because each activity teaches what the next one needs. If you are stuck, the Hint button gives you one step at a time, starting with the idea and never with the answer, and Syntax reminder lists every Python command the course has taught so far. I need help is there from the first attempt on every question - it costs you nothing, and it will tell you to ask your teacher and show them the question and your code. Errors are a normal part of programming. Everyone writing Python sees them all day, and reading the message is how you find out what to change. Work round this room through the six numbered badges in order, then tap the star for the final challenge. A badge that says Later is not open yet: finish the one you are on first. Your progress saves after every answer, so you can stop and come back to the same question.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Naming rules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Python variable name can hold letters, digits and underscores, but it cannot start with a digit or contain a space. Capitals are used for the name of a constant, so a reader can see at a glance that the value is not meant to change.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it waits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input() reads one whole line, so the program only carries on once the Enter key has been pressed. Nothing else happens while it waits.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bit each</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boolean has only two possible values, so it needs just one bit of storage - the smallest piece of data there is.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pupil writes two lines to add 1 to a number that has been typed in: </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input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then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print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n</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8181B"/>
                </a:solidFill>
                <a:latin typeface="IBM Plex Mono" pitchFamily="34" charset="0"/>
                <a:ea typeface="IBM Plex Mono" pitchFamily="34" charset="-122"/>
                <a:cs typeface="IBM Plex Mono" pitchFamily="34" charset="-120"/>
              </a:rPr>
              <a:t> </a:t>
            </a:r>
            <a:pPr indent="0" marL="0">
              <a:lnSpc>
                <a:spcPct val="118000"/>
              </a:lnSpc>
              <a:buNone/>
            </a:pPr>
            <a:r>
              <a:rPr lang="en-US" sz="1700" dirty="0">
                <a:solidFill>
                  <a:srgbClr val="9A3412"/>
                </a:solidFill>
                <a:latin typeface="IBM Plex Mono" pitchFamily="34" charset="0"/>
                <a:ea typeface="IBM Plex Mono" pitchFamily="34" charset="-122"/>
                <a:cs typeface="IBM Plex Mono" pitchFamily="34" charset="-120"/>
              </a:rPr>
              <a:t>1</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State what Python does when these two lines run, and rewrite them so that they work.</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then a whole number, adds 1 to the number, and prints the word on one line and the new number on the next line.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number which may have a decimal point, and prints one line in the form Value is 4.0, with the number shown as a real number.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Printing lines of output in the right order</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Holding values in variables and constants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Casting between text and numbers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Printing and variables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 — Printing and variables</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
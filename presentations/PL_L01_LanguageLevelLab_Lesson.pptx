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46946bd09c4fac" /><Relationship Type="http://schemas.openxmlformats.org/officeDocument/2006/relationships/extended-properties" Target="/docProps/app.xml" Id="R19d557571a0248e6" /><Relationship Type="http://schemas.openxmlformats.org/officeDocument/2006/relationships/officeDocument" Target="/ppt/presentation.xml" Id="Rcdaa670acc3e4b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c8d5dc40e64179"/>
  </p:sldMasterIdLst>
  <p:notesMasterIdLst>
    <p:notesMasterId xmlns:r="http://schemas.openxmlformats.org/officeDocument/2006/relationships" r:id="Refbb7c5e3dc7430e"/>
  </p:notesMasterIdLst>
  <p:sldIdLst>
    <p:sldId xmlns:r="http://schemas.openxmlformats.org/officeDocument/2006/relationships" id="256" r:id="R8a3a0580d4b848ea"/>
    <p:sldId xmlns:r="http://schemas.openxmlformats.org/officeDocument/2006/relationships" id="257" r:id="Ra497248ff59f455c"/>
    <p:sldId xmlns:r="http://schemas.openxmlformats.org/officeDocument/2006/relationships" id="258" r:id="Rb5f95fd481664150"/>
    <p:sldId xmlns:r="http://schemas.openxmlformats.org/officeDocument/2006/relationships" id="259" r:id="R67219f5163004513"/>
    <p:sldId xmlns:r="http://schemas.openxmlformats.org/officeDocument/2006/relationships" id="260" r:id="R686e95bdb61e4472"/>
    <p:sldId xmlns:r="http://schemas.openxmlformats.org/officeDocument/2006/relationships" id="261" r:id="R5e16a2a7cb5b431c"/>
    <p:sldId xmlns:r="http://schemas.openxmlformats.org/officeDocument/2006/relationships" id="262" r:id="R01c225de6eef4d92"/>
    <p:sldId xmlns:r="http://schemas.openxmlformats.org/officeDocument/2006/relationships" id="263" r:id="Rb19e4b6e25d14c53"/>
    <p:sldId xmlns:r="http://schemas.openxmlformats.org/officeDocument/2006/relationships" id="264" r:id="R9c260ebe78284356"/>
    <p:sldId xmlns:r="http://schemas.openxmlformats.org/officeDocument/2006/relationships" id="265" r:id="R30537506367348a4"/>
    <p:sldId xmlns:r="http://schemas.openxmlformats.org/officeDocument/2006/relationships" id="266" r:id="R711da4120844460c"/>
    <p:sldId xmlns:r="http://schemas.openxmlformats.org/officeDocument/2006/relationships" id="267" r:id="R91104582e36840db"/>
    <p:sldId xmlns:r="http://schemas.openxmlformats.org/officeDocument/2006/relationships" id="268" r:id="R886d0807d2f74bfa"/>
    <p:sldId xmlns:r="http://schemas.openxmlformats.org/officeDocument/2006/relationships" id="269" r:id="Ra3025c1c2b6c4745"/>
    <p:sldId xmlns:r="http://schemas.openxmlformats.org/officeDocument/2006/relationships" id="270" r:id="R06b5fd88a0e74b01"/>
    <p:sldId xmlns:r="http://schemas.openxmlformats.org/officeDocument/2006/relationships" id="271" r:id="Rcf430da10ca741f6"/>
    <p:sldId xmlns:r="http://schemas.openxmlformats.org/officeDocument/2006/relationships" id="272" r:id="R537582a54410420c"/>
    <p:sldId xmlns:r="http://schemas.openxmlformats.org/officeDocument/2006/relationships" id="273" r:id="R696e9d98963d48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c811661bc54f5e" /><Relationship Type="http://schemas.openxmlformats.org/officeDocument/2006/relationships/slideMaster" Target="/ppt/slideMasters/slideMaster1.xml" Id="Rfec8d5dc40e64179" /><Relationship Type="http://schemas.openxmlformats.org/officeDocument/2006/relationships/notesMaster" Target="/ppt/notesMasters/notesMaster1.xml" Id="Refbb7c5e3dc7430e" /><Relationship Type="http://schemas.openxmlformats.org/officeDocument/2006/relationships/presProps" Target="/ppt/presProps.xml" Id="R943c9c9f67a54428" /><Relationship Type="http://schemas.openxmlformats.org/officeDocument/2006/relationships/tableStyles" Target="/ppt/tableStyles.xml" Id="Rfdbd64b6874a43ec" /><Relationship Type="http://schemas.openxmlformats.org/officeDocument/2006/relationships/slide" Target="/ppt/slides/slide1.xml" Id="R8a3a0580d4b848ea" /><Relationship Type="http://schemas.openxmlformats.org/officeDocument/2006/relationships/slide" Target="/ppt/slides/slide2.xml" Id="Ra497248ff59f455c" /><Relationship Type="http://schemas.openxmlformats.org/officeDocument/2006/relationships/slide" Target="/ppt/slides/slide3.xml" Id="Rb5f95fd481664150" /><Relationship Type="http://schemas.openxmlformats.org/officeDocument/2006/relationships/slide" Target="/ppt/slides/slide4.xml" Id="R67219f5163004513" /><Relationship Type="http://schemas.openxmlformats.org/officeDocument/2006/relationships/slide" Target="/ppt/slides/slide5.xml" Id="R686e95bdb61e4472" /><Relationship Type="http://schemas.openxmlformats.org/officeDocument/2006/relationships/slide" Target="/ppt/slides/slide6.xml" Id="R5e16a2a7cb5b431c" /><Relationship Type="http://schemas.openxmlformats.org/officeDocument/2006/relationships/slide" Target="/ppt/slides/slide7.xml" Id="R01c225de6eef4d92" /><Relationship Type="http://schemas.openxmlformats.org/officeDocument/2006/relationships/slide" Target="/ppt/slides/slide8.xml" Id="Rb19e4b6e25d14c53" /><Relationship Type="http://schemas.openxmlformats.org/officeDocument/2006/relationships/slide" Target="/ppt/slides/slide9.xml" Id="R9c260ebe78284356" /><Relationship Type="http://schemas.openxmlformats.org/officeDocument/2006/relationships/slide" Target="/ppt/slides/slide10.xml" Id="R30537506367348a4" /><Relationship Type="http://schemas.openxmlformats.org/officeDocument/2006/relationships/slide" Target="/ppt/slides/slide11.xml" Id="R711da4120844460c" /><Relationship Type="http://schemas.openxmlformats.org/officeDocument/2006/relationships/slide" Target="/ppt/slides/slide12.xml" Id="R91104582e36840db" /><Relationship Type="http://schemas.openxmlformats.org/officeDocument/2006/relationships/slide" Target="/ppt/slides/slide13.xml" Id="R886d0807d2f74bfa" /><Relationship Type="http://schemas.openxmlformats.org/officeDocument/2006/relationships/slide" Target="/ppt/slides/slide14.xml" Id="Ra3025c1c2b6c4745" /><Relationship Type="http://schemas.openxmlformats.org/officeDocument/2006/relationships/slide" Target="/ppt/slides/slide15.xml" Id="R06b5fd88a0e74b01" /><Relationship Type="http://schemas.openxmlformats.org/officeDocument/2006/relationships/slide" Target="/ppt/slides/slide16.xml" Id="Rcf430da10ca741f6" /><Relationship Type="http://schemas.openxmlformats.org/officeDocument/2006/relationships/slide" Target="/ppt/slides/slide17.xml" Id="R537582a54410420c" /><Relationship Type="http://schemas.openxmlformats.org/officeDocument/2006/relationships/slide" Target="/ppt/slides/slide18.xml" Id="R696e9d98963d48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30f04d163549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a70f45a11e4c2a" /><Relationship Type="http://schemas.openxmlformats.org/officeDocument/2006/relationships/notesMaster" Target="/ppt/notesMasters/notesMaster1.xml" Id="Rfca6e7ae45424a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cca5d6a4dd4eda" /><Relationship Type="http://schemas.openxmlformats.org/officeDocument/2006/relationships/notesMaster" Target="/ppt/notesMasters/notesMaster1.xml" Id="R561da490355a49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28a4849bc742bb" /><Relationship Type="http://schemas.openxmlformats.org/officeDocument/2006/relationships/notesMaster" Target="/ppt/notesMasters/notesMaster1.xml" Id="R6f554582e92543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26f4dcbdcf483e" /><Relationship Type="http://schemas.openxmlformats.org/officeDocument/2006/relationships/notesMaster" Target="/ppt/notesMasters/notesMaster1.xml" Id="R75e2397a726047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0b0da30bb7452e" /><Relationship Type="http://schemas.openxmlformats.org/officeDocument/2006/relationships/notesMaster" Target="/ppt/notesMasters/notesMaster1.xml" Id="R55330928b6f04b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8b142c00a34578" /><Relationship Type="http://schemas.openxmlformats.org/officeDocument/2006/relationships/notesMaster" Target="/ppt/notesMasters/notesMaster1.xml" Id="Rf39a1c6cfe1d4d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9d3c4fa0c3406b" /><Relationship Type="http://schemas.openxmlformats.org/officeDocument/2006/relationships/notesMaster" Target="/ppt/notesMasters/notesMaster1.xml" Id="R20e9b48842df49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067658cbfb4dfc" /><Relationship Type="http://schemas.openxmlformats.org/officeDocument/2006/relationships/notesMaster" Target="/ppt/notesMasters/notesMaster1.xml" Id="Rbf8a6306faaf46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8143bc3d0d4d4d" /><Relationship Type="http://schemas.openxmlformats.org/officeDocument/2006/relationships/notesMaster" Target="/ppt/notesMasters/notesMaster1.xml" Id="R5282647121fe49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49d98234f541e0" /><Relationship Type="http://schemas.openxmlformats.org/officeDocument/2006/relationships/notesMaster" Target="/ppt/notesMasters/notesMaster1.xml" Id="R930e911a6f534df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22bdedd0a74dab" /><Relationship Type="http://schemas.openxmlformats.org/officeDocument/2006/relationships/notesMaster" Target="/ppt/notesMasters/notesMaster1.xml" Id="R91fe149217a042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8615775c144437e" /><Relationship Type="http://schemas.openxmlformats.org/officeDocument/2006/relationships/notesMaster" Target="/ppt/notesMasters/notesMaster1.xml" Id="R401bb77386e946a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babfb793944eac" /><Relationship Type="http://schemas.openxmlformats.org/officeDocument/2006/relationships/notesMaster" Target="/ppt/notesMasters/notesMaster1.xml" Id="Rd286224082ef46b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7d12ad8227a4355" /><Relationship Type="http://schemas.openxmlformats.org/officeDocument/2006/relationships/notesMaster" Target="/ppt/notesMasters/notesMaster1.xml" Id="R3dab25412d6f4d2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2a01a946a434661" /><Relationship Type="http://schemas.openxmlformats.org/officeDocument/2006/relationships/notesMaster" Target="/ppt/notesMasters/notesMaster1.xml" Id="R3823adef017c4e5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86ca5efb3814102" /><Relationship Type="http://schemas.openxmlformats.org/officeDocument/2006/relationships/notesMaster" Target="/ppt/notesMasters/notesMaster1.xml" Id="Rb6f4b811c99e4b0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5a1e9a8303f4ded" /><Relationship Type="http://schemas.openxmlformats.org/officeDocument/2006/relationships/notesMaster" Target="/ppt/notesMasters/notesMaster1.xml" Id="R0ab8e3d7df91438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c373f54e5814865" /><Relationship Type="http://schemas.openxmlformats.org/officeDocument/2006/relationships/notesMaster" Target="/ppt/notesMasters/notesMaster1.xml" Id="R5426128766364f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8707a743e549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e464901d6a4e1b" /><Relationship Type="http://schemas.openxmlformats.org/officeDocument/2006/relationships/slideLayout" Target="/ppt/slideLayouts/slideLayout1.xml" Id="Ra25b3fb7ee524b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5b3fb7ee524b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508ba04d84271" /><Relationship Type="http://schemas.openxmlformats.org/officeDocument/2006/relationships/image" Target="/ppt/media/image.png" Id="Rcb6b5693f269417a" /><Relationship Type="http://schemas.openxmlformats.org/officeDocument/2006/relationships/image" Target="/ppt/media/image2.png" Id="Ra6f9a7e7f43f4aca" /><Relationship Type="http://schemas.openxmlformats.org/officeDocument/2006/relationships/notesSlide" Target="/ppt/notesSlides/notesSlide1.xml" Id="R275c852dbb6e4b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4b4bf18a44b06" /><Relationship Type="http://schemas.openxmlformats.org/officeDocument/2006/relationships/image" Target="/ppt/media/image3.png" Id="R0d76eabc83414433" /><Relationship Type="http://schemas.openxmlformats.org/officeDocument/2006/relationships/notesSlide" Target="/ppt/notesSlides/notesSlide2.xml" Id="Rceb0cda461214d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4df930cb34f89" /><Relationship Type="http://schemas.openxmlformats.org/officeDocument/2006/relationships/image" Target="/ppt/media/image4.png" Id="R16128c5e47684010" /><Relationship Type="http://schemas.openxmlformats.org/officeDocument/2006/relationships/notesSlide" Target="/ppt/notesSlides/notesSlide3.xml" Id="R1fccd7a4ce1245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19f3762fd42b1" /><Relationship Type="http://schemas.openxmlformats.org/officeDocument/2006/relationships/image" Target="/ppt/media/image5.png" Id="R61315fbb712944d6" /><Relationship Type="http://schemas.openxmlformats.org/officeDocument/2006/relationships/notesSlide" Target="/ppt/notesSlides/notesSlide4.xml" Id="Rb5c6a70313c64d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f0228a9d84af4" /><Relationship Type="http://schemas.openxmlformats.org/officeDocument/2006/relationships/image" Target="/ppt/media/image6.png" Id="Rf9f0c98e179d4442" /><Relationship Type="http://schemas.openxmlformats.org/officeDocument/2006/relationships/notesSlide" Target="/ppt/notesSlides/notesSlide5.xml" Id="R5aba86ea219048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60cb11e8d4a71" /><Relationship Type="http://schemas.openxmlformats.org/officeDocument/2006/relationships/image" Target="/ppt/media/image7.png" Id="R46e5f48a5f614e72" /><Relationship Type="http://schemas.openxmlformats.org/officeDocument/2006/relationships/notesSlide" Target="/ppt/notesSlides/notesSlide6.xml" Id="Rf51096a041c84a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f0fbba7914d6c" /><Relationship Type="http://schemas.openxmlformats.org/officeDocument/2006/relationships/image" Target="/ppt/media/image8.png" Id="Rbc08a5f2d9104ac2" /><Relationship Type="http://schemas.openxmlformats.org/officeDocument/2006/relationships/notesSlide" Target="/ppt/notesSlides/notesSlide7.xml" Id="Rfdcd2442377a4b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ffa7a3a034e23" /><Relationship Type="http://schemas.openxmlformats.org/officeDocument/2006/relationships/image" Target="/ppt/media/image9.png" Id="R2a64dd919091424c" /><Relationship Type="http://schemas.openxmlformats.org/officeDocument/2006/relationships/notesSlide" Target="/ppt/notesSlides/notesSlide8.xml" Id="R28276c022f604b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3f25e96f943d3" /><Relationship Type="http://schemas.openxmlformats.org/officeDocument/2006/relationships/image" Target="/ppt/media/image10.png" Id="R7d2525dcffda4c43" /><Relationship Type="http://schemas.openxmlformats.org/officeDocument/2006/relationships/notesSlide" Target="/ppt/notesSlides/notesSlide9.xml" Id="Re3ce71ad7ac84c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7de8de13e42f3" /><Relationship Type="http://schemas.openxmlformats.org/officeDocument/2006/relationships/image" Target="/ppt/media/image11.png" Id="R1ea8e22a471b406f" /><Relationship Type="http://schemas.openxmlformats.org/officeDocument/2006/relationships/notesSlide" Target="/ppt/notesSlides/notesSlide10.xml" Id="R12d47faa19124c9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80160d4ee4902" /><Relationship Type="http://schemas.openxmlformats.org/officeDocument/2006/relationships/image" Target="/ppt/media/image12.png" Id="R19ab0a56251d46d8" /><Relationship Type="http://schemas.openxmlformats.org/officeDocument/2006/relationships/notesSlide" Target="/ppt/notesSlides/notesSlide11.xml" Id="R76ba66ea9b1549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3c0c011054221" /><Relationship Type="http://schemas.openxmlformats.org/officeDocument/2006/relationships/image" Target="/ppt/media/image13.png" Id="R9c857bc005074cbb" /><Relationship Type="http://schemas.openxmlformats.org/officeDocument/2006/relationships/notesSlide" Target="/ppt/notesSlides/notesSlide12.xml" Id="R8b3ee6cda55d475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6fc4fa2284299" /><Relationship Type="http://schemas.openxmlformats.org/officeDocument/2006/relationships/image" Target="/ppt/media/image14.png" Id="R18c288f45aad4874" /><Relationship Type="http://schemas.openxmlformats.org/officeDocument/2006/relationships/notesSlide" Target="/ppt/notesSlides/notesSlide13.xml" Id="Rc577cb5312bb438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2dd83ae2e4b6b" /><Relationship Type="http://schemas.openxmlformats.org/officeDocument/2006/relationships/image" Target="/ppt/media/image15.png" Id="Rdb95bfa3e9f34e00" /><Relationship Type="http://schemas.openxmlformats.org/officeDocument/2006/relationships/notesSlide" Target="/ppt/notesSlides/notesSlide14.xml" Id="R86dadc4c22e44a8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a7805dfcb4203" /><Relationship Type="http://schemas.openxmlformats.org/officeDocument/2006/relationships/image" Target="/ppt/media/image16.png" Id="R16188a25d14d437d" /><Relationship Type="http://schemas.openxmlformats.org/officeDocument/2006/relationships/notesSlide" Target="/ppt/notesSlides/notesSlide15.xml" Id="R14454cce3e78469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2c4236c8d452d" /><Relationship Type="http://schemas.openxmlformats.org/officeDocument/2006/relationships/image" Target="/ppt/media/image17.png" Id="R3c3b30c28030418b" /><Relationship Type="http://schemas.openxmlformats.org/officeDocument/2006/relationships/notesSlide" Target="/ppt/notesSlides/notesSlide16.xml" Id="Rb7ab23720d43433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1eb82d8b14746" /><Relationship Type="http://schemas.openxmlformats.org/officeDocument/2006/relationships/image" Target="/ppt/media/image18.png" Id="R21df6cc0d8974fb1" /><Relationship Type="http://schemas.openxmlformats.org/officeDocument/2006/relationships/notesSlide" Target="/ppt/notesSlides/notesSlide17.xml" Id="Rf40614a3fd744f0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19712d78a463a" /><Relationship Type="http://schemas.openxmlformats.org/officeDocument/2006/relationships/image" Target="/ppt/media/image19.png" Id="R15c2f085496a41ab" /><Relationship Type="http://schemas.openxmlformats.org/officeDocument/2006/relationships/notesSlide" Target="/ppt/notesSlides/notesSlide18.xml" Id="R0a752bedf2db49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A49B242-0A93-4CAA-A976-B7B85414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C87B069-4AE3-41FB-8E32-622FAD07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2.5   /   LESSON 01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3815F20-9933-4640-9E82-67A009EF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LANGUAGE LEVEL LAB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6b5693f269417a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48E3C81-C842-45B0-92BB-277816F0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18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1D1867E6-9160-4B7B-B718-C2045EBD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Language characteristics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DB6C6EAB-F00F-49E7-BB96-0088CAEA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DO NOW: RESEARCH AND DISCUSS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00081038-3E7F-400E-8756-EE3640E7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Why might two programmers choose different languages to solve the same problem?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f9a7e7f43f4aca"/>
          <a:stretch xmlns:a="http://schemas.openxmlformats.org/drawingml/2006/main"/>
        </p:blipFill>
        <p:spPr>
          <a:xfrm xmlns:a="http://schemas.openxmlformats.org/drawingml/2006/main">
            <a:off x="6076950" y="1931789"/>
            <a:ext cx="5400675" cy="33754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0518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29D0D74-D405-4298-8504-19625DD8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C94BCC8-515D-47EA-B6E2-2B7D4AC1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01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B715B87-24C3-4EB0-A531-09F29276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76eabc8341443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946EE4D-4656-4BC2-8F50-308BDCE2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4F21E87F-93E4-451F-AB4E-8822ED37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46CD32E7-7220-4C45-83BD-1A75D522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Compare high-level and low-level languages.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27D15F66-C79A-48FB-A458-5FCABD71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6D66A0FC-FF53-4CDB-B571-D4D170C6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051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Distinguish source code, assembly and machine code.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214AB879-F5E1-46A1-B3B7-732C3DA0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47E0FF81-472A-4959-B572-95A0EA47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Justify language choices using project requirements.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43B6C4DF-53E7-4684-A2E0-0FBDE1EF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B7588F05-DB7C-4321-91CF-115D3867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2917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95093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89AE9BD-4456-44D0-A496-4A715994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D7E3F66-12BD-4737-B732-CF062507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01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2E71EDE-630B-477B-8324-3C6B882C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28c5e4768401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4CED2EF-8770-4B94-8FF7-8186209C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18</a:t>
            </a:r>
          </a:p>
        </p:txBody>
      </p:sp>
      <p:sp>
        <p:nvSpPr>
          <p:cNvPr id="6" name="worksheet-starter">
            <a:extLst xmlns:a="http://schemas.openxmlformats.org/drawingml/2006/main">
              <a:ext uri="{FF2B5EF4-FFF2-40B4-BE49-F238E27FC236}">
                <a16:creationId xmlns:a16="http://schemas.microsoft.com/office/drawing/2014/main" id="{4CABB616-5B19-458F-ADE4-F0436868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school needs a quiz app that staff can update. A device needs precise control of processor registers. Would the same language level suit both equally well? Explain.</a:t>
            </a:r>
          </a:p>
        </p:txBody>
      </p:sp>
    </p:spTree>
    <p:extLst>
      <p:ext uri="{BB962C8B-B14F-4D97-AF65-F5344CB8AC3E}">
        <p14:creationId xmlns:p14="http://schemas.microsoft.com/office/powerpoint/2010/main" val="2061250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CE6C1A7-1190-46F6-B558-07CF48F6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1A9E94E-2324-4A21-8E1F-53F06181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01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2F7C639-9A4F-4B2E-A66B-E7FC7229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315fbb712944d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810CE3C-06F6-401D-921D-2679EFD1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04B18CF0-64CE-463F-A9B8-6A6A21ED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D57E31F4-31D7-4905-A796-BE34CBF2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99250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quiz may suit a high-level language because readable code is easier to maintain. The hardware routine may suit a low-level language because it exposes processor operations.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F9E7E19B-3986-45FC-B0B8-7910C783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AA142279-1763-4095-BB35-E7C2790B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19256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8B0042C-2776-4B77-8450-5D698DB3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3158093-4E51-4193-8466-193E324E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01   /   WORKSHEET KEY TERMS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8721011-60E3-4A46-ACE7-07BEAB79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 quiz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f0c98e179d444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FC27DE5-76DC-4F16-881C-303A1916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18</a:t>
            </a:r>
          </a:p>
        </p:txBody>
      </p:sp>
      <p:sp>
        <p:nvSpPr>
          <p:cNvPr id="6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B76E08EA-1329-4F7D-B904-1FFEF4D2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term-0">
            <a:extLst xmlns:a="http://schemas.openxmlformats.org/drawingml/2006/main">
              <a:ext uri="{FF2B5EF4-FFF2-40B4-BE49-F238E27FC236}">
                <a16:creationId xmlns:a16="http://schemas.microsoft.com/office/drawing/2014/main" id="{072ACAD3-9670-4434-9EBA-05DBFA23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764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High-level language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A8F18C87-2E1F-4B72-8996-4CD90B50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term-1">
            <a:extLst xmlns:a="http://schemas.openxmlformats.org/drawingml/2006/main">
              <a:ext uri="{FF2B5EF4-FFF2-40B4-BE49-F238E27FC236}">
                <a16:creationId xmlns:a16="http://schemas.microsoft.com/office/drawing/2014/main" id="{1C1C0B9C-20D9-4654-9F28-D51D1DA9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8622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Low-level language</a:t>
            </a:r>
          </a:p>
        </p:txBody>
      </p:sp>
    </p:spTree>
    <p:extLst>
      <p:ext uri="{BB962C8B-B14F-4D97-AF65-F5344CB8AC3E}">
        <p14:creationId xmlns:p14="http://schemas.microsoft.com/office/powerpoint/2010/main" val="9420321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07CAA27-6A33-4D26-8EEC-DDD6F195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C8C088F-E4C7-463F-A500-13D69523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01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AF3A2E8-08E7-4B52-8CB0-E9EDFA86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terminology: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e5f48a5f614e7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1FD2F40-F2E4-4894-A4B9-2F16BF1E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18</a:t>
            </a:r>
          </a:p>
        </p:txBody>
      </p:sp>
      <p:sp>
        <p:nvSpPr>
          <p:cNvPr id="6" name="answer-term-0">
            <a:extLst xmlns:a="http://schemas.openxmlformats.org/drawingml/2006/main">
              <a:ext uri="{FF2B5EF4-FFF2-40B4-BE49-F238E27FC236}">
                <a16:creationId xmlns:a16="http://schemas.microsoft.com/office/drawing/2014/main" id="{C05575DA-F440-47EE-AADE-AE15CCD1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High-level language</a:t>
            </a:r>
          </a:p>
        </p:txBody>
      </p:sp>
      <p:sp>
        <p:nvSpPr>
          <p:cNvPr id="7" name="answer-definition-0">
            <a:extLst xmlns:a="http://schemas.openxmlformats.org/drawingml/2006/main">
              <a:ext uri="{FF2B5EF4-FFF2-40B4-BE49-F238E27FC236}">
                <a16:creationId xmlns:a16="http://schemas.microsoft.com/office/drawing/2014/main" id="{C6F926E0-3B0C-455B-B77A-C8974AE3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language that abstracts many hardware details using human-readable constructs.</a:t>
            </a:r>
          </a:p>
        </p:txBody>
      </p:sp>
      <p:sp>
        <p:nvSpPr>
          <p:cNvPr id="8" name="answer-term-1">
            <a:extLst xmlns:a="http://schemas.openxmlformats.org/drawingml/2006/main">
              <a:ext uri="{FF2B5EF4-FFF2-40B4-BE49-F238E27FC236}">
                <a16:creationId xmlns:a16="http://schemas.microsoft.com/office/drawing/2014/main" id="{C9190DB0-181E-4A8A-9E5E-95B19960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338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Low-level language</a:t>
            </a:r>
          </a:p>
        </p:txBody>
      </p:sp>
      <p:sp>
        <p:nvSpPr>
          <p:cNvPr id="9" name="answer-definition-1">
            <a:extLst xmlns:a="http://schemas.openxmlformats.org/drawingml/2006/main">
              <a:ext uri="{FF2B5EF4-FFF2-40B4-BE49-F238E27FC236}">
                <a16:creationId xmlns:a16="http://schemas.microsoft.com/office/drawing/2014/main" id="{B865E412-4386-4ED0-B8E9-05D05365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language closely related to a processor instruction set and hardware operations.</a:t>
            </a:r>
          </a:p>
        </p:txBody>
      </p:sp>
    </p:spTree>
    <p:extLst>
      <p:ext uri="{BB962C8B-B14F-4D97-AF65-F5344CB8AC3E}">
        <p14:creationId xmlns:p14="http://schemas.microsoft.com/office/powerpoint/2010/main" val="5443408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BA66B78-BFDC-4298-A4DA-5CB5A770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DA0D920-036D-4124-8F12-38EB1186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2.5   /   LESSON 01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5191E8A-E142-4BC2-8435-1D8EA13B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08a5f2d9104ac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0A45757-2C05-40D6-9E75-84F5AEC8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18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3B14933E-F008-4A1E-B920-32134F7F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OPEN THE EXPERIENCE NOW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7A71894B-6674-45BD-B430-F339D03A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Language level lab in Topic 2.5.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B90E3C20-8F8E-412D-B38A-D521747F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B45B51EE-5945-44D5-9C7B-668BC232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 each station, write key facts IN YOUR OWN WORDS. Answer its worksheet challenge before tapping the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0B3F37C6-3223-43C3-B5C5-0734100D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23A69AAC-E055-45B3-BEBA-D02CB812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Attempt the worksheet final challenge before tapping the star. Record your score, then use review mode to correct mistakes.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97D05B46-012B-43E3-B865-D49BCF33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93D16BC3-41C8-47E2-B0D7-08EC3C3C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87235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8C536E9-5669-4451-9AAB-579BAC1A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9AAF36-B8DE-4251-8DE6-E6BCCD54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01   /   CONSOLIDATION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722D1D8-2EB7-4550-BC01-C8F4AA1B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4dd919091424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8D3831D-CA2C-4D2B-8512-1C6B95BF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18</a:t>
            </a:r>
          </a:p>
        </p:txBody>
      </p:sp>
      <p:sp>
        <p:nvSpPr>
          <p:cNvPr id="6" name="extension-prompt">
            <a:extLst xmlns:a="http://schemas.openxmlformats.org/drawingml/2006/main">
              <a:ext uri="{FF2B5EF4-FFF2-40B4-BE49-F238E27FC236}">
                <a16:creationId xmlns:a16="http://schemas.microsoft.com/office/drawing/2014/main" id="{3D632867-A970-4622-9F75-EC7929A6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193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Return to the Do Now question. Use two things you learned in the room to improve your original answer.</a:t>
            </a:r>
          </a:p>
        </p:txBody>
      </p:sp>
      <p:sp>
        <p:nvSpPr>
          <p:cNvPr id="7" name="extension-follow">
            <a:extLst xmlns:a="http://schemas.openxmlformats.org/drawingml/2006/main">
              <a:ext uri="{FF2B5EF4-FFF2-40B4-BE49-F238E27FC236}">
                <a16:creationId xmlns:a16="http://schemas.microsoft.com/office/drawing/2014/main" id="{0C21F904-CB27-4E5D-A9F7-D13B95D2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4820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Check that each reason links a specific characteristic or tool to the task.</a:t>
            </a:r>
          </a:p>
        </p:txBody>
      </p:sp>
    </p:spTree>
    <p:extLst>
      <p:ext uri="{BB962C8B-B14F-4D97-AF65-F5344CB8AC3E}">
        <p14:creationId xmlns:p14="http://schemas.microsoft.com/office/powerpoint/2010/main" val="740997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B263055-5EA4-4302-98FD-2C08B0E0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A5B0DE7-189B-4E0D-AC5D-CF426592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01   /   CONSOLIDATION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41086F9-DF63-4768-BF4E-D1F572BC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2525dcffda4c4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14C2577-C6E7-49B9-B106-D65BE85A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18</a:t>
            </a:r>
          </a:p>
        </p:txBody>
      </p:sp>
      <p:sp>
        <p:nvSpPr>
          <p:cNvPr id="6" name="extension-two">
            <a:extLst xmlns:a="http://schemas.openxmlformats.org/drawingml/2006/main">
              <a:ext uri="{FF2B5EF4-FFF2-40B4-BE49-F238E27FC236}">
                <a16:creationId xmlns:a16="http://schemas.microsoft.com/office/drawing/2014/main" id="{29844E22-D648-40A0-BC22-276A81AE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76525"/>
            <a:ext cx="106203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Use review mode to correct any mistakes. Write one correction and explain why the right answer fits. Then move on to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16106681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78803E9-413E-4B42-B661-1890FAB9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F0305E1-8E4B-4FE7-9B7B-B01E262E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01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71FFA7C-71E3-407E-A084-8AAA8734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stronger explanation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8e22a471b406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5BD4D03-162B-45A5-AA28-72FD38F4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18</a:t>
            </a:r>
          </a:p>
        </p:txBody>
      </p:sp>
      <p:sp>
        <p:nvSpPr>
          <p:cNvPr id="6" name="extension-check">
            <a:extLst xmlns:a="http://schemas.openxmlformats.org/drawingml/2006/main">
              <a:ext uri="{FF2B5EF4-FFF2-40B4-BE49-F238E27FC236}">
                <a16:creationId xmlns:a16="http://schemas.microsoft.com/office/drawing/2014/main" id="{06547FB7-89E1-430C-BA4E-A0059FB7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Compare your reasoning, then improve one sentence on your worksheet.</a:t>
            </a:r>
          </a:p>
        </p:txBody>
      </p:sp>
      <p:sp>
        <p:nvSpPr>
          <p:cNvPr id="7" name="answer-application">
            <a:extLst xmlns:a="http://schemas.openxmlformats.org/drawingml/2006/main">
              <a:ext uri="{FF2B5EF4-FFF2-40B4-BE49-F238E27FC236}">
                <a16:creationId xmlns:a16="http://schemas.microsoft.com/office/drawing/2014/main" id="{7F1A9A78-A783-4735-9B4E-2787A5EE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Choosing the right level</a:t>
            </a:r>
          </a:p>
        </p:txBody>
      </p:sp>
      <p:sp>
        <p:nvSpPr>
          <p:cNvPr id="8" name="answer-application-body">
            <a:extLst xmlns:a="http://schemas.openxmlformats.org/drawingml/2006/main">
              <a:ext uri="{FF2B5EF4-FFF2-40B4-BE49-F238E27FC236}">
                <a16:creationId xmlns:a16="http://schemas.microsoft.com/office/drawing/2014/main" id="{28087EFB-17A1-4A2B-B86E-2733BD05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477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high-level language supports readable, maintainable code, making updates easier.</a:t>
            </a:r>
          </a:p>
        </p:txBody>
      </p:sp>
      <p:sp>
        <p:nvSpPr>
          <p:cNvPr id="9" name="answer-stretch">
            <a:extLst xmlns:a="http://schemas.openxmlformats.org/drawingml/2006/main">
              <a:ext uri="{FF2B5EF4-FFF2-40B4-BE49-F238E27FC236}">
                <a16:creationId xmlns:a16="http://schemas.microsoft.com/office/drawing/2014/main" id="{5A018C42-6685-447F-818E-7126648E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Review and explain</a:t>
            </a:r>
          </a:p>
        </p:txBody>
      </p:sp>
      <p:sp>
        <p:nvSpPr>
          <p:cNvPr id="10" name="answer-stretch-body">
            <a:extLst xmlns:a="http://schemas.openxmlformats.org/drawingml/2006/main">
              <a:ext uri="{FF2B5EF4-FFF2-40B4-BE49-F238E27FC236}">
                <a16:creationId xmlns:a16="http://schemas.microsoft.com/office/drawing/2014/main" id="{0C0236B0-96D2-4CB9-BE2E-068D8FFE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Your correction should name the correct idea and explain why it fits the question. Use the experience feedback to check it.</a:t>
            </a:r>
          </a:p>
        </p:txBody>
      </p:sp>
    </p:spTree>
    <p:extLst>
      <p:ext uri="{BB962C8B-B14F-4D97-AF65-F5344CB8AC3E}">
        <p14:creationId xmlns:p14="http://schemas.microsoft.com/office/powerpoint/2010/main" val="10771968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EF7E645-4366-476F-A5B1-90C7C70A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59341AF-F465-4757-AC09-3A0C4AF7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01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EBF8C94-893F-4F9B-8993-606E888E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b0a56251d46d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93BEC9-DC57-4892-87B7-6699B7FB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51C9C7E2-F4F1-420D-88E1-62F2A7BC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D616DF12-F12D-4F89-BE2A-F5A3C233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High-level languages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F6BEAF51-6593-4158-B949-6DCAF3DF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Python hides hardware details and is readable, so staff can build and maintain the quiz more easily.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1C2437BA-61EC-4CC1-A291-672A28BC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Low-level languages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2AD176F9-D05F-473B-8386-F181E623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device may need exact control over processor operations or memory use. Low-level code exposes these details.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D795BB1C-F6B4-4C53-AB97-8133E250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Machine code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36B68946-29BE-4832-BBD8-102C229E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No. A CPU must support the instruction set used by that machine code.</a:t>
            </a:r>
          </a:p>
        </p:txBody>
      </p:sp>
    </p:spTree>
    <p:extLst>
      <p:ext uri="{BB962C8B-B14F-4D97-AF65-F5344CB8AC3E}">
        <p14:creationId xmlns:p14="http://schemas.microsoft.com/office/powerpoint/2010/main" val="8535944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51900B3-0610-4E01-90E0-77DC6FF3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0525AC8-4A6A-4190-909D-B5EB30CD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01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AFF9494-BEC4-4AEA-BD48-105C969A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57bc005074cb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8FF5AE6-5314-4952-A1CD-C9E9FC07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478BE9EE-4B04-4078-A860-876FCD86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0F0EBA09-E83B-415E-AD99-3550F935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Assembly language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8D150509-4F43-452B-BA18-B4451906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Assembly instructions remain closely tied to a processor instruction set, even though mnemonics are readable.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F40CAFDA-7B28-4DDD-97A6-7FEB15E5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Moving between devices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DF6939EB-FAE7-4750-B799-6DB46BA8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compatible Python runtime and any required libraries must be available.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1F7890C8-2979-416E-AA29-BEE1AB3B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Choosing the right level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07216969-988D-4AF8-B64A-611D4169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high-level language supports readable, maintainable code, making updates easier.</a:t>
            </a:r>
          </a:p>
        </p:txBody>
      </p:sp>
    </p:spTree>
    <p:extLst>
      <p:ext uri="{BB962C8B-B14F-4D97-AF65-F5344CB8AC3E}">
        <p14:creationId xmlns:p14="http://schemas.microsoft.com/office/powerpoint/2010/main" val="8069776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782CCF1-F8AC-4963-BE7C-39F589EC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A98E84-19B5-4128-9F22-3EF63F2A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01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D092674-2E5F-4365-B13E-1BCD7239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288f45aad487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371B726-81B4-4823-AF8C-B2AEE4C1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18</a:t>
            </a:r>
          </a:p>
        </p:txBody>
      </p:sp>
      <p:sp>
        <p:nvSpPr>
          <p:cNvPr id="6" name="star-key">
            <a:extLst xmlns:a="http://schemas.openxmlformats.org/drawingml/2006/main">
              <a:ext uri="{FF2B5EF4-FFF2-40B4-BE49-F238E27FC236}">
                <a16:creationId xmlns:a16="http://schemas.microsoft.com/office/drawing/2014/main" id="{4E2C5E58-B348-4B06-A627-247270C0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choices and the reasons you gave.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D13603A8-78DC-40B6-A8F6-04D146FD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DA3F8A68-07AA-4136-A4C5-7B3C68E6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43125"/>
            <a:ext cx="99250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revision app: readable code and frequent updates: High-level. A tiny hardware routine: direct register control: Low-level. A data report: rapid development using libraries: High-level. A processor-specific routine: fine control over instructions: Low-level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High-level for a changing school quiz: Easier to read and maintain. Low-level for a hardware-specific routine: Direct control of processor operations. Check before moving high-level source to another system: A compatible runtime and dependencies are available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D63D0CFC-FB29-4A55-9634-1938AE0C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1AF0E8F5-58C1-4699-8D32-68538ACE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432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64A6377B-270D-4D04-B61F-A116A4C0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B2168BAC-D34D-4D09-BD22-C3074326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8137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DAD3008D-DBDD-4EB1-B9E0-42941BDA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072DFA35-D5B3-464A-85A9-266225B7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5" name="number-5">
            <a:extLst xmlns:a="http://schemas.openxmlformats.org/drawingml/2006/main">
              <a:ext uri="{FF2B5EF4-FFF2-40B4-BE49-F238E27FC236}">
                <a16:creationId xmlns:a16="http://schemas.microsoft.com/office/drawing/2014/main" id="{03F791EC-5D9B-433E-96F6-EF44C17A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6" name="item-5">
            <a:extLst xmlns:a="http://schemas.openxmlformats.org/drawingml/2006/main">
              <a:ext uri="{FF2B5EF4-FFF2-40B4-BE49-F238E27FC236}">
                <a16:creationId xmlns:a16="http://schemas.microsoft.com/office/drawing/2014/main" id="{11146F44-2CCE-4536-BF13-60F44AE2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5772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7" name="number-6">
            <a:extLst xmlns:a="http://schemas.openxmlformats.org/drawingml/2006/main">
              <a:ext uri="{FF2B5EF4-FFF2-40B4-BE49-F238E27FC236}">
                <a16:creationId xmlns:a16="http://schemas.microsoft.com/office/drawing/2014/main" id="{738F10DC-3C3F-4622-9638-0CD9ADB1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8" name="item-6">
            <a:extLst xmlns:a="http://schemas.openxmlformats.org/drawingml/2006/main">
              <a:ext uri="{FF2B5EF4-FFF2-40B4-BE49-F238E27FC236}">
                <a16:creationId xmlns:a16="http://schemas.microsoft.com/office/drawing/2014/main" id="{B4AC7286-B492-4B59-A29F-AA4F10A9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959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291782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0BB8106-766C-4D11-B62C-A315B1DC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E93FE83-8B7D-4ED0-A507-D6DF7BF8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01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FAFAE26-D488-4C37-A08D-D8E5A9D0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(a–b)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95bfa3e9f34e0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F7FA607-A51E-4EFD-8772-BFCA4D0A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18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4DD4F8FC-DBBD-4F52-8BC4-1F8B4C27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Take the headset off or close the page. Answer from memory on the worksheet.</a:t>
            </a:r>
          </a:p>
        </p:txBody>
      </p:sp>
      <p:sp>
        <p:nvSpPr>
          <p:cNvPr id="7" name="a">
            <a:extLst xmlns:a="http://schemas.openxmlformats.org/drawingml/2006/main">
              <a:ext uri="{FF2B5EF4-FFF2-40B4-BE49-F238E27FC236}">
                <a16:creationId xmlns:a16="http://schemas.microsoft.com/office/drawing/2014/main" id="{9C6FAEDB-072B-436C-AA9C-D5832563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a)</a:t>
            </a:r>
          </a:p>
        </p:txBody>
      </p:sp>
      <p:sp>
        <p:nvSpPr>
          <p:cNvPr id="8" name="question-a">
            <a:extLst xmlns:a="http://schemas.openxmlformats.org/drawingml/2006/main">
              <a:ext uri="{FF2B5EF4-FFF2-40B4-BE49-F238E27FC236}">
                <a16:creationId xmlns:a16="http://schemas.microsoft.com/office/drawing/2014/main" id="{6B2BF4EA-272A-415D-B46E-43EF0DF1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581275"/>
            <a:ext cx="9944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 two benefits of a high-level language for staff maintaining a school quiz app. [4]</a:t>
            </a:r>
          </a:p>
        </p:txBody>
      </p:sp>
      <p:sp>
        <p:nvSpPr>
          <p:cNvPr id="9" name="b">
            <a:extLst xmlns:a="http://schemas.openxmlformats.org/drawingml/2006/main">
              <a:ext uri="{FF2B5EF4-FFF2-40B4-BE49-F238E27FC236}">
                <a16:creationId xmlns:a16="http://schemas.microsoft.com/office/drawing/2014/main" id="{9509E02A-7E28-413B-8372-24604E28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43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b)</a:t>
            </a:r>
          </a:p>
        </p:txBody>
      </p:sp>
      <p:sp>
        <p:nvSpPr>
          <p:cNvPr id="10" name="question-b">
            <a:extLst xmlns:a="http://schemas.openxmlformats.org/drawingml/2006/main">
              <a:ext uri="{FF2B5EF4-FFF2-40B4-BE49-F238E27FC236}">
                <a16:creationId xmlns:a16="http://schemas.microsoft.com/office/drawing/2014/main" id="{EA1267F7-E672-4AB5-8CC0-CE07B620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143375"/>
            <a:ext cx="99441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State one difference between assembly and machine code. [2]</a:t>
            </a:r>
          </a:p>
        </p:txBody>
      </p:sp>
    </p:spTree>
    <p:extLst>
      <p:ext uri="{BB962C8B-B14F-4D97-AF65-F5344CB8AC3E}">
        <p14:creationId xmlns:p14="http://schemas.microsoft.com/office/powerpoint/2010/main" val="1679400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F1F2C14-4C50-48A4-9B67-A997A262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DB8B4A9-62FC-49C3-9E8B-2D918615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01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C7269B5-94FA-4086-8755-DE73995D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 (c)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88a25d14d437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9C331FB-3C6F-4EEC-BBEB-57203449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18</a:t>
            </a:r>
          </a:p>
        </p:txBody>
      </p:sp>
      <p:sp>
        <p:nvSpPr>
          <p:cNvPr id="6" name="from-memory">
            <a:extLst xmlns:a="http://schemas.openxmlformats.org/drawingml/2006/main">
              <a:ext uri="{FF2B5EF4-FFF2-40B4-BE49-F238E27FC236}">
                <a16:creationId xmlns:a16="http://schemas.microsoft.com/office/drawing/2014/main" id="{BDF8659F-4B53-45A1-96E8-35452E8F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715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Keep the experience closed. Explain your reasoning in full sentences.</a:t>
            </a:r>
          </a:p>
        </p:txBody>
      </p:sp>
      <p:sp>
        <p:nvSpPr>
          <p:cNvPr id="7" name="c">
            <a:extLst xmlns:a="http://schemas.openxmlformats.org/drawingml/2006/main">
              <a:ext uri="{FF2B5EF4-FFF2-40B4-BE49-F238E27FC236}">
                <a16:creationId xmlns:a16="http://schemas.microsoft.com/office/drawing/2014/main" id="{629CF0F4-E195-43D7-9CCA-D8090133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81300"/>
            <a:ext cx="609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c)</a:t>
            </a:r>
          </a:p>
        </p:txBody>
      </p:sp>
      <p:sp>
        <p:nvSpPr>
          <p:cNvPr id="8" name="question-c">
            <a:extLst xmlns:a="http://schemas.openxmlformats.org/drawingml/2006/main">
              <a:ext uri="{FF2B5EF4-FFF2-40B4-BE49-F238E27FC236}">
                <a16:creationId xmlns:a16="http://schemas.microsoft.com/office/drawing/2014/main" id="{2397C953-3257-449B-B101-570ACDF6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81300"/>
            <a:ext cx="98679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Python program is moved to another computer. Explain one software requirement before it can run. [2]</a:t>
            </a:r>
          </a:p>
        </p:txBody>
      </p:sp>
      <p:sp>
        <p:nvSpPr>
          <p:cNvPr id="9" name="marks">
            <a:extLst xmlns:a="http://schemas.openxmlformats.org/drawingml/2006/main">
              <a:ext uri="{FF2B5EF4-FFF2-40B4-BE49-F238E27FC236}">
                <a16:creationId xmlns:a16="http://schemas.microsoft.com/office/drawing/2014/main" id="{B5E43C45-0F63-4BF1-AFCD-45A804E5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4387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Use the marks in brackets to judge how much detail to include.</a:t>
            </a:r>
          </a:p>
        </p:txBody>
      </p:sp>
    </p:spTree>
    <p:extLst>
      <p:ext uri="{BB962C8B-B14F-4D97-AF65-F5344CB8AC3E}">
        <p14:creationId xmlns:p14="http://schemas.microsoft.com/office/powerpoint/2010/main" val="7475317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9886798-8F0F-4B54-BAEC-A0540120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6D98F3-B670-4101-B9A9-2184D5A6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01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6C64587-B8D3-44DA-8AA8-1AB5AE6D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(a–b)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3b30c28030418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EFA3B3-6527-4E2D-9FE8-B1783E9B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910FB56C-D13F-443C-831C-7EB54AF5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scheme-a">
            <a:extLst xmlns:a="http://schemas.openxmlformats.org/drawingml/2006/main">
              <a:ext uri="{FF2B5EF4-FFF2-40B4-BE49-F238E27FC236}">
                <a16:creationId xmlns:a16="http://schemas.microsoft.com/office/drawing/2014/main" id="{41502BD5-C47A-4406-827D-A550F44A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 Readable source is easier for staff to understand. That makes updates easier to maintain. Useful libraries can provide existing functions. This reduces the amount of code staff need to develop.</a:t>
            </a:r>
          </a:p>
        </p:txBody>
      </p:sp>
      <p:sp>
        <p:nvSpPr>
          <p:cNvPr id="8" name="scheme-b">
            <a:extLst xmlns:a="http://schemas.openxmlformats.org/drawingml/2006/main">
              <a:ext uri="{FF2B5EF4-FFF2-40B4-BE49-F238E27FC236}">
                <a16:creationId xmlns:a16="http://schemas.microsoft.com/office/drawing/2014/main" id="{4030A590-8409-4747-8A49-22010C81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  Assembly uses readable mnemonics for instructions. Machine code represents processor instructions in binary.</a:t>
            </a:r>
          </a:p>
        </p:txBody>
      </p:sp>
    </p:spTree>
    <p:extLst>
      <p:ext uri="{BB962C8B-B14F-4D97-AF65-F5344CB8AC3E}">
        <p14:creationId xmlns:p14="http://schemas.microsoft.com/office/powerpoint/2010/main" val="14462437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0081A4B-6AC1-4816-AF79-691B19F4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60FA52-8505-4663-AF29-746E3C6A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01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723C30E-7C0B-4663-9CFD-AEBB0B68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 (c)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df6cc0d8974fb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FCDE95E-15E9-4DFC-BCC0-8290133C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367C08AF-7243-4EE2-AFA0-1DBD0A7C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 for the final question.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C971BC91-2C30-4670-9E94-EB7BAD54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38BA7518-F976-4AA8-9FBD-9CA4E93E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860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computer needs a compatible Python interpreter or runtime.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4CE5C16C-95D9-4554-BC9D-0CB5CA0D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909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C4346348-B81F-437B-A07E-C9085E2A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909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It executes the Python source, which the CPU cannot execute directly.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DBDD63D3-A34B-4614-BC00-7470B22F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AAD983A1-375A-4785-BE52-216AFD70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958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896523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368A0EC-80FD-4672-B2B2-DBDF6094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4A4DF14-4035-4380-8761-948455E2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01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6131C61-4DE8-4ADA-AA38-AF5838A8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2f085496a41a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D9F0318-AD5A-451A-9E2A-0B42908D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18 / 18</a:t>
            </a:r>
          </a:p>
        </p:txBody>
      </p:sp>
      <p:sp>
        <p:nvSpPr>
          <p:cNvPr id="6" name="confidence-instruction">
            <a:extLst xmlns:a="http://schemas.openxmlformats.org/drawingml/2006/main">
              <a:ext uri="{FF2B5EF4-FFF2-40B4-BE49-F238E27FC236}">
                <a16:creationId xmlns:a16="http://schemas.microsoft.com/office/drawing/2014/main" id="{21CCFCB5-9EEF-4D0C-ACC8-C2D3D4C2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On the worksheet, select Not yet, Getting there or Confident for each objective.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1445CA78-BAE2-4623-A518-59C7169A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B9CB63FA-CF41-41AC-AAF6-A489CFF3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Compare high-level and low-level languages.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BF24F2CF-D0BF-433B-A4BD-27BA2030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2EBB092A-60CB-4087-9DD4-5443676B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4327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Distinguish source code, assembly and machine code.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43B035FB-801C-4E05-87F1-800820CE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02E48C22-31AC-4A31-87AE-D3A00B3F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Justify language choices using project requirements.</a:t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CE4EAE46-F751-4F69-9E68-CFF078A9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F71661C6-7DB3-4EC1-B1E5-D88C7A61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0062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79929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2026-09-26T07:59:05.7760000Z</dcterms:created>
  <dcterms:modified xsi:type="dcterms:W3CDTF">2026-09-26T07:59:05.7760000Z</dcterms:modified>
</coreProperties>
</file>
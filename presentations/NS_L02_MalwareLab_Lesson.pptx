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Malware lab.
Open the experience at revise360.co.uk and hand out NS_L02_MalwareLab_Worksheet.docx.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malware?.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Viruses.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Worms.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Trojans.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Ransomware and spyware.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Stopping malware.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Keeping software and operating systems patched and up to date.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Worms, and work through its example again, aloud, with the class watching, then re-ask this question.
The course's own response to a wrong answer here: Worms exploit known weaknesses, which patches fix.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(ns-l02-s3-c2),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1.4 Network security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Malware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Malware is any software written to do harm. In the lab you'll meet each type, see how it spreads and what it does, and learn the defences that stop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the different types of malware spread, and what damage do they do?</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threats of various forms of malware</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identify and protect against malware</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1481328"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Malware</a:t>
            </a:r>
            <a:endParaRPr lang="en-US" sz="1200" dirty="0"/>
          </a:p>
        </p:txBody>
      </p:sp>
      <p:sp>
        <p:nvSpPr>
          <p:cNvPr id="16" name="Shape 14"/>
          <p:cNvSpPr/>
          <p:nvPr/>
        </p:nvSpPr>
        <p:spPr>
          <a:xfrm>
            <a:off x="2157984" y="4535424"/>
            <a:ext cx="1188720"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157984" y="4535424"/>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Virus</a:t>
            </a:r>
            <a:endParaRPr lang="en-US" sz="1200" dirty="0"/>
          </a:p>
        </p:txBody>
      </p:sp>
      <p:sp>
        <p:nvSpPr>
          <p:cNvPr id="18" name="Shape 16"/>
          <p:cNvSpPr/>
          <p:nvPr/>
        </p:nvSpPr>
        <p:spPr>
          <a:xfrm>
            <a:off x="3474720" y="4535424"/>
            <a:ext cx="1042416"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3474720" y="4535424"/>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Worm</a:t>
            </a:r>
            <a:endParaRPr lang="en-US" sz="1200" dirty="0"/>
          </a:p>
        </p:txBody>
      </p:sp>
      <p:sp>
        <p:nvSpPr>
          <p:cNvPr id="20" name="Shape 18"/>
          <p:cNvSpPr/>
          <p:nvPr/>
        </p:nvSpPr>
        <p:spPr>
          <a:xfrm>
            <a:off x="4645152" y="4535424"/>
            <a:ext cx="1335024"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4645152" y="4535424"/>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Trojan</a:t>
            </a:r>
            <a:endParaRPr lang="en-US" sz="1200" dirty="0"/>
          </a:p>
        </p:txBody>
      </p:sp>
      <p:sp>
        <p:nvSpPr>
          <p:cNvPr id="22" name="Shape 20"/>
          <p:cNvSpPr/>
          <p:nvPr/>
        </p:nvSpPr>
        <p:spPr>
          <a:xfrm>
            <a:off x="6108192" y="4535424"/>
            <a:ext cx="1920240"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6108192" y="4535424"/>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Ransomware</a:t>
            </a:r>
            <a:endParaRPr lang="en-US" sz="1200" dirty="0"/>
          </a:p>
        </p:txBody>
      </p:sp>
      <p:sp>
        <p:nvSpPr>
          <p:cNvPr id="24" name="Shape 22"/>
          <p:cNvSpPr/>
          <p:nvPr/>
        </p:nvSpPr>
        <p:spPr>
          <a:xfrm>
            <a:off x="8156448" y="4535424"/>
            <a:ext cx="1481328" cy="402336"/>
          </a:xfrm>
          <a:prstGeom prst="roundRect">
            <a:avLst>
              <a:gd name="adj" fmla="val 50000"/>
            </a:avLst>
          </a:prstGeom>
          <a:solidFill>
            <a:srgbClr val="FFFFFF"/>
          </a:solidFill>
          <a:ln w="12700">
            <a:solidFill>
              <a:srgbClr val="2D63FF"/>
            </a:solidFill>
            <a:prstDash val="solid"/>
          </a:ln>
        </p:spPr>
      </p:sp>
      <p:sp>
        <p:nvSpPr>
          <p:cNvPr id="25" name="Text 23"/>
          <p:cNvSpPr txBox="1"/>
          <p:nvPr/>
        </p:nvSpPr>
        <p:spPr>
          <a:xfrm>
            <a:off x="8156448"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Spyware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school laptop suddenly runs slowly, shows pop-ups and its files have odd names. Suggest three things that might have happened to it.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Malware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malware?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Malware is short for malicious software: any program written to damage or gain access to a system.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can delete or change files, steal data, spy on users or take control of a computer.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spreads through downloads, attachments, websites and USB sticks.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definition of malware in your own words.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Malware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Viruses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virus attaches itself to a file or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needs the user to run that file before it can do anything.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Once running, it copies itself into other files and spreads when those files are shared.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virus need a user to do something?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virus...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Worms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worm is self-replicating: it copies itself without any user action.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spreads across networks by finding weaknesses in software.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Worms can spread extremely fast and use up bandwidth and processing time.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can a worm spread faster than a virus?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worm...</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Trojans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trojan is disguised as legitimate software, such as a free game or a useful tool.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user installs it themselves, and it then does something harmful.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Trojans don't replicate, but they often open a backdoor for the attacker.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the trojan named after the wooden horse?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trojan...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Ransomware and spyware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Ransomware encrypts the user's files and demands a payment for the key.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Spyware secretly records what the user does, including keystrokes, and sends it to the attacker.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keylogger is a common form of spyware used to capture passwords.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are good backups the best defence against ransomware?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Ransomware... Spyware...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Stopping malware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Anti-malware software scans files and checks them against known threats.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Keep operating systems and applications patched and up to date.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Don't open unexpected attachments, and back up important files regularly.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Firewalls and user access levels limit what malware can reach.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four things a school could do to reduce malware infections.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protect against malware, you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Which defence helps most against worms?</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Deleting old emails</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Keeping software and operating systems patched and up to date</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Turning the monitor off</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Using a bigger hard drive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Identify the malware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infections have arrived in the lab. Tap the star and sort each description into the type of malware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first worm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Morris worm of 1988 was one of the first. It was meant as an experiment, but it slowed thousands of computers and led to the first conviction under a US computer crime law.</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WannaCry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2017, the WannaCry ransomware worm spread worldwide in hours and hit NHS hospitals, cancelling thousands of appointments. A patch already existed, but many systems hadn't installed it.</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Signatures and behaviour</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Anti-malware spots known malware by its 'signature', and unknown malware by watching for suspicious behaviour, such as a program encrypting lots of files.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Sandbox</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Security researchers run suspected malware inside a sandbox: an isolated virtual machine where it can do no harm.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Name two types of malware and state what each one does.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 worm can spread through a network faster than a virus.</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three measures a school could take to reduce malware infections.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malware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Viruses, worms, trojans, ransomware and spyware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Protecting against malware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Malware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1.4 Network security  |  Lesson 2 — Malware lab</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
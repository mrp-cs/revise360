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Malware lab.
Open the experience at revise360.co.uk and hand out NS_L02_MalwareLab_Worksheet.docx.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is malware?.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Viruses.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Worms.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Trojans.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Ransomware and spyware.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Stopping malware.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is any software written to do harm. In the lab you'll meet each type, see how it spreads and what it does, and learn the defences that stop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the different types of malware spread, and what damage do they do?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threats of various forms of malware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identify and protect against malware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57984" y="453542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57984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4535424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4535424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4535424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45152" y="453542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Trojan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08192" y="4535424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8192" y="45354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6448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56448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Spyware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school laptop suddenly runs slowly, shows pop-ups and its files have odd names. Suggest three things that might have happened to it.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Malware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malware?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is short for malicious software: any program written to damage or gain access to a system.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can delete or change files, steal data, spy on users or take control of a computer.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spreads through downloads, attachments, websites and USB sticks.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definition of malware in your own words.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Malware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Viruses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virus attaches itself to a file or program.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needs the user to run that file before it can do anything.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running, it copies itself into other files and spreads when those files are shared.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virus need a user to do something?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virus...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Worms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worm is self-replicating: it copies itself without any user action.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spreads across networks by finding weaknesses in software.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Worms can spread extremely fast and use up bandwidth and processing time.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can a worm spread faster than a virus?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worm...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Trojans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trojan is disguised as legitimate software, such as a free game or a useful tool.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 installs it themselves, and it then does something harmful.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Trojans don't replicate, but they often open a backdoor for the attacker.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the trojan named after the wooden horse?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trojan...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Ransomware and spyware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Ransomware encrypts the user's files and demands a payment for the key.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Spyware secretly records what the user does, including keystrokes, and sends it to the attacker.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keylogger is a common form of spyware used to capture passwords.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are good backups the best defence against ransomware?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Ransomware... Spyware...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Stopping malware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Anti-malware software scans files and checks them against known threats.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operating systems and applications patched and up to date.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Don't open unexpected attachments, and back up important files regularly.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Firewalls and user access levels limit what malware can reach.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Suggest four things a school could do to reduce malware infections.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protect against malware, you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the malware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infections have arrived in the lab. Tap the star and sort each description into the type of malware it describes.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worm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Morris worm of 1988 was one of the first. It was meant as an experiment, but it slowed thousands of computers and led to the first conviction under a US computer crime law.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WannaCry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2017, the WannaCry ransomware worm spread worldwide in hours and hit NHS hospitals, cancelling thousands of appointments. A patch already existed, but many systems hadn't installed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Signatures and behaviour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Anti-malware spots known malware by its 'signature', and unknown malware by watching for suspicious behaviour, such as a program encrypting lots of files.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researchers run suspected malware inside a sandbox: an isolated virtual machine where it can do no harm.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two types of malware and state what each one does.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worm can spread through a network faster than a virus.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three measures a school could take to reduce malware infections.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 Network security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malware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Viruses, worms, trojans, ransomware and spyware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Protecting against malware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Malware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1.4 Network security  |  Lesson 2 — Malware lab</dc:title>
  <dc:subject>OCR J277 GCSE Computer Science</dc:subject>
  <dc:creator>Revise 360 Ltd</dc:creator>
  <cp:lastModifiedBy>Revise 360 Ltd</cp:lastModifiedBy>
  <cp:revision>1</cp:revision>
  <dcterms:created xsi:type="dcterms:W3CDTF">2026-10-01T02:34:50Z</dcterms:created>
  <dcterms:modified xsi:type="dcterms:W3CDTF">2026-10-01T02:34:50Z</dcterms:modified>
</cp:coreProperties>
</file>
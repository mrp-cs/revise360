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8: Seating plan hall.
Open the experience at revise360.co.uk and hand out PR_L08_SeatingPlanHall_Worksheet.docx.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A list of lists.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Rows and columns.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Going through a grid.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Totalling a row.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Totalling a column.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Putting it together.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Seating plan hall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register, a seating plan and a scoreboard are all grids. A two-dimensional array stores one by putting a list inside a list, and the hall is where you learn to read and total it.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 Python course  |  Beyond the OCR J277 specification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index comes first when a program reads a cell, and why does swapping the two over give a different answer?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create a two-dimensional array as a list of lists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a row index and a column index together pick out one cell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use two nested loops to total a row, a column or a whole grid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265176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Two-dimensional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28416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28416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Array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45152" y="5468112"/>
            <a:ext cx="100584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45152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79008" y="5468112"/>
            <a:ext cx="133502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779008" y="5468112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Column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42048" y="5468112"/>
            <a:ext cx="206654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42048" y="5468112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Nested loop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436608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436608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Index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grid g holds two rows: 4, 9, 2 in the first and 7, 1, 6 in the second. Write down what g[0][2], g[1][0] and len(g) each give, and which row and column hold the 6.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Seating plan hall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before you type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task and its brief. Work out the inputs, what happens to them, and exactly what is printed.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it and run 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the program in the editor and press Run to see what it does. Then press Check to mark it against the tests.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failures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test that fails tells you what was expected and what came out. Fix and run it again - that is what programmers 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list of lists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two-dimensional array is a list whose items are themselves lists.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inner list is one row, and the rows normally all hold the same number of items.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expecting len() on a grid to count the cells, when it counts the rows.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many rows and how many columns does [[1, 2, 3], [4, 5, 6]] have?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table in a database and a grid in a program are stored much the same way: rows made of fields.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Rows and columns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grid[row][col] reads one cell, with the row first and the column second.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grid[row] on its own gives back that whole row as a list.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swapping the two indexes over, which reads a completely different cell.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index comes first when you read a cell, the row or the column?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exam writes this cell as array[1,2]; Python writes exactly the same cell as grid[1][2].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Going through a grid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nested loops visit every cell: the outer picks the row, the inner the column.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Print a new line after the inner loop ends, to start the next row.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putting that new line inside the inner loop, which prints one value per line.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loop should be the outer one if you want to print row by row?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grid of 10 rows by 10 columns holds 100 cells, so a nested loop over it runs 100 times.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Totalling a row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total one row, loop across the columns with the row index held still.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sum(grid[r]) does the same job in one step, once you know which row you want.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letting the row index change inside the loop, which totals the wrong cells.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index stays the same all the way through a row total?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Totalling every row and then totalling those totals gives the grand total of the whole grid.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Totalling a column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total one column, loop down the rows with the column index held still.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loop runs once for every row, so its range is len(grid).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using the number of columns as the range when travelling down a column.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 a column total loop over the rows rather than the columns?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Swapping the two loops over turns a row total into a column total, and nothing else changes.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Putting it together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search a grid, loop every cell and record the row and column where you found it.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found flag, set before the loops start, says whether anything matched at all.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Mistake: reporting only the row when the task asks where in the row it was too.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how you would find a name in a seating plan and report its row.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Searching every cell of a grid in turn is a linear search, just in two dimensions.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grid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scoreboard holds [[4, 7, 2], [5, 1, 9]] in a variable called grid. Tap the star and match each piece of Python to what it gives back.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Rows first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grid is described as rows by columns, so a 3 by 4 grid has 3 rows of 4 items each.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notations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Pseudocode in the exam writes a cell as array[1,2]. Python writes the same cell as grid[1][2].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long line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Memory is one long line of addresses, so a grid is stored row after row. Reading along a row is the natural direction.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sum() a row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sum() totals a list, so sum(grid[0]) totals a whole row in one step - but a column still needs a loop.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program that should total column 2 of a grid of 4 rows by 3 columns begins its loop with for r in range(len(grid[0])). Explain why this looks at the wrong number of cells, and write the line corrected.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a grid of 3 rows by 4 columns of merit points and prints the total for each row.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[5]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prints a grid of 2 rows by 3 columns of prices that is already stored in the program, one row to a line.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Creating a list of lists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Reading a cell with a row index and a column index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Totalling rows and columns with nested loops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Seating plan hall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 |  Lesson 8 — Seating plan hall</dc:title>
  <dc:subject>OCR J277 GCSE Computer Science</dc:subject>
  <dc:creator>Revise 360 Ltd</dc:creator>
  <cp:lastModifiedBy>Revise 360 Ltd</cp:lastModifiedBy>
  <cp:revision>1</cp:revision>
  <dcterms:created xsi:type="dcterms:W3CDTF">2026-10-01T23:56:57Z</dcterms:created>
  <dcterms:modified xsi:type="dcterms:W3CDTF">2026-10-01T23:56:57Z</dcterms:modified>
</cp:coreProperties>
</file>
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2: Truth table detectives.
Open the experience at revise360.co.uk and hand out BL_L02_TruthTableDetectives_Worksheet.docx.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Share the objectives, then go straight into the starter. Devices stay away for the first five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Silent start. Take two or three answers before moving on: this is where misconceptions surface.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 on writing before tapping. That single rule is the difference between revision and a quiz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1: Setting out a truth table.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2: Electric circuits.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3: NOT AND, NOT OR.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4: Three inputs.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5: NOT A AND (B OR C).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6: Four inputs.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them commit to an answer on paper before they tap the star. Guessing first costs them the learning.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these as a settler, or as something for early finishers to read in the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Timed and silent. Mark against the answer sheet, then ask students to record their weakest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copy their score-screen breakdown onto the worksheet, then rate themselves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17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B9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2.4 Boolean logic  |  Lesson 2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Truth table detectives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9184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7CDD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truth table shows the output of a circuit for every possible combination of inputs. Learn how to set one out, then solve one- and two-level circuits using intermediate columns.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4846320"/>
            <a:ext cx="2926080" cy="0"/>
          </a:xfrm>
          <a:prstGeom prst="line">
            <a:avLst/>
          </a:prstGeom>
          <a:noFill/>
          <a:ln w="31750">
            <a:solidFill>
              <a:srgbClr val="2D6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OCR J277 Paper 2  |  Computational thinking, algorithms and programming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2.4 Boolean logic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the end of this lesson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do you complete a truth table?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96596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how to complete truth tables from one- and two-level logic diagrams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21868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Key words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3602736"/>
            <a:ext cx="2066544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3602736"/>
            <a:ext cx="20665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Truth table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43200" y="3602736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743200" y="3602736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Input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059936" y="3602736"/>
            <a:ext cx="1335024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059936" y="3602736"/>
            <a:ext cx="13350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Output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522976" y="3602736"/>
            <a:ext cx="2212848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522976" y="3602736"/>
            <a:ext cx="22128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Intermediate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863840" y="3602736"/>
            <a:ext cx="2066544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863840" y="3602736"/>
            <a:ext cx="20665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Combination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10058400" y="3602736"/>
            <a:ext cx="1481328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058400" y="3602736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2ⁿ rows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2.4 Boolean logic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572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57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STARTER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788920" y="457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Five minutes, on paper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234440"/>
            <a:ext cx="1115568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1645920"/>
            <a:ext cx="10149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microwave only runs when the door is shut and the start button is pressed. A car beeps if either front door is open. Which logic gate does each one behave like?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7091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devices yet. Write your answer on the worksheet before anyone talks.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2.4 Boolean logic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Into the experience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Truth table detectives on revise360.co.uk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562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around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488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Six numbered stations are arranged around you. Turn right for 1 and 2, around for 3 and 4, left for 5 and 6.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Read, then write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1729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wall, write the key fact and your answer to the challenge on the worksheet.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922776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922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9044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Then tap the badge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19709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Only answer the questions once you have written. Your first answer is the one that counts.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946904"/>
            <a:ext cx="566928" cy="566928"/>
          </a:xfrm>
          <a:prstGeom prst="ellipse">
            <a:avLst/>
          </a:prstGeom>
          <a:solidFill>
            <a:srgbClr val="F4B94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946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928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down at the end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22122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starred final challenge is on the floor. Predict on paper first.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2.4 Boolean logic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Setting out a truth table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List every combination of inputs. Each input doubles the rows: 2 inputs give 4 rows, 3 give 8, 4 give 16.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Count up in binary: 00, 01, 10, 11.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Then work out the output for each row.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many rows would a truth table with 5 inputs need?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 complete a truth table, you...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2.4 Boolean logic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Electric circuits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Two switches in a row (series): the bulb lights only if both are on. That's AND.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Two switches side by side (parallel): the bulb lights if either is on. That's OR.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Design a circuit with switches that behaves like an OR gate.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Switches in series... Switches in parallel...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2.4 Boolean logic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NOT AND, NOT OR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NOT (A AND B): work out A AND B, then reverse every result.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NOT (A OR B): work out A OR B, then reverse every result.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 intermediate column for the bracket makes this easier.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Complete both truth tables at this station.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 find NOT (A AND B)...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2.4 Boolean logic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Three inputs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With three inputs there are 8 rows.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Use intermediate columns for each gate.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(A AND B) AND NOT C: work out A AND B, then NOT C, then AND them together.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rows of (A AND B) AND NOT C output 1?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With three inputs...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2.4 Boolean logic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NOT A AND (B OR C)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Work out NOT A in one column and B OR C in another.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Then AND those two columns together.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output is 1 only when A is 0 and at least one of B and C is 1.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Explain why every row where A = 1 gives an output of 0.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For NOT A AND (B OR C)...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2.4 Boolean logic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Four inputs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Four inputs need 16 rows.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Group the inputs: (A OR B) and (C AND D) can be worked out separately.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Then combine the two intermediate columns.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the expression for the diagram in the experience.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With four inputs...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2.4 Boolean logic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38912"/>
            <a:ext cx="3108960" cy="502920"/>
          </a:xfrm>
          <a:prstGeom prst="roundRect">
            <a:avLst>
              <a:gd name="adj" fmla="val 18182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38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 FINAL CHALLENGE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0972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Detective's table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111556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2331720"/>
            <a:ext cx="10149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Complete the full truth table, using the intermediate columns to help you.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5262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Predict on paper first, then look down and test it.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2.4 Boolean logic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Worth knowing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information markers dotted around the room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Binary counting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input columns of a truth table are just binary numbers counting up: 000, 001, 010 and so on. That's why there are 2ⁿ rows.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 Morgan's law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NOT (A AND B) always gives the same result as NOT A OR NOT B. This rule, called De Morgan's law, lets engineers simplify circuits.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Light switches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two-way light switches at the top and bottom of many staircases work like an XOR gate: flipping either switch changes the light.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37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Truth tables everywhere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Engineers use truth tables to test that circuits do exactly what they should, before building them.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2.4 Boolean logic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Exam practice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Devices away. Answer from memory on the worksheet.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38528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State how many rows a truth table needs for four inputs.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515600" y="2130552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2130552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[1]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127248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236976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Complete a truth table for Q = NOT P OR (Q AND R) on the back of this sheet.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0515600" y="3429000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515600" y="3429000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[8]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2.4 Boolean logic  |  Lesson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Before you go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Rate yourself on each of these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2024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Setting out a truth table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595360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0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674352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74352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753344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753344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88036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288036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One-level truth tables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595360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0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674352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74352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0753344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753344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84048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384048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Two-level truth tables with intermediate columns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595360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95360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74352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74352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753344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753344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507492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Anything marked Focus here: reopen Truth table detectives and use review mode on the questions you got wrong.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Revise 360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2.4 Boolean logic  |  Lesson 2 — Truth table detectives</dc:title>
  <dc:subject>OCR J277 GCSE Computer Science</dc:subject>
  <dc:creator>Revise 360 Ltd</dc:creator>
  <cp:lastModifiedBy>Revise 360 Ltd</cp:lastModifiedBy>
  <cp:revision>1</cp:revision>
  <dcterms:created xsi:type="dcterms:W3CDTF">2026-10-01T02:34:51Z</dcterms:created>
  <dcterms:modified xsi:type="dcterms:W3CDTF">2026-10-01T02:34:51Z</dcterms:modified>
</cp:coreProperties>
</file>
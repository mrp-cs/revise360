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7: Halving hall.
Open the experience at revise360.co.uk and hand out AL_L07_Halvinghall_Worksheet.docx.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How it works.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The one condition.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Why it is so fast.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Comparing the two searches.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Writing it down.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Answering binary search questions.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Halving hall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at the middle item and you can throw away half the list in one comparison. A binary search is dramatically faster than a linear search, at one price: the list must be in order.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OCR J277 Paper 2  |  Computational thinking, algorithms and programming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does a binary search work, and why is it so much faster?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the binary search algorithm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the condition a list must meet for a binary search to work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which searching algorithm is quicker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235915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2359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Binary search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035808" y="5468112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035808" y="546811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Sorted list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230368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230368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Midpoint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986016" y="5468112"/>
            <a:ext cx="309067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86016" y="5468112"/>
            <a:ext cx="3090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Divide and conquer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Think of a number between 1 and 100. How many yes/no questions would a friend need to guess it? What is the best question to ask first?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Halving hall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Read, then write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wall, write the key fact and your answer to the challenge on the worksheet.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tap the badge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answer the questions once you have written. Your first answer is the one that counts.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down at the end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starred final challenge is on the floor. Predict on paper first.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Check the middle item of the list.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it matches, stop. If the target is larger, discard the lower half; if smaller, discard the upper half.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Repeat on what is left until you find it or nothing remains.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a binary search in four steps of your own.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binary search works by...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one condition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list must be in order, or the algorithm cannot know which half to discard.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the data is unsorted, it must be sorted first, which takes time.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Sorting once and searching many times is the situation where it pays.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why a binary search cannot be used on an unsorted list.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binary search requires...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it is so fast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comparison halves what is left.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of 1,000 items takes about 10 checks; a million takes about 20.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Doubling the list adds one comparison, not a thousand.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out roughly how many checks a binary search needs for 64 items.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binary search is fast because...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Comparing the two searches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Linear: any order, simple, slow on large data.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Binary: must be sorted, more complex, very fast on large data.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a handful of items the difference doesn't matter; for millions it decides whether the system works.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Make a table comparing linear and binary search on three points.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Linear and binary searches differ because...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it down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 two pointers: left at 0 and right at the last index.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midpoint is (left + right) divided by two, rounded down.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Move left or right past the midpoint depending on the comparison.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pseudocode for a binary search.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Pseudocode for a binary search...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Answering binary search questions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Always state that the list must be sorted: it is usually worth a mark.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the midpoint comparison and the discarding of half.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asked to show the steps, write down the midpoint checked at each stage.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a five-mark answer describing a binary search on a list of 15 names.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answer a binary search question, I should...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Halve it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sorted list of eleven values. Tap the star and run two binary searches.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dictionary method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Opening a dictionary in the middle and deciding which half to keep is a binary search. Most people do it without being taught.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Famously hard to write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study found most programmers write a buggy binary search on the first attempt, usually getting the midpoint or the pointers wrong.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Twenty questions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game works because twenty yes/no questions can distinguish about a million possibilities, exactly the binary search maths.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Big O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 A level this is O(log n): the work grows with the logarithm of the list size, which is why it barely grows at all.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how a binary search works.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State the condition a list must meet before a binary search can be used.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[1]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sorted list contains 1,000 items. Compare the number of comparisons needed by a linear search and a binary search in the worst case.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a binary search works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the list must be sorted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Comparing linear and binary searches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Halving hall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2.1 Algorithms  |  Lesson 7 — Halving hall</dc:title>
  <dc:subject>OCR J277 GCSE Computer Science</dc:subject>
  <dc:creator>Revise 360 Ltd</dc:creator>
  <cp:lastModifiedBy>Revise 360 Ltd</cp:lastModifiedBy>
  <cp:revision>1</cp:revision>
  <dcterms:created xsi:type="dcterms:W3CDTF">2026-09-30T12:05:32Z</dcterms:created>
  <dcterms:modified xsi:type="dcterms:W3CDTF">2026-09-30T12:05:32Z</dcterms:modified>
</cp:coreProperties>
</file>
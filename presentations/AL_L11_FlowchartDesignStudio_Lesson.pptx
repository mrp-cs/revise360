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f4fd6eef91416f" /><Relationship Type="http://schemas.openxmlformats.org/officeDocument/2006/relationships/extended-properties" Target="/docProps/app.xml" Id="Rf3db185282144809" /><Relationship Type="http://schemas.openxmlformats.org/officeDocument/2006/relationships/officeDocument" Target="/ppt/presentation.xml" Id="R487c892c383b45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54135058074cd7"/>
  </p:sldMasterIdLst>
  <p:notesMasterIdLst>
    <p:notesMasterId xmlns:r="http://schemas.openxmlformats.org/officeDocument/2006/relationships" r:id="R742f6c3cdd5c4fcd"/>
  </p:notesMasterIdLst>
  <p:sldIdLst>
    <p:sldId xmlns:r="http://schemas.openxmlformats.org/officeDocument/2006/relationships" id="256" r:id="R762cbc068e26432f"/>
    <p:sldId xmlns:r="http://schemas.openxmlformats.org/officeDocument/2006/relationships" id="257" r:id="R1b5452ba2e174d0b"/>
    <p:sldId xmlns:r="http://schemas.openxmlformats.org/officeDocument/2006/relationships" id="258" r:id="R765be8f676cf40a6"/>
    <p:sldId xmlns:r="http://schemas.openxmlformats.org/officeDocument/2006/relationships" id="259" r:id="Reb93d6e4d0144e36"/>
    <p:sldId xmlns:r="http://schemas.openxmlformats.org/officeDocument/2006/relationships" id="260" r:id="Rcebd82460fe8408d"/>
    <p:sldId xmlns:r="http://schemas.openxmlformats.org/officeDocument/2006/relationships" id="261" r:id="Re321c9cf2cca4a8e"/>
    <p:sldId xmlns:r="http://schemas.openxmlformats.org/officeDocument/2006/relationships" id="262" r:id="R816a3fa1dc24411a"/>
    <p:sldId xmlns:r="http://schemas.openxmlformats.org/officeDocument/2006/relationships" id="263" r:id="R69422e56c056487b"/>
    <p:sldId xmlns:r="http://schemas.openxmlformats.org/officeDocument/2006/relationships" id="264" r:id="R931dbd7c4e514fec"/>
    <p:sldId xmlns:r="http://schemas.openxmlformats.org/officeDocument/2006/relationships" id="265" r:id="R7fbab5262d404b2f"/>
    <p:sldId xmlns:r="http://schemas.openxmlformats.org/officeDocument/2006/relationships" id="266" r:id="Rf3a3cea24f8f4c45"/>
    <p:sldId xmlns:r="http://schemas.openxmlformats.org/officeDocument/2006/relationships" id="267" r:id="Rcac4685e8e144781"/>
    <p:sldId xmlns:r="http://schemas.openxmlformats.org/officeDocument/2006/relationships" id="268" r:id="R3e1006fe680e4066"/>
    <p:sldId xmlns:r="http://schemas.openxmlformats.org/officeDocument/2006/relationships" id="269" r:id="R0e741c3468904560"/>
    <p:sldId xmlns:r="http://schemas.openxmlformats.org/officeDocument/2006/relationships" id="270" r:id="R74ce9084e43b4446"/>
    <p:sldId xmlns:r="http://schemas.openxmlformats.org/officeDocument/2006/relationships" id="271" r:id="R422a3f177ac240b6"/>
    <p:sldId xmlns:r="http://schemas.openxmlformats.org/officeDocument/2006/relationships" id="272" r:id="R104fad8f0b23459a"/>
    <p:sldId xmlns:r="http://schemas.openxmlformats.org/officeDocument/2006/relationships" id="273" r:id="R22e93c15ebe642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61d7148d9444e9" /><Relationship Type="http://schemas.openxmlformats.org/officeDocument/2006/relationships/slideMaster" Target="/ppt/slideMasters/slideMaster1.xml" Id="Rdc54135058074cd7" /><Relationship Type="http://schemas.openxmlformats.org/officeDocument/2006/relationships/notesMaster" Target="/ppt/notesMasters/notesMaster1.xml" Id="R742f6c3cdd5c4fcd" /><Relationship Type="http://schemas.openxmlformats.org/officeDocument/2006/relationships/presProps" Target="/ppt/presProps.xml" Id="Rbe208b90940d4d87" /><Relationship Type="http://schemas.openxmlformats.org/officeDocument/2006/relationships/tableStyles" Target="/ppt/tableStyles.xml" Id="R8582971b265349a5" /><Relationship Type="http://schemas.openxmlformats.org/officeDocument/2006/relationships/slide" Target="/ppt/slides/slide1.xml" Id="R762cbc068e26432f" /><Relationship Type="http://schemas.openxmlformats.org/officeDocument/2006/relationships/slide" Target="/ppt/slides/slide2.xml" Id="R1b5452ba2e174d0b" /><Relationship Type="http://schemas.openxmlformats.org/officeDocument/2006/relationships/slide" Target="/ppt/slides/slide3.xml" Id="R765be8f676cf40a6" /><Relationship Type="http://schemas.openxmlformats.org/officeDocument/2006/relationships/slide" Target="/ppt/slides/slide4.xml" Id="Reb93d6e4d0144e36" /><Relationship Type="http://schemas.openxmlformats.org/officeDocument/2006/relationships/slide" Target="/ppt/slides/slide5.xml" Id="Rcebd82460fe8408d" /><Relationship Type="http://schemas.openxmlformats.org/officeDocument/2006/relationships/slide" Target="/ppt/slides/slide6.xml" Id="Re321c9cf2cca4a8e" /><Relationship Type="http://schemas.openxmlformats.org/officeDocument/2006/relationships/slide" Target="/ppt/slides/slide7.xml" Id="R816a3fa1dc24411a" /><Relationship Type="http://schemas.openxmlformats.org/officeDocument/2006/relationships/slide" Target="/ppt/slides/slide8.xml" Id="R69422e56c056487b" /><Relationship Type="http://schemas.openxmlformats.org/officeDocument/2006/relationships/slide" Target="/ppt/slides/slide9.xml" Id="R931dbd7c4e514fec" /><Relationship Type="http://schemas.openxmlformats.org/officeDocument/2006/relationships/slide" Target="/ppt/slides/slide10.xml" Id="R7fbab5262d404b2f" /><Relationship Type="http://schemas.openxmlformats.org/officeDocument/2006/relationships/slide" Target="/ppt/slides/slide11.xml" Id="Rf3a3cea24f8f4c45" /><Relationship Type="http://schemas.openxmlformats.org/officeDocument/2006/relationships/slide" Target="/ppt/slides/slide12.xml" Id="Rcac4685e8e144781" /><Relationship Type="http://schemas.openxmlformats.org/officeDocument/2006/relationships/slide" Target="/ppt/slides/slide13.xml" Id="R3e1006fe680e4066" /><Relationship Type="http://schemas.openxmlformats.org/officeDocument/2006/relationships/slide" Target="/ppt/slides/slide14.xml" Id="R0e741c3468904560" /><Relationship Type="http://schemas.openxmlformats.org/officeDocument/2006/relationships/slide" Target="/ppt/slides/slide15.xml" Id="R74ce9084e43b4446" /><Relationship Type="http://schemas.openxmlformats.org/officeDocument/2006/relationships/slide" Target="/ppt/slides/slide16.xml" Id="R422a3f177ac240b6" /><Relationship Type="http://schemas.openxmlformats.org/officeDocument/2006/relationships/slide" Target="/ppt/slides/slide17.xml" Id="R104fad8f0b23459a" /><Relationship Type="http://schemas.openxmlformats.org/officeDocument/2006/relationships/slide" Target="/ppt/slides/slide18.xml" Id="R22e93c15ebe642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26f61e4fff42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7ed436f3544ba8" /><Relationship Type="http://schemas.openxmlformats.org/officeDocument/2006/relationships/notesMaster" Target="/ppt/notesMasters/notesMaster1.xml" Id="Rfd067a58a0684f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2fbe7946ca4523" /><Relationship Type="http://schemas.openxmlformats.org/officeDocument/2006/relationships/notesMaster" Target="/ppt/notesMasters/notesMaster1.xml" Id="R79181431c0d945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a1283bfe674342" /><Relationship Type="http://schemas.openxmlformats.org/officeDocument/2006/relationships/notesMaster" Target="/ppt/notesMasters/notesMaster1.xml" Id="Rfe11a43f2f404b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0aac51db224bc9" /><Relationship Type="http://schemas.openxmlformats.org/officeDocument/2006/relationships/notesMaster" Target="/ppt/notesMasters/notesMaster1.xml" Id="Rbd87a63a31f343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35eaa8395f418f" /><Relationship Type="http://schemas.openxmlformats.org/officeDocument/2006/relationships/notesMaster" Target="/ppt/notesMasters/notesMaster1.xml" Id="Rd245e32ee98e49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ab342b9c5f4279" /><Relationship Type="http://schemas.openxmlformats.org/officeDocument/2006/relationships/notesMaster" Target="/ppt/notesMasters/notesMaster1.xml" Id="Rfedb17ff38de42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3a4f9c61fa4385" /><Relationship Type="http://schemas.openxmlformats.org/officeDocument/2006/relationships/notesMaster" Target="/ppt/notesMasters/notesMaster1.xml" Id="R9516e309dc6f4b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1296d812ec4b06" /><Relationship Type="http://schemas.openxmlformats.org/officeDocument/2006/relationships/notesMaster" Target="/ppt/notesMasters/notesMaster1.xml" Id="Ra7482e49adcd4f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013fecbc9c4fad" /><Relationship Type="http://schemas.openxmlformats.org/officeDocument/2006/relationships/notesMaster" Target="/ppt/notesMasters/notesMaster1.xml" Id="Rf057e9c8d1334c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fbac7328794eba" /><Relationship Type="http://schemas.openxmlformats.org/officeDocument/2006/relationships/notesMaster" Target="/ppt/notesMasters/notesMaster1.xml" Id="R68a69738c80a40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0acbecf4f4462e" /><Relationship Type="http://schemas.openxmlformats.org/officeDocument/2006/relationships/notesMaster" Target="/ppt/notesMasters/notesMaster1.xml" Id="R07b81f84d7cc40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07585bcce94c93" /><Relationship Type="http://schemas.openxmlformats.org/officeDocument/2006/relationships/notesMaster" Target="/ppt/notesMasters/notesMaster1.xml" Id="Re7c9dcffbcbb46a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d7e8a5321a44016" /><Relationship Type="http://schemas.openxmlformats.org/officeDocument/2006/relationships/notesMaster" Target="/ppt/notesMasters/notesMaster1.xml" Id="R613ae0ca5ba94c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3b45346671d499a" /><Relationship Type="http://schemas.openxmlformats.org/officeDocument/2006/relationships/notesMaster" Target="/ppt/notesMasters/notesMaster1.xml" Id="Rc300ddc724d545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d2b2e371f914c31" /><Relationship Type="http://schemas.openxmlformats.org/officeDocument/2006/relationships/notesMaster" Target="/ppt/notesMasters/notesMaster1.xml" Id="R659bbb5000fa4f7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1bc4cc99fac437e" /><Relationship Type="http://schemas.openxmlformats.org/officeDocument/2006/relationships/notesMaster" Target="/ppt/notesMasters/notesMaster1.xml" Id="Rb090267e7bac4b5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fc9367636b748b7" /><Relationship Type="http://schemas.openxmlformats.org/officeDocument/2006/relationships/notesMaster" Target="/ppt/notesMasters/notesMaster1.xml" Id="Rdfd7bfc9f11b43c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d7284ea27944f5f" /><Relationship Type="http://schemas.openxmlformats.org/officeDocument/2006/relationships/notesMaster" Target="/ppt/notesMasters/notesMaster1.xml" Id="R38db3ed3bd194a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11: Producing algorithms: flowcharts.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11: Producing algorithms: flowcharts.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11: Producing algorithms: flowcharts.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11: Producing algorithms: flowcharts.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11: Producing algorithms: flowcharts.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11: Producing algorithms: flowcharts.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11: Producing algorithms: flowcharts.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Allow approximately 25–30 minutes for the experience and worksheet. Pupils record facts in their own words.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11: Producing algorithms: flowcharts.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11: Producing algorithms: flowcharts.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11: Producing algorithms: flowcharts.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11: Producing algorithms: flowcharts.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11: Producing algorithms: flowcharts.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11: Producing algorithms: flowcharts.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11: Producing algorithms: flowcharts.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Close the experience before attempting the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11: Producing algorithms: flowcharts.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11: Producing algorithms: flowcharts.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11: Producing algorithms: flowcharts.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11: Producing algorithms: flowcharts.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0edff86e6146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d6daa3cac24a2c" /><Relationship Type="http://schemas.openxmlformats.org/officeDocument/2006/relationships/slideLayout" Target="/ppt/slideLayouts/slideLayout1.xml" Id="Rbfa22b1d4c8f46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a22b1d4c8f46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897a5eb274580" /><Relationship Type="http://schemas.openxmlformats.org/officeDocument/2006/relationships/image" Target="/ppt/media/image.png" Id="R5dcf768e56df4764" /><Relationship Type="http://schemas.openxmlformats.org/officeDocument/2006/relationships/image" Target="/ppt/media/image.jpeg" Id="R284e8537ac484a8f" /><Relationship Type="http://schemas.openxmlformats.org/officeDocument/2006/relationships/notesSlide" Target="/ppt/notesSlides/notesSlide1.xml" Id="Re23c04b562464b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ec750a91b4bf9" /><Relationship Type="http://schemas.openxmlformats.org/officeDocument/2006/relationships/image" Target="/ppt/media/image2.png" Id="Rf2363eb6b3cb4036" /><Relationship Type="http://schemas.openxmlformats.org/officeDocument/2006/relationships/notesSlide" Target="/ppt/notesSlides/notesSlide2.xml" Id="Rb17b864392aa41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24eab1d194e77" /><Relationship Type="http://schemas.openxmlformats.org/officeDocument/2006/relationships/image" Target="/ppt/media/image3.png" Id="R5f9bc99b1b6f45f8" /><Relationship Type="http://schemas.openxmlformats.org/officeDocument/2006/relationships/notesSlide" Target="/ppt/notesSlides/notesSlide3.xml" Id="R02fd68f79ba240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20712005f4bb1" /><Relationship Type="http://schemas.openxmlformats.org/officeDocument/2006/relationships/image" Target="/ppt/media/image4.png" Id="R04b5e656135b4548" /><Relationship Type="http://schemas.openxmlformats.org/officeDocument/2006/relationships/notesSlide" Target="/ppt/notesSlides/notesSlide4.xml" Id="R3d954c63a75b48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c908f85ac46de" /><Relationship Type="http://schemas.openxmlformats.org/officeDocument/2006/relationships/image" Target="/ppt/media/image5.png" Id="Rbb159169f3254ad1" /><Relationship Type="http://schemas.openxmlformats.org/officeDocument/2006/relationships/notesSlide" Target="/ppt/notesSlides/notesSlide5.xml" Id="Rb25854e6f2ef48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862e05e5a4143" /><Relationship Type="http://schemas.openxmlformats.org/officeDocument/2006/relationships/image" Target="/ppt/media/image6.png" Id="Rc63ea09dbc3449bd" /><Relationship Type="http://schemas.openxmlformats.org/officeDocument/2006/relationships/notesSlide" Target="/ppt/notesSlides/notesSlide6.xml" Id="R0359edd0681a49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5dfcac7264ae3" /><Relationship Type="http://schemas.openxmlformats.org/officeDocument/2006/relationships/image" Target="/ppt/media/image7.png" Id="R979aaa27b3fd4253" /><Relationship Type="http://schemas.openxmlformats.org/officeDocument/2006/relationships/notesSlide" Target="/ppt/notesSlides/notesSlide7.xml" Id="R3bf0982905364e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5799ec36c4d4a" /><Relationship Type="http://schemas.openxmlformats.org/officeDocument/2006/relationships/image" Target="/ppt/media/image8.png" Id="R983f23f812f248f7" /><Relationship Type="http://schemas.openxmlformats.org/officeDocument/2006/relationships/notesSlide" Target="/ppt/notesSlides/notesSlide8.xml" Id="R038d81938f0f44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4daa1223d4824" /><Relationship Type="http://schemas.openxmlformats.org/officeDocument/2006/relationships/image" Target="/ppt/media/image9.png" Id="R45032dd9296b4646" /><Relationship Type="http://schemas.openxmlformats.org/officeDocument/2006/relationships/notesSlide" Target="/ppt/notesSlides/notesSlide9.xml" Id="R6f4716ebaf0542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4b5d42374407f" /><Relationship Type="http://schemas.openxmlformats.org/officeDocument/2006/relationships/image" Target="/ppt/media/image10.png" Id="R39aa09891e9c4c99" /><Relationship Type="http://schemas.openxmlformats.org/officeDocument/2006/relationships/notesSlide" Target="/ppt/notesSlides/notesSlide10.xml" Id="Ra6e5dfcca2944e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284074a5f43f8" /><Relationship Type="http://schemas.openxmlformats.org/officeDocument/2006/relationships/image" Target="/ppt/media/image11.png" Id="Rcb6755d2b2c34f96" /><Relationship Type="http://schemas.openxmlformats.org/officeDocument/2006/relationships/notesSlide" Target="/ppt/notesSlides/notesSlide11.xml" Id="Red8b2ad7769446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4bdc99c684388" /><Relationship Type="http://schemas.openxmlformats.org/officeDocument/2006/relationships/image" Target="/ppt/media/image12.png" Id="R3581a50c8f3b4c6d" /><Relationship Type="http://schemas.openxmlformats.org/officeDocument/2006/relationships/notesSlide" Target="/ppt/notesSlides/notesSlide12.xml" Id="Rce3ee242708e45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c72040e0e4704" /><Relationship Type="http://schemas.openxmlformats.org/officeDocument/2006/relationships/image" Target="/ppt/media/image13.png" Id="R4894fc2da1d448ad" /><Relationship Type="http://schemas.openxmlformats.org/officeDocument/2006/relationships/notesSlide" Target="/ppt/notesSlides/notesSlide13.xml" Id="R7fa2338c1eec4d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a581bca924c0f" /><Relationship Type="http://schemas.openxmlformats.org/officeDocument/2006/relationships/image" Target="/ppt/media/image14.png" Id="R4c76b0d907364596" /><Relationship Type="http://schemas.openxmlformats.org/officeDocument/2006/relationships/notesSlide" Target="/ppt/notesSlides/notesSlide14.xml" Id="R0c2f79143e9e453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4096b0ff444fb" /><Relationship Type="http://schemas.openxmlformats.org/officeDocument/2006/relationships/image" Target="/ppt/media/image15.png" Id="Re34043e012d34d18" /><Relationship Type="http://schemas.openxmlformats.org/officeDocument/2006/relationships/notesSlide" Target="/ppt/notesSlides/notesSlide15.xml" Id="Rcd77b57bfaf740e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4faa4fcff4180" /><Relationship Type="http://schemas.openxmlformats.org/officeDocument/2006/relationships/image" Target="/ppt/media/image16.png" Id="Re09b1d19d0744ad0" /><Relationship Type="http://schemas.openxmlformats.org/officeDocument/2006/relationships/notesSlide" Target="/ppt/notesSlides/notesSlide16.xml" Id="R1f62b6bd0527496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b6b49a8fb4edd" /><Relationship Type="http://schemas.openxmlformats.org/officeDocument/2006/relationships/image" Target="/ppt/media/image17.png" Id="Re673f830496f453b" /><Relationship Type="http://schemas.openxmlformats.org/officeDocument/2006/relationships/notesSlide" Target="/ppt/notesSlides/notesSlide17.xml" Id="Ra01dad25f9144b1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1b83de81d426c" /><Relationship Type="http://schemas.openxmlformats.org/officeDocument/2006/relationships/image" Target="/ppt/media/image18.png" Id="Rf1fcdb3b32a740bb" /><Relationship Type="http://schemas.openxmlformats.org/officeDocument/2006/relationships/notesSlide" Target="/ppt/notesSlides/notesSlide18.xml" Id="R92e4dab0bc9f45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A49B242-0A93-4CAA-A976-B7B85414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C87B069-4AE3-41FB-8E32-622FAD07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11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3815F20-9933-4640-9E82-67A009EF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FLOWCHART DESIGN STUDIO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f768e56df476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48E3C81-C842-45B0-92BB-277816F0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18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1D1867E6-9160-4B7B-B718-C2045EBD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Producing algorithms: flowcharts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DB6C6EAB-F00F-49E7-BB96-0088CAEA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DO NOW: RESEARCH AND DISCUSS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00081038-3E7F-400E-8756-EE3640E7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How could a diagram make a decision easier to check?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e8537ac484a8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76950" y="1931789"/>
            <a:ext cx="5400675" cy="33754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51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29D0D74-D405-4298-8504-19625DD8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C94BCC8-515D-47EA-B6E2-2B7D4AC1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11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B715B87-24C3-4EB0-A531-09F2927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63eb6b3cb403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46EE4D-4656-4BC2-8F50-308BDCE2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F21E87F-93E4-451F-AB4E-8822ED37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6CD32E7-7220-4C45-83BD-1A75D522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Recognise flowchart symbols.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27D15F66-C79A-48FB-A458-5FCABD71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6D66A0FC-FF53-4CDB-B571-D4D170C6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Follow decision paths.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214AB879-F5E1-46A1-B3B7-732C3DA0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47E0FF81-472A-4959-B572-95A0EA47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Create a complete flowchart.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43B6C4DF-53E7-4684-A2E0-0FBDE1EF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B7588F05-DB7C-4321-91CF-115D3867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95093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89AE9BD-4456-44D0-A496-4A71599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D7E3F66-12BD-4737-B732-CF062507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11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2E71EDE-630B-477B-8324-3C6B882C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bc99b1b6f45f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CED2EF-8770-4B94-8FF7-8186209C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18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4CABB616-5B19-458F-ADE4-F043686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program reads age, checks age &gt;= 12 and prints a result. Which step is a decision?</a:t>
            </a:r>
          </a:p>
        </p:txBody>
      </p:sp>
    </p:spTree>
    <p:extLst>
      <p:ext uri="{BB962C8B-B14F-4D97-AF65-F5344CB8AC3E}">
        <p14:creationId xmlns:p14="http://schemas.microsoft.com/office/powerpoint/2010/main" val="206125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CE6C1A7-1190-46F6-B558-07CF48F6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1A9E94E-2324-4A21-8E1F-53F06181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2F7C639-9A4F-4B2E-A66B-E7FC7229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5e656135b454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810CE3C-06F6-401D-921D-2679EFD1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04B18CF0-64CE-463F-A9B8-6A6A21ED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57E31F4-31D7-4905-A796-BE34CBF2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9250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check age &gt;= 12 is a decision because it has true and false paths.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9E7E19B-3986-45FC-B0B8-7910C783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AA142279-1763-4095-BB35-E7C2790B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9256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8B0042C-2776-4B77-8450-5D698DB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3158093-4E51-4193-8466-193E324E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11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8721011-60E3-4A46-ACE7-07BEAB79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59169f3254ad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FC27DE5-76DC-4F16-881C-303A1916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18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B76E08EA-1329-4F7D-B904-1FFEF4D2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072ACAD3-9670-4434-9EBA-05DBFA23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Flowchart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8F18C87-2E1F-4B72-8996-4CD90B50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1C1C0B9C-20D9-4654-9F28-D51D1DA9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Decision</a:t>
            </a:r>
          </a:p>
        </p:txBody>
      </p:sp>
    </p:spTree>
    <p:extLst>
      <p:ext uri="{BB962C8B-B14F-4D97-AF65-F5344CB8AC3E}">
        <p14:creationId xmlns:p14="http://schemas.microsoft.com/office/powerpoint/2010/main" val="942032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07CAA27-6A33-4D26-8EEC-DDD6F195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C8C088F-E4C7-463F-A500-13D69523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AF3A2E8-08E7-4B52-8CB0-E9EDFA86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ea09dbc3449b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1FD2F40-F2E4-4894-A4B9-2F16BF1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18</a:t>
            </a:r>
          </a:p>
        </p:txBody>
      </p:sp>
      <p:sp>
        <p:nvSpPr>
          <p:cNvPr id="6" name="answer-term-0">
            <a:extLst xmlns:a="http://schemas.openxmlformats.org/drawingml/2006/main">
              <a:ext uri="{FF2B5EF4-FFF2-40B4-BE49-F238E27FC236}">
                <a16:creationId xmlns:a16="http://schemas.microsoft.com/office/drawing/2014/main" id="{C05575DA-F440-47EE-AADE-AE15CCD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Flowchart</a:t>
            </a:r>
          </a:p>
        </p:txBody>
      </p:sp>
      <p:sp>
        <p:nvSpPr>
          <p:cNvPr id="7" name="answer-definition-0">
            <a:extLst xmlns:a="http://schemas.openxmlformats.org/drawingml/2006/main">
              <a:ext uri="{FF2B5EF4-FFF2-40B4-BE49-F238E27FC236}">
                <a16:creationId xmlns:a16="http://schemas.microsoft.com/office/drawing/2014/main" id="{C6F926E0-3B0C-455B-B77A-C8974AE3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diagram using symbols and arrows to show an algorithm.</a:t>
            </a:r>
          </a:p>
        </p:txBody>
      </p:sp>
      <p:sp>
        <p:nvSpPr>
          <p:cNvPr id="8" name="answer-term-1">
            <a:extLst xmlns:a="http://schemas.openxmlformats.org/drawingml/2006/main">
              <a:ext uri="{FF2B5EF4-FFF2-40B4-BE49-F238E27FC236}">
                <a16:creationId xmlns:a16="http://schemas.microsoft.com/office/drawing/2014/main" id="{C9190DB0-181E-4A8A-9E5E-95B19960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Decision</a:t>
            </a:r>
          </a:p>
        </p:txBody>
      </p:sp>
      <p:sp>
        <p:nvSpPr>
          <p:cNvPr id="9" name="answer-definition-1">
            <a:extLst xmlns:a="http://schemas.openxmlformats.org/drawingml/2006/main">
              <a:ext uri="{FF2B5EF4-FFF2-40B4-BE49-F238E27FC236}">
                <a16:creationId xmlns:a16="http://schemas.microsoft.com/office/drawing/2014/main" id="{B865E412-4386-4ED0-B8E9-05D05365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condition that selects between paths.</a:t>
            </a:r>
          </a:p>
        </p:txBody>
      </p:sp>
    </p:spTree>
    <p:extLst>
      <p:ext uri="{BB962C8B-B14F-4D97-AF65-F5344CB8AC3E}">
        <p14:creationId xmlns:p14="http://schemas.microsoft.com/office/powerpoint/2010/main" val="5443408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BA66B78-BFDC-4298-A4DA-5CB5A770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DA0D920-036D-4124-8F12-38EB1186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11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5191E8A-E142-4BC2-8435-1D8EA13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aaa27b3fd425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A45757-2C05-40D6-9E75-84F5AEC8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18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3B14933E-F008-4A1E-B920-32134F7F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OPEN THE EXPERIENCE NOW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7A71894B-6674-45BD-B430-F339D03A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Flowchart design studio in Topic 2.1.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B90E3C20-8F8E-412D-B38A-D521747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B45B51EE-5945-44D5-9C7B-668BC23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 each station, write key facts IN YOUR OWN WORDS. Answer its worksheet challenge before tapping the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0B3F37C6-3223-43C3-B5C5-0734100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23A69AAC-E055-45B3-BEBA-D02CB81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Attempt the worksheet final challenge before tapping the star. Record your score, then use review mode to correct mistakes.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97D05B46-012B-43E3-B865-D49BCF33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93D16BC3-41C8-47E2-B0D7-08EC3C3C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8723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8C536E9-5669-4451-9AAB-579BAC1A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9AAF36-B8DE-4251-8DE6-E6BCCD54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11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722D1D8-2EB7-4550-BC01-C8F4AA1B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f23f812f248f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8D3831D-CA2C-4D2B-8512-1C6B95B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18</a:t>
            </a:r>
          </a:p>
        </p:txBody>
      </p:sp>
      <p:sp>
        <p:nvSpPr>
          <p:cNvPr id="6" name="extension-prompt">
            <a:extLst xmlns:a="http://schemas.openxmlformats.org/drawingml/2006/main">
              <a:ext uri="{FF2B5EF4-FFF2-40B4-BE49-F238E27FC236}">
                <a16:creationId xmlns:a16="http://schemas.microsoft.com/office/drawing/2014/main" id="{3D632867-A970-4622-9F75-EC7929A6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193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Return to the Do Now question. Use two things you learned in the room to improve your original answer.</a:t>
            </a:r>
          </a:p>
        </p:txBody>
      </p:sp>
      <p:sp>
        <p:nvSpPr>
          <p:cNvPr id="7" name="extension-follow">
            <a:extLst xmlns:a="http://schemas.openxmlformats.org/drawingml/2006/main">
              <a:ext uri="{FF2B5EF4-FFF2-40B4-BE49-F238E27FC236}">
                <a16:creationId xmlns:a16="http://schemas.microsoft.com/office/drawing/2014/main" id="{0C21F904-CB27-4E5D-A9F7-D13B95D2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482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Link your explanation to the problem and use a worked example where it helps.</a:t>
            </a:r>
          </a:p>
        </p:txBody>
      </p:sp>
    </p:spTree>
    <p:extLst>
      <p:ext uri="{BB962C8B-B14F-4D97-AF65-F5344CB8AC3E}">
        <p14:creationId xmlns:p14="http://schemas.microsoft.com/office/powerpoint/2010/main" val="740997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B263055-5EA4-4302-98FD-2C08B0E0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A5B0DE7-189B-4E0D-AC5D-CF42659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11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41086F9-DF63-4768-BF4E-D1F572B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032dd9296b464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14C2577-C6E7-49B9-B106-D65BE85A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18</a:t>
            </a:r>
          </a:p>
        </p:txBody>
      </p:sp>
      <p:sp>
        <p:nvSpPr>
          <p:cNvPr id="6" name="extension-two">
            <a:extLst xmlns:a="http://schemas.openxmlformats.org/drawingml/2006/main">
              <a:ext uri="{FF2B5EF4-FFF2-40B4-BE49-F238E27FC236}">
                <a16:creationId xmlns:a16="http://schemas.microsoft.com/office/drawing/2014/main" id="{29844E22-D648-40A0-BC22-276A81A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10620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Create the flowchart in a diagram tool or on paper. Implement it in Python and check ages 11, 12 and 13.</a:t>
            </a:r>
          </a:p>
        </p:txBody>
      </p:sp>
    </p:spTree>
    <p:extLst>
      <p:ext uri="{BB962C8B-B14F-4D97-AF65-F5344CB8AC3E}">
        <p14:creationId xmlns:p14="http://schemas.microsoft.com/office/powerpoint/2010/main" val="1610668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78803E9-413E-4B42-B661-1890FAB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F0305E1-8E4B-4FE7-9B7B-B01E262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71FFA7C-71E3-407E-A084-8AAA8734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stronger explanation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a09891e9c4c9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BD4D03-162B-45A5-AA28-72FD38F4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18</a:t>
            </a:r>
          </a:p>
        </p:txBody>
      </p:sp>
      <p:sp>
        <p:nvSpPr>
          <p:cNvPr id="6" name="extension-check">
            <a:extLst xmlns:a="http://schemas.openxmlformats.org/drawingml/2006/main">
              <a:ext uri="{FF2B5EF4-FFF2-40B4-BE49-F238E27FC236}">
                <a16:creationId xmlns:a16="http://schemas.microsoft.com/office/drawing/2014/main" id="{06547FB7-89E1-430C-BA4E-A0059FB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Compare your reasoning, then improve one sentence on your worksheet.</a:t>
            </a:r>
          </a:p>
        </p:txBody>
      </p:sp>
      <p:sp>
        <p:nvSpPr>
          <p:cNvPr id="7" name="answer-application">
            <a:extLst xmlns:a="http://schemas.openxmlformats.org/drawingml/2006/main">
              <a:ext uri="{FF2B5EF4-FFF2-40B4-BE49-F238E27FC236}">
                <a16:creationId xmlns:a16="http://schemas.microsoft.com/office/drawing/2014/main" id="{7F1A9A78-A783-4735-9B4E-2787A5EE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Check every route</a:t>
            </a:r>
          </a:p>
        </p:txBody>
      </p:sp>
      <p:sp>
        <p:nvSpPr>
          <p:cNvPr id="8" name="answer-application-body">
            <a:extLst xmlns:a="http://schemas.openxmlformats.org/drawingml/2006/main">
              <a:ext uri="{FF2B5EF4-FFF2-40B4-BE49-F238E27FC236}">
                <a16:creationId xmlns:a16="http://schemas.microsoft.com/office/drawing/2014/main" id="{28087EFB-17A1-4A2B-B86E-2733BD05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47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correct true path does not prove the false path behaves correctly.</a:t>
            </a:r>
          </a:p>
        </p:txBody>
      </p:sp>
      <p:sp>
        <p:nvSpPr>
          <p:cNvPr id="9" name="answer-stretch">
            <a:extLst xmlns:a="http://schemas.openxmlformats.org/drawingml/2006/main">
              <a:ext uri="{FF2B5EF4-FFF2-40B4-BE49-F238E27FC236}">
                <a16:creationId xmlns:a16="http://schemas.microsoft.com/office/drawing/2014/main" id="{5A018C42-6685-447F-818E-7126648E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Review and explain</a:t>
            </a:r>
          </a:p>
        </p:txBody>
      </p:sp>
      <p:sp>
        <p:nvSpPr>
          <p:cNvPr id="10" name="answer-stretch-body">
            <a:extLst xmlns:a="http://schemas.openxmlformats.org/drawingml/2006/main">
              <a:ext uri="{FF2B5EF4-FFF2-40B4-BE49-F238E27FC236}">
                <a16:creationId xmlns:a16="http://schemas.microsoft.com/office/drawing/2014/main" id="{0C0236B0-96D2-4CB9-BE2E-068D8FF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Your correction should name the correct idea and explain why it fits the question. Use the experience feedback to check it.</a:t>
            </a:r>
          </a:p>
        </p:txBody>
      </p:sp>
    </p:spTree>
    <p:extLst>
      <p:ext uri="{BB962C8B-B14F-4D97-AF65-F5344CB8AC3E}">
        <p14:creationId xmlns:p14="http://schemas.microsoft.com/office/powerpoint/2010/main" val="1077196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EF7E645-4366-476F-A5B1-90C7C70A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59341AF-F465-4757-AC09-3A0C4AF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11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EBF8C94-893F-4F9B-8993-606E888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755d2b2c34f9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93BEC9-DC57-4892-87B7-6699B7F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51C9C7E2-F4F1-420D-88E1-62F2A7BC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D616DF12-F12D-4F89-BE2A-F5A3C233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Start and finish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F6BEAF51-6593-4158-B949-6DCAF3DF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shows which instruction executes next.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1C2437BA-61EC-4CC1-A291-672A28B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Read and write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2AD176F9-D05F-473B-8386-F181E623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 input/output parallelogram.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D795BB1C-F6B4-4C53-AB97-8133E250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Process the data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36B68946-29BE-4832-BBD8-102C229E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process rectangle, because the value is being updated.</a:t>
            </a:r>
          </a:p>
        </p:txBody>
      </p:sp>
    </p:spTree>
    <p:extLst>
      <p:ext uri="{BB962C8B-B14F-4D97-AF65-F5344CB8AC3E}">
        <p14:creationId xmlns:p14="http://schemas.microsoft.com/office/powerpoint/2010/main" val="8535944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51900B3-0610-4E01-90E0-77DC6FF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0525AC8-4A6A-4190-909D-B5EB30C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11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AFF9494-BEC4-4AEA-BD48-105C969A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1a50c8f3b4c6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8FF5AE6-5314-4952-A1CD-C9E9FC07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478BE9EE-4B04-4078-A860-876FCD86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0F0EBA09-E83B-415E-AD99-3550F93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Branch on a decision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8D150509-4F43-452B-BA18-B4451906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behaviour when the item is unavailable is not defined.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F40CAFDA-7B28-4DDD-97A6-7FEB15E5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Use a subprogram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DF6939EB-FAE7-4750-B799-6DB46BA8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keeps the main diagram manageable while detailed steps are defined separately.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1F7890C8-2979-416E-AA29-BEE1AB3B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Check every route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07216969-988D-4AF8-B64A-611D4169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correct true path does not prove the false path behaves correctly.</a:t>
            </a:r>
          </a:p>
        </p:txBody>
      </p:sp>
    </p:spTree>
    <p:extLst>
      <p:ext uri="{BB962C8B-B14F-4D97-AF65-F5344CB8AC3E}">
        <p14:creationId xmlns:p14="http://schemas.microsoft.com/office/powerpoint/2010/main" val="8069776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782CCF1-F8AC-4963-BE7C-39F589EC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A98E84-19B5-4128-9F22-3EF63F2A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D092674-2E5F-4365-B13E-1BCD7239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4fc2da1d448a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371B726-81B4-4823-AF8C-B2AEE4C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18</a:t>
            </a:r>
          </a:p>
        </p:txBody>
      </p:sp>
      <p:sp>
        <p:nvSpPr>
          <p:cNvPr id="6" name="star-key">
            <a:extLst xmlns:a="http://schemas.openxmlformats.org/drawingml/2006/main">
              <a:ext uri="{FF2B5EF4-FFF2-40B4-BE49-F238E27FC236}">
                <a16:creationId xmlns:a16="http://schemas.microsoft.com/office/drawing/2014/main" id="{4E2C5E58-B348-4B06-A627-247270C0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choices and the reasons you gave.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D13603A8-78DC-40B6-A8F6-04D146F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DA3F8A68-07AA-4136-A4C5-7B3C68E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43125"/>
            <a:ext cx="99250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1. Choose a flowchart symbol for each action.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Read hours: Input/output; charge = hours * 3: Process; charge &gt; 12?: Decision; Print charge: Input/output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symbol should match the action.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2. What must a decision have in this two-way flowchart?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A labelled path for each outcome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D63D0CFC-FB29-4A55-9634-1938AE0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1AF0E8F5-58C1-4699-8D32-68538ACE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64A6377B-270D-4D04-B61F-A116A4C0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B2168BAC-D34D-4D09-BD22-C3074326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8137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DAD3008D-DBDD-4EB1-B9E0-42941BDA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072DFA35-D5B3-464A-85A9-266225B7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5" name="number-5">
            <a:extLst xmlns:a="http://schemas.openxmlformats.org/drawingml/2006/main">
              <a:ext uri="{FF2B5EF4-FFF2-40B4-BE49-F238E27FC236}">
                <a16:creationId xmlns:a16="http://schemas.microsoft.com/office/drawing/2014/main" id="{03F791EC-5D9B-433E-96F6-EF44C17A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11146F44-2CCE-4536-BF13-60F44AE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5772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7" name="number-6">
            <a:extLst xmlns:a="http://schemas.openxmlformats.org/drawingml/2006/main">
              <a:ext uri="{FF2B5EF4-FFF2-40B4-BE49-F238E27FC236}">
                <a16:creationId xmlns:a16="http://schemas.microsoft.com/office/drawing/2014/main" id="{738F10DC-3C3F-4622-9638-0CD9ADB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8" name="item-6">
            <a:extLst xmlns:a="http://schemas.openxmlformats.org/drawingml/2006/main">
              <a:ext uri="{FF2B5EF4-FFF2-40B4-BE49-F238E27FC236}">
                <a16:creationId xmlns:a16="http://schemas.microsoft.com/office/drawing/2014/main" id="{B4AC7286-B492-4B59-A29F-AA4F10A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291782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0BB8106-766C-4D11-B62C-A315B1DC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E93FE83-8B7D-4ED0-A507-D6DF7BF8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11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FAFAE26-D488-4C37-A08D-D8E5A9D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(a–b)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6b0d90736459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7FA607-A51E-4EFD-8772-BFCA4D0A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4DD4F8FC-DBBD-4F52-8BC4-1F8B4C27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Take the headset off or close the page. Answer from memory on the worksheet.</a:t>
            </a:r>
          </a:p>
        </p:txBody>
      </p:sp>
      <p:sp>
        <p:nvSpPr>
          <p:cNvPr id="7" name="a">
            <a:extLst xmlns:a="http://schemas.openxmlformats.org/drawingml/2006/main">
              <a:ext uri="{FF2B5EF4-FFF2-40B4-BE49-F238E27FC236}">
                <a16:creationId xmlns:a16="http://schemas.microsoft.com/office/drawing/2014/main" id="{9C6FAEDB-072B-436C-AA9C-D5832563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a)</a:t>
            </a:r>
          </a:p>
        </p:txBody>
      </p:sp>
      <p:sp>
        <p:nvSpPr>
          <p:cNvPr id="8" name="question-a">
            <a:extLst xmlns:a="http://schemas.openxmlformats.org/drawingml/2006/main">
              <a:ext uri="{FF2B5EF4-FFF2-40B4-BE49-F238E27FC236}">
                <a16:creationId xmlns:a16="http://schemas.microsoft.com/office/drawing/2014/main" id="{6B2BF4EA-272A-415D-B46E-43EF0DF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581275"/>
            <a:ext cx="994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Name the symbols for input, a calculation and a decision. [3]</a:t>
            </a:r>
          </a:p>
        </p:txBody>
      </p:sp>
      <p:sp>
        <p:nvSpPr>
          <p:cNvPr id="9" name="b">
            <a:extLst xmlns:a="http://schemas.openxmlformats.org/drawingml/2006/main">
              <a:ext uri="{FF2B5EF4-FFF2-40B4-BE49-F238E27FC236}">
                <a16:creationId xmlns:a16="http://schemas.microsoft.com/office/drawing/2014/main" id="{9509E02A-7E28-413B-8372-24604E2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43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b)</a:t>
            </a:r>
          </a:p>
        </p:txBody>
      </p:sp>
      <p:sp>
        <p:nvSpPr>
          <p:cNvPr id="10" name="question-b">
            <a:extLst xmlns:a="http://schemas.openxmlformats.org/drawingml/2006/main">
              <a:ext uri="{FF2B5EF4-FFF2-40B4-BE49-F238E27FC236}">
                <a16:creationId xmlns:a16="http://schemas.microsoft.com/office/drawing/2014/main" id="{EA1267F7-E672-4AB5-8CC0-CE07B620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143375"/>
            <a:ext cx="9944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Draw a flowchart that inputs age, outputs Allowed if age &gt;= 12 and otherwise outputs Too young. [5]</a:t>
            </a:r>
          </a:p>
        </p:txBody>
      </p:sp>
    </p:spTree>
    <p:extLst>
      <p:ext uri="{BB962C8B-B14F-4D97-AF65-F5344CB8AC3E}">
        <p14:creationId xmlns:p14="http://schemas.microsoft.com/office/powerpoint/2010/main" val="1679400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F1F2C14-4C50-48A4-9B67-A997A262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DB8B4A9-62FC-49C3-9E8B-2D918615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11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C7269B5-94FA-4086-8755-DE73995D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(c)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4043e012d34d1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C331FB-3C6F-4EEC-BBEB-57203449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18</a:t>
            </a:r>
          </a:p>
        </p:txBody>
      </p:sp>
      <p:sp>
        <p:nvSpPr>
          <p:cNvPr id="6" name="from-memory">
            <a:extLst xmlns:a="http://schemas.openxmlformats.org/drawingml/2006/main">
              <a:ext uri="{FF2B5EF4-FFF2-40B4-BE49-F238E27FC236}">
                <a16:creationId xmlns:a16="http://schemas.microsoft.com/office/drawing/2014/main" id="{BDF8659F-4B53-45A1-96E8-35452E8F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715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Keep the experience closed. Explain your reasoning in full sentences.</a:t>
            </a:r>
          </a:p>
        </p:txBody>
      </p:sp>
      <p:sp>
        <p:nvSpPr>
          <p:cNvPr id="7" name="c">
            <a:extLst xmlns:a="http://schemas.openxmlformats.org/drawingml/2006/main">
              <a:ext uri="{FF2B5EF4-FFF2-40B4-BE49-F238E27FC236}">
                <a16:creationId xmlns:a16="http://schemas.microsoft.com/office/drawing/2014/main" id="{629CF0F4-E195-43D7-9CCA-D809013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8130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c)</a:t>
            </a:r>
          </a:p>
        </p:txBody>
      </p:sp>
      <p:sp>
        <p:nvSpPr>
          <p:cNvPr id="8" name="question-c">
            <a:extLst xmlns:a="http://schemas.openxmlformats.org/drawingml/2006/main">
              <a:ext uri="{FF2B5EF4-FFF2-40B4-BE49-F238E27FC236}">
                <a16:creationId xmlns:a16="http://schemas.microsoft.com/office/drawing/2014/main" id="{2397C953-3257-449B-B101-570ACDF6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81300"/>
            <a:ext cx="9867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why testing only one path is insufficient. [2]</a:t>
            </a:r>
          </a:p>
        </p:txBody>
      </p:sp>
      <p:sp>
        <p:nvSpPr>
          <p:cNvPr id="9" name="marks">
            <a:extLst xmlns:a="http://schemas.openxmlformats.org/drawingml/2006/main">
              <a:ext uri="{FF2B5EF4-FFF2-40B4-BE49-F238E27FC236}">
                <a16:creationId xmlns:a16="http://schemas.microsoft.com/office/drawing/2014/main" id="{B5E43C45-0F63-4BF1-AFCD-45A804E5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387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Use the marks in brackets to judge how much detail to include.</a:t>
            </a:r>
          </a:p>
        </p:txBody>
      </p:sp>
    </p:spTree>
    <p:extLst>
      <p:ext uri="{BB962C8B-B14F-4D97-AF65-F5344CB8AC3E}">
        <p14:creationId xmlns:p14="http://schemas.microsoft.com/office/powerpoint/2010/main" val="7475317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9886798-8F0F-4B54-BAEC-A0540120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6D98F3-B670-4101-B9A9-2184D5A6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6C64587-B8D3-44DA-8AA8-1AB5AE6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(a–b)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b1d19d0744ad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EFA3B3-6527-4E2D-9FE8-B1783E9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910FB56C-D13F-443C-831C-7EB54AF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scheme-a">
            <a:extLst xmlns:a="http://schemas.openxmlformats.org/drawingml/2006/main">
              <a:ext uri="{FF2B5EF4-FFF2-40B4-BE49-F238E27FC236}">
                <a16:creationId xmlns:a16="http://schemas.microsoft.com/office/drawing/2014/main" id="{41502BD5-C47A-4406-827D-A550F44A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 Parallelogram (1), rectangle (1), diamond (1).</a:t>
            </a:r>
          </a:p>
        </p:txBody>
      </p:sp>
      <p:sp>
        <p:nvSpPr>
          <p:cNvPr id="8" name="scheme-b">
            <a:extLst xmlns:a="http://schemas.openxmlformats.org/drawingml/2006/main">
              <a:ext uri="{FF2B5EF4-FFF2-40B4-BE49-F238E27FC236}">
                <a16:creationId xmlns:a16="http://schemas.microsoft.com/office/drawing/2014/main" id="{4030A590-8409-4747-8A49-22010C81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  Input age (1), correct decision (1), labelled branches (1), correct outputs (1), connected start/end paths (1).</a:t>
            </a:r>
          </a:p>
        </p:txBody>
      </p:sp>
    </p:spTree>
    <p:extLst>
      <p:ext uri="{BB962C8B-B14F-4D97-AF65-F5344CB8AC3E}">
        <p14:creationId xmlns:p14="http://schemas.microsoft.com/office/powerpoint/2010/main" val="14462437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0081A4B-6AC1-4816-AF79-691B19F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60FA52-8505-4663-AF29-746E3C6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723C30E-7C0B-4663-9CFD-AEBB0B68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(c)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3f830496f453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CDE95E-15E9-4DFC-BCC0-8290133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367C08AF-7243-4EE2-AFA0-1DBD0A7C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 for the final question.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C971BC91-2C30-4670-9E94-EB7BAD54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38BA7518-F976-4AA8-9FBD-9CA4E93E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860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other branch may contain an error (1), so a test must execute that branch too (1).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4CE5C16C-95D9-4554-BC9D-0CB5CA0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C4346348-B81F-437B-A07E-C9085E2A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909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DBDD63D3-A34B-4614-BC00-7470B22F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AAD983A1-375A-4785-BE52-216AFD7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958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896523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368A0EC-80FD-4672-B2B2-DBDF609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4A4DF14-4035-4380-8761-948455E2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11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6131C61-4DE8-4ADA-AA38-AF5838A8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cdb3b32a740b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D9F0318-AD5A-451A-9E2A-0B42908D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18</a:t>
            </a:r>
          </a:p>
        </p:txBody>
      </p:sp>
      <p:sp>
        <p:nvSpPr>
          <p:cNvPr id="6" name="confidence-instruction">
            <a:extLst xmlns:a="http://schemas.openxmlformats.org/drawingml/2006/main">
              <a:ext uri="{FF2B5EF4-FFF2-40B4-BE49-F238E27FC236}">
                <a16:creationId xmlns:a16="http://schemas.microsoft.com/office/drawing/2014/main" id="{21CCFCB5-9EEF-4D0C-ACC8-C2D3D4C2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On the worksheet, select Not yet, Getting there or Confident for each objective.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1445CA78-BAE2-4623-A518-59C7169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B9CB63FA-CF41-41AC-AAF6-A489CFF3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Recognise flowchart symbols.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BF24F2CF-D0BF-433B-A4BD-27BA2030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2EBB092A-60CB-4087-9DD4-5443676B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4327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Follow decision paths.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43B035FB-801C-4E05-87F1-800820CE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02E48C22-31AC-4A31-87AE-D3A00B3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Create a complete flowchart.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CE4EAE46-F751-4F69-9E68-CFF078A9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F71661C6-7DB3-4EC1-B1E5-D88C7A61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0062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79929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2026-09-28T13:00:41.8390000Z</dcterms:created>
  <dcterms:modified xsi:type="dcterms:W3CDTF">2026-09-28T13:00:41.8390000Z</dcterms:modified>
</coreProperties>
</file>
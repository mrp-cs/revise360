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Code clinic.
Open the experience at revise360.co.uk and hand out RP_L03_CodeClinic_Worksheet.docx.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Naming conventions.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Commenting.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Indentation and white space.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Sub-programs.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Why maintainability matters.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Refining an algorithm.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A: Blank lines between sub-programs and sections of code.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Indentation and white space, and work through its example again, aloud, with the class watching, then re-ask this question.
The course's own response to a wrong answer here: Separating sections makes code quicker to scan without spreading it out so much that it's hard to follow.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(rp-l03-s3-c2),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2.3 Producing robust programs  |  Lesson 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Code clinic</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Code is read far more often than it is written, and usually by someone who was not there when it was written. Maintainability is everything you do to the person who opens your program in six months, which is often you.</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does code maintainability mean?</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creating code that is easy to read is important with large projects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programmers can do to make their code more readable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refine algorithms to make them more robust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65176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Maintainability</a:t>
            </a:r>
            <a:endParaRPr lang="en-US" sz="1200" dirty="0"/>
          </a:p>
        </p:txBody>
      </p:sp>
      <p:sp>
        <p:nvSpPr>
          <p:cNvPr id="19" name="Shape 17"/>
          <p:cNvSpPr/>
          <p:nvPr/>
        </p:nvSpPr>
        <p:spPr>
          <a:xfrm>
            <a:off x="3328416" y="5468112"/>
            <a:ext cx="309067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328416" y="5468112"/>
            <a:ext cx="309067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Naming conventions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List seven habits that make a program hard for another programmer to read.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Code clinic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Naming conventions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Use descriptive names that say what data a variable holds, like totalScore rather than x.</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Stick to one style throughout, such as camelCase or snake_case.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f1 a poor name for a list of factors? Suggest a better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Good variable names are...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Commenting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Comments explain what a section of code does and why.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translator ignores them, so they don't change how the program runs.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They help other programmers, and you in six months' time.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comment for a sub-program that checks whether a password is at least 8 characters long.</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Comments are used to... The translator...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Indentation and white space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Indentation shows which lines belong inside a loop, selection statement or sub-program.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Blank lines and spaces separate sections, so code is quicker to scan.</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Look at the two loops on the wall. Which lines are inside the loop? How can you tell?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Indentation shows...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Sub-programs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Procedures and functions split a program into named, reusable parts.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part can be written, tested and fixed on its own.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Code is reused by calling it, instead of being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A program repeats the same 10 lines in five places, and a bug is found. How would a sub-program help?</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Sub-programs help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maintainability matters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Maintainability means techniques that make code easier to debug, update and maintain.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Large projects have many programmers working on the same code, often for years.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Code that is hard to read takes longer, and costs more, to fix.</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readable code more important in a large project than in a program you write on your own?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Maintainability is especially important in large projects because...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Refining an algorithm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This program builds a locker code but accepts anything the user types.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Refining it means adding validation so it only accepts sensible input.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highlighted lines are where checks are needed.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a validation check for each highlighted line.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Which is the best use of white space?</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Blank lines between sub-programs and sections of code</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No spaces anywhere, to keep the file small</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Spaces inside variable names</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 blank line after every single line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Good practice or bad?</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Sort each habit: is it good practice, or bad practice that makes code hard to maintain?</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Read more than written</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Programmers spend much more time reading existing code than writing new code; it's often quoted as around 10 times more. That's why readable code saves so much time.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Python's style guide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has an official style guide called PEP 8. It recommends snake_case for variable and function names, like total_score, and 4 spaces for each level of indentation.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Indentation in Python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most languages indentation is just for readability. In Python it's part of the syntax: the translator uses it to work out which lines are inside a loop or if statement.</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The millennium bug</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Old programs saved space by storing years as two digits, like 99. Before the year 2000, programmers worldwide had to find and fix this code, which was much harder where it was badly documented.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three techniques that make a program easier for another programmer to maintain.</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Rewrite the first five lines of Exhibit A (on the floor of the clinic) using good practice.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Why readable code matters in large projects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Ways to make code more readable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Refining an algorithm to make it more robust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Code clinic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2.3 Producing robust programs  |  Lesson 3 — Code clinic</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
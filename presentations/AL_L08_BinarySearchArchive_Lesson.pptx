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d526b266ab4c74" /><Relationship Type="http://schemas.openxmlformats.org/officeDocument/2006/relationships/extended-properties" Target="/docProps/app.xml" Id="R4be022f8c7da4b44" /><Relationship Type="http://schemas.openxmlformats.org/officeDocument/2006/relationships/officeDocument" Target="/ppt/presentation.xml" Id="Ra927618a8d614f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51c164c0494e6e"/>
  </p:sldMasterIdLst>
  <p:notesMasterIdLst>
    <p:notesMasterId xmlns:r="http://schemas.openxmlformats.org/officeDocument/2006/relationships" r:id="Rd884d832ec3a450b"/>
  </p:notesMasterIdLst>
  <p:sldIdLst>
    <p:sldId xmlns:r="http://schemas.openxmlformats.org/officeDocument/2006/relationships" id="256" r:id="R8a4f6466c0be4213"/>
    <p:sldId xmlns:r="http://schemas.openxmlformats.org/officeDocument/2006/relationships" id="257" r:id="R3857d6ef49bf4006"/>
    <p:sldId xmlns:r="http://schemas.openxmlformats.org/officeDocument/2006/relationships" id="258" r:id="R2286728443294d6d"/>
    <p:sldId xmlns:r="http://schemas.openxmlformats.org/officeDocument/2006/relationships" id="259" r:id="R97f9cb0796bd4051"/>
    <p:sldId xmlns:r="http://schemas.openxmlformats.org/officeDocument/2006/relationships" id="260" r:id="R68b0efd5b9254373"/>
    <p:sldId xmlns:r="http://schemas.openxmlformats.org/officeDocument/2006/relationships" id="261" r:id="Rb030546dfa5a481d"/>
    <p:sldId xmlns:r="http://schemas.openxmlformats.org/officeDocument/2006/relationships" id="262" r:id="Re62ed8a81608435f"/>
    <p:sldId xmlns:r="http://schemas.openxmlformats.org/officeDocument/2006/relationships" id="263" r:id="Rd275bb86019d4985"/>
    <p:sldId xmlns:r="http://schemas.openxmlformats.org/officeDocument/2006/relationships" id="264" r:id="R8fe47ecce0274f2b"/>
    <p:sldId xmlns:r="http://schemas.openxmlformats.org/officeDocument/2006/relationships" id="265" r:id="R0398a9ff36a04435"/>
    <p:sldId xmlns:r="http://schemas.openxmlformats.org/officeDocument/2006/relationships" id="266" r:id="Re7de849942624696"/>
    <p:sldId xmlns:r="http://schemas.openxmlformats.org/officeDocument/2006/relationships" id="267" r:id="Rf51f22a1bdd84457"/>
    <p:sldId xmlns:r="http://schemas.openxmlformats.org/officeDocument/2006/relationships" id="268" r:id="R8ed789aaeba14650"/>
    <p:sldId xmlns:r="http://schemas.openxmlformats.org/officeDocument/2006/relationships" id="269" r:id="Rf46a353caea64f01"/>
    <p:sldId xmlns:r="http://schemas.openxmlformats.org/officeDocument/2006/relationships" id="270" r:id="R7eb5c6f1205b4b17"/>
    <p:sldId xmlns:r="http://schemas.openxmlformats.org/officeDocument/2006/relationships" id="271" r:id="Rb5a4922dfae14f16"/>
    <p:sldId xmlns:r="http://schemas.openxmlformats.org/officeDocument/2006/relationships" id="272" r:id="Rb6827b9dc9e143b2"/>
    <p:sldId xmlns:r="http://schemas.openxmlformats.org/officeDocument/2006/relationships" id="273" r:id="R6f74dc47618c43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6f5466a75940e8" /><Relationship Type="http://schemas.openxmlformats.org/officeDocument/2006/relationships/slideMaster" Target="/ppt/slideMasters/slideMaster1.xml" Id="Rf451c164c0494e6e" /><Relationship Type="http://schemas.openxmlformats.org/officeDocument/2006/relationships/notesMaster" Target="/ppt/notesMasters/notesMaster1.xml" Id="Rd884d832ec3a450b" /><Relationship Type="http://schemas.openxmlformats.org/officeDocument/2006/relationships/presProps" Target="/ppt/presProps.xml" Id="Rf93f4e32e82c408b" /><Relationship Type="http://schemas.openxmlformats.org/officeDocument/2006/relationships/tableStyles" Target="/ppt/tableStyles.xml" Id="R55330d36b33f4558" /><Relationship Type="http://schemas.openxmlformats.org/officeDocument/2006/relationships/slide" Target="/ppt/slides/slide1.xml" Id="R8a4f6466c0be4213" /><Relationship Type="http://schemas.openxmlformats.org/officeDocument/2006/relationships/slide" Target="/ppt/slides/slide2.xml" Id="R3857d6ef49bf4006" /><Relationship Type="http://schemas.openxmlformats.org/officeDocument/2006/relationships/slide" Target="/ppt/slides/slide3.xml" Id="R2286728443294d6d" /><Relationship Type="http://schemas.openxmlformats.org/officeDocument/2006/relationships/slide" Target="/ppt/slides/slide4.xml" Id="R97f9cb0796bd4051" /><Relationship Type="http://schemas.openxmlformats.org/officeDocument/2006/relationships/slide" Target="/ppt/slides/slide5.xml" Id="R68b0efd5b9254373" /><Relationship Type="http://schemas.openxmlformats.org/officeDocument/2006/relationships/slide" Target="/ppt/slides/slide6.xml" Id="Rb030546dfa5a481d" /><Relationship Type="http://schemas.openxmlformats.org/officeDocument/2006/relationships/slide" Target="/ppt/slides/slide7.xml" Id="Re62ed8a81608435f" /><Relationship Type="http://schemas.openxmlformats.org/officeDocument/2006/relationships/slide" Target="/ppt/slides/slide8.xml" Id="Rd275bb86019d4985" /><Relationship Type="http://schemas.openxmlformats.org/officeDocument/2006/relationships/slide" Target="/ppt/slides/slide9.xml" Id="R8fe47ecce0274f2b" /><Relationship Type="http://schemas.openxmlformats.org/officeDocument/2006/relationships/slide" Target="/ppt/slides/slide10.xml" Id="R0398a9ff36a04435" /><Relationship Type="http://schemas.openxmlformats.org/officeDocument/2006/relationships/slide" Target="/ppt/slides/slide11.xml" Id="Re7de849942624696" /><Relationship Type="http://schemas.openxmlformats.org/officeDocument/2006/relationships/slide" Target="/ppt/slides/slide12.xml" Id="Rf51f22a1bdd84457" /><Relationship Type="http://schemas.openxmlformats.org/officeDocument/2006/relationships/slide" Target="/ppt/slides/slide13.xml" Id="R8ed789aaeba14650" /><Relationship Type="http://schemas.openxmlformats.org/officeDocument/2006/relationships/slide" Target="/ppt/slides/slide14.xml" Id="Rf46a353caea64f01" /><Relationship Type="http://schemas.openxmlformats.org/officeDocument/2006/relationships/slide" Target="/ppt/slides/slide15.xml" Id="R7eb5c6f1205b4b17" /><Relationship Type="http://schemas.openxmlformats.org/officeDocument/2006/relationships/slide" Target="/ppt/slides/slide16.xml" Id="Rb5a4922dfae14f16" /><Relationship Type="http://schemas.openxmlformats.org/officeDocument/2006/relationships/slide" Target="/ppt/slides/slide17.xml" Id="Rb6827b9dc9e143b2" /><Relationship Type="http://schemas.openxmlformats.org/officeDocument/2006/relationships/slide" Target="/ppt/slides/slide18.xml" Id="R6f74dc47618c43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85f436469445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26ce669bf24885" /><Relationship Type="http://schemas.openxmlformats.org/officeDocument/2006/relationships/notesMaster" Target="/ppt/notesMasters/notesMaster1.xml" Id="Rce2c1efb6d7f49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698b23c3184c57" /><Relationship Type="http://schemas.openxmlformats.org/officeDocument/2006/relationships/notesMaster" Target="/ppt/notesMasters/notesMaster1.xml" Id="Rb6baf6ef3ef54e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a4635d4f674658" /><Relationship Type="http://schemas.openxmlformats.org/officeDocument/2006/relationships/notesMaster" Target="/ppt/notesMasters/notesMaster1.xml" Id="R1455cc292fc24c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66c71948b64127" /><Relationship Type="http://schemas.openxmlformats.org/officeDocument/2006/relationships/notesMaster" Target="/ppt/notesMasters/notesMaster1.xml" Id="R9f951319dbe243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787620acbf45ad" /><Relationship Type="http://schemas.openxmlformats.org/officeDocument/2006/relationships/notesMaster" Target="/ppt/notesMasters/notesMaster1.xml" Id="Rc7208024a2ae4f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d2cb590d664627" /><Relationship Type="http://schemas.openxmlformats.org/officeDocument/2006/relationships/notesMaster" Target="/ppt/notesMasters/notesMaster1.xml" Id="R66b074f1bbb84b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8ddc89c1794882" /><Relationship Type="http://schemas.openxmlformats.org/officeDocument/2006/relationships/notesMaster" Target="/ppt/notesMasters/notesMaster1.xml" Id="R36523e7a6c5d4b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c034884f304989" /><Relationship Type="http://schemas.openxmlformats.org/officeDocument/2006/relationships/notesMaster" Target="/ppt/notesMasters/notesMaster1.xml" Id="R6f7ca424847e4d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2f8218a154481a" /><Relationship Type="http://schemas.openxmlformats.org/officeDocument/2006/relationships/notesMaster" Target="/ppt/notesMasters/notesMaster1.xml" Id="R776f78242fd745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048d2b78274215" /><Relationship Type="http://schemas.openxmlformats.org/officeDocument/2006/relationships/notesMaster" Target="/ppt/notesMasters/notesMaster1.xml" Id="R481d2777cf3e47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16b50d02ed4eea" /><Relationship Type="http://schemas.openxmlformats.org/officeDocument/2006/relationships/notesMaster" Target="/ppt/notesMasters/notesMaster1.xml" Id="R1d387dd40f9547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56db9e00024a09" /><Relationship Type="http://schemas.openxmlformats.org/officeDocument/2006/relationships/notesMaster" Target="/ppt/notesMasters/notesMaster1.xml" Id="R671a156fd52d41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d8442a1b584c3c" /><Relationship Type="http://schemas.openxmlformats.org/officeDocument/2006/relationships/notesMaster" Target="/ppt/notesMasters/notesMaster1.xml" Id="Rfca096063b9c43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c0e28d9f614534" /><Relationship Type="http://schemas.openxmlformats.org/officeDocument/2006/relationships/notesMaster" Target="/ppt/notesMasters/notesMaster1.xml" Id="R2207baa659c940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cb17d17462432f" /><Relationship Type="http://schemas.openxmlformats.org/officeDocument/2006/relationships/notesMaster" Target="/ppt/notesMasters/notesMaster1.xml" Id="Rc62c6b736cee4b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be01f16d1d4d2a" /><Relationship Type="http://schemas.openxmlformats.org/officeDocument/2006/relationships/notesMaster" Target="/ppt/notesMasters/notesMaster1.xml" Id="Rca4d3eaac4c94f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c30a450e8ef4ba8" /><Relationship Type="http://schemas.openxmlformats.org/officeDocument/2006/relationships/notesMaster" Target="/ppt/notesMasters/notesMaster1.xml" Id="R1086686350e94e7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d741cbae1f4f0f" /><Relationship Type="http://schemas.openxmlformats.org/officeDocument/2006/relationships/notesMaster" Target="/ppt/notesMasters/notesMaster1.xml" Id="Re4308c9b24c14c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8: Binary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8: Binary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8: Binary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8: Binary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8: Binary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8: Binary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8: Binary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Allow approximately 25–30 minutes for the experience and worksheet. Pupils record facts in their own words.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8: Binary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8: Binary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8: Binary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8: Binary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8: Binary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8: Binary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8: Binary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Close the experience before attempting the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8: Binary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8: Binary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8: Binary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8: Binary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8342f07854a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de33a4ba0544b4" /><Relationship Type="http://schemas.openxmlformats.org/officeDocument/2006/relationships/slideLayout" Target="/ppt/slideLayouts/slideLayout1.xml" Id="R2b566620efc54c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566620efc54c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83e5fa06c4dae" /><Relationship Type="http://schemas.openxmlformats.org/officeDocument/2006/relationships/image" Target="/ppt/media/image.png" Id="Rf93521789bed4fdb" /><Relationship Type="http://schemas.openxmlformats.org/officeDocument/2006/relationships/image" Target="/ppt/media/image.jpeg" Id="R345df391df8a4443" /><Relationship Type="http://schemas.openxmlformats.org/officeDocument/2006/relationships/notesSlide" Target="/ppt/notesSlides/notesSlide1.xml" Id="Re00bfaae523f40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3848aa2e84f2f" /><Relationship Type="http://schemas.openxmlformats.org/officeDocument/2006/relationships/image" Target="/ppt/media/image2.png" Id="R7ba57d37ef9d426b" /><Relationship Type="http://schemas.openxmlformats.org/officeDocument/2006/relationships/notesSlide" Target="/ppt/notesSlides/notesSlide2.xml" Id="R721bb5c200444e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7ab37b4784495" /><Relationship Type="http://schemas.openxmlformats.org/officeDocument/2006/relationships/image" Target="/ppt/media/image3.png" Id="Rf66dfa9fb610462f" /><Relationship Type="http://schemas.openxmlformats.org/officeDocument/2006/relationships/notesSlide" Target="/ppt/notesSlides/notesSlide3.xml" Id="R099af4fe9dae42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764cd840d4695" /><Relationship Type="http://schemas.openxmlformats.org/officeDocument/2006/relationships/image" Target="/ppt/media/image4.png" Id="R5ed4d7cba8554c32" /><Relationship Type="http://schemas.openxmlformats.org/officeDocument/2006/relationships/notesSlide" Target="/ppt/notesSlides/notesSlide4.xml" Id="R01cc615cc99142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2eda2592e4962" /><Relationship Type="http://schemas.openxmlformats.org/officeDocument/2006/relationships/image" Target="/ppt/media/image5.png" Id="R649c4d0594004660" /><Relationship Type="http://schemas.openxmlformats.org/officeDocument/2006/relationships/notesSlide" Target="/ppt/notesSlides/notesSlide5.xml" Id="R3d40dc6affb541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604710a3546ca" /><Relationship Type="http://schemas.openxmlformats.org/officeDocument/2006/relationships/image" Target="/ppt/media/image6.png" Id="Ra473a397b0214497" /><Relationship Type="http://schemas.openxmlformats.org/officeDocument/2006/relationships/notesSlide" Target="/ppt/notesSlides/notesSlide6.xml" Id="R888c2870409040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e43ee65484f37" /><Relationship Type="http://schemas.openxmlformats.org/officeDocument/2006/relationships/image" Target="/ppt/media/image7.png" Id="R90828431e96c4d2d" /><Relationship Type="http://schemas.openxmlformats.org/officeDocument/2006/relationships/notesSlide" Target="/ppt/notesSlides/notesSlide7.xml" Id="R2171c0c7f7af4e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03264bcbd487b" /><Relationship Type="http://schemas.openxmlformats.org/officeDocument/2006/relationships/image" Target="/ppt/media/image8.png" Id="Rd4d365e1f6c24380" /><Relationship Type="http://schemas.openxmlformats.org/officeDocument/2006/relationships/notesSlide" Target="/ppt/notesSlides/notesSlide8.xml" Id="R9a6b1059bc904a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8ee153ad14a80" /><Relationship Type="http://schemas.openxmlformats.org/officeDocument/2006/relationships/image" Target="/ppt/media/image9.png" Id="Rb33e11f12f4d451d" /><Relationship Type="http://schemas.openxmlformats.org/officeDocument/2006/relationships/notesSlide" Target="/ppt/notesSlides/notesSlide9.xml" Id="Rd9b5ffe0ba2e48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d93f5356f4d5c" /><Relationship Type="http://schemas.openxmlformats.org/officeDocument/2006/relationships/image" Target="/ppt/media/image10.png" Id="R12d23bd709404d76" /><Relationship Type="http://schemas.openxmlformats.org/officeDocument/2006/relationships/notesSlide" Target="/ppt/notesSlides/notesSlide10.xml" Id="Rec0a0aa6d98048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20c2fc8a244c8" /><Relationship Type="http://schemas.openxmlformats.org/officeDocument/2006/relationships/image" Target="/ppt/media/image11.png" Id="R268e759af0cb4830" /><Relationship Type="http://schemas.openxmlformats.org/officeDocument/2006/relationships/notesSlide" Target="/ppt/notesSlides/notesSlide11.xml" Id="R74e48a55ee4545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9ba33b4bd4e4d" /><Relationship Type="http://schemas.openxmlformats.org/officeDocument/2006/relationships/image" Target="/ppt/media/image12.png" Id="Rc7ec38e6589d4eaa" /><Relationship Type="http://schemas.openxmlformats.org/officeDocument/2006/relationships/notesSlide" Target="/ppt/notesSlides/notesSlide12.xml" Id="Rbc3c17519c974e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ed55b90014fc7" /><Relationship Type="http://schemas.openxmlformats.org/officeDocument/2006/relationships/image" Target="/ppt/media/image13.png" Id="R278d3d679a1345c4" /><Relationship Type="http://schemas.openxmlformats.org/officeDocument/2006/relationships/notesSlide" Target="/ppt/notesSlides/notesSlide13.xml" Id="R0b6b5c4568f44e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8b89595fb4844" /><Relationship Type="http://schemas.openxmlformats.org/officeDocument/2006/relationships/image" Target="/ppt/media/image14.png" Id="R486f262b8d584d98" /><Relationship Type="http://schemas.openxmlformats.org/officeDocument/2006/relationships/notesSlide" Target="/ppt/notesSlides/notesSlide14.xml" Id="R078541c0a59042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5396afc594249" /><Relationship Type="http://schemas.openxmlformats.org/officeDocument/2006/relationships/image" Target="/ppt/media/image15.png" Id="Rb0ce305edb494a38" /><Relationship Type="http://schemas.openxmlformats.org/officeDocument/2006/relationships/notesSlide" Target="/ppt/notesSlides/notesSlide15.xml" Id="R6e3b85bc918549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a711dd56c425f" /><Relationship Type="http://schemas.openxmlformats.org/officeDocument/2006/relationships/image" Target="/ppt/media/image16.png" Id="R2f3319f2c5cb4edf" /><Relationship Type="http://schemas.openxmlformats.org/officeDocument/2006/relationships/notesSlide" Target="/ppt/notesSlides/notesSlide16.xml" Id="R5248470e8359499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eb9398dea41c9" /><Relationship Type="http://schemas.openxmlformats.org/officeDocument/2006/relationships/image" Target="/ppt/media/image17.png" Id="Rf2a01afe049a4bcc" /><Relationship Type="http://schemas.openxmlformats.org/officeDocument/2006/relationships/notesSlide" Target="/ppt/notesSlides/notesSlide17.xml" Id="Rbba24f6dfdbe46b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084fcb360409f" /><Relationship Type="http://schemas.openxmlformats.org/officeDocument/2006/relationships/image" Target="/ppt/media/image18.png" Id="Rbb09936cc2d346d1" /><Relationship Type="http://schemas.openxmlformats.org/officeDocument/2006/relationships/notesSlide" Target="/ppt/notesSlides/notesSlide18.xml" Id="R011c6acadb1749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08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BINARY SEARCH ARCHIVE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521789bed4fd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Binary search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DO NOW: RESEARCH AND DISCUSS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Why does a dictionary put words in order?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df391df8a444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08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57d37ef9d426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Describe and trace binary search.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why sorted data is required.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Compare binary and linear search choices.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08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dfa9fb610462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 [2, 5, 8, 11, 14], the middle value is 8. Where can target 14 still be?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08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4d7cba8554c3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Only to the right of 8 because the list is in ascending order.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08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c4d059400466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Binary search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Midpoint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08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3a397b021449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Binary search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Searching sorted data by comparing with the middle item and discarding the impossible half.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Midpoint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middle index of the current search range.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08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28431e96c4d2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OPEN THE EXPERIENCE NOW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Binary search archive in Topic 2.1.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 each station, write key facts IN YOUR OWN WORDS.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Attempt the worksheet final challenge before tapping the star. Record your score, then use review mode to correct mistakes.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08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365e1f6c2438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 to the Do Now question. Use two things you learned in the room to improve your original answer.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Link your explanation to the problem and use a worked example where it helps.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08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e11f12f4d451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review mode to correct any mistakes. Write one correction and explain why the right answer fits. Then complete the plenary from memory.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08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stronger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23bd709404d7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Compare your reasoning, then improve one sentence on your worksheet.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Choose the search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Sorting takes work. For a short unsorted list, one linear scan may be simpler and cheaper overall.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Review and explain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correction should name the correct idea and explain why it fits the question. Use the experience feedback to check it.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08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e759af0cb483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Sorted data first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guarantees smaller values lie before the middle and larger values after it.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Find the midpoint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(3 + 8) DIV 2 = 5.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Discard the wrong half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midpoint has already failed to match and should not remain in the search range.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08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c38e6589d4ea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Trace a successful search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12, then 6. The target is found after two comparisons.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Trace not found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No indices remain in the possible search range.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Choose the search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Sorting takes work. For a short unsorted list, one linear scan may be simpler and cheaper overall.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08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d3d679a1345c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choices and the reasons you gave.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1. Order the checks for target 14 in [2, 4, 6, 8, 10, 12, 14].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Check 8 at index 3 → Keep indices 4 to 6 → Check 12 at index 5 → Check 14 at index 6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Round down at each midpoint.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2. What is the worst-case advantage as a sorted list grows?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Binary search repeatedly halves the remaining range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08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(a–b)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f262b8d584d9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Take the headset off or close the page. Answer from memory on the worksheet.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why binary search requires sorted data. [2]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Trace binary search for 4 in [2, 4, 6, 8, 10, 12, 14]. Round midpoint down. [3]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08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(c)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e305edb494a3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the experience closed. Explain your reasoning in full sentences.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c)</a:t>
            </a: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when linear search could be a better choice. [2]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marks in brackets to judge how much detail to include.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08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(a–b)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319f2c5cb4ed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 Ordering locates smaller and larger values on known sides (1), allowing one half to be safely discarded (1).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  Check 8 at index 3 (1), keep indices 0 to 2 (1), check 4 at index 1 and stop (1).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08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(c)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01afe049a4bc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 for the final question.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short unsorted list with one lookup (1), because sorting first adds work not needed for a linear scan (1).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08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9936cc2d346d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 the worksheet, select Not yet, Getting there or Confident for each objective.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Describe and trace binary search.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why sorted data is required.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Compare binary and linear search choices.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2026-09-28T13:00:31.5760000Z</dcterms:created>
  <dcterms:modified xsi:type="dcterms:W3CDTF">2026-09-28T13:00:31.5760000Z</dcterms:modified>
</coreProperties>
</file>
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Number workshop.
Open the experience at revise360.co.uk and hand out PR_L02_NumberWorkshop_Worksheet.docx.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The four operations.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Whole number division.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Powers and roots.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Rounding.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Random numbers.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 workshop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Computers were built to calculate, and Python has an operator for every kind of sum in the specification. Work through the number workshop and learn which one to reach for.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choose between /, // and % when the answer to a calculation has to come out as a whole number?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which arithmetic operator to use for each kind of calculation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difference between /, // and % and what each one hands back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round a result and how to draw a random number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96896" y="5468112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96896" y="546811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 division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22976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22976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Exponent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87968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87968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round()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these out by hand, with no computer: 17 / 5, 17 // 5, 17 % 5 and 2 ** 5. Beside each answer write whether Python gives a whole number or a decimal.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Number workshop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four operations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adds, - subtracts, * multiplies and / divides.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always gives a float, so 10 / 2 prints 5.0 rather than 5.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writing 2n for two lots of n, when Python needs 2 * 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operator would you use to halve the price of a pencil?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* was chosen for multiply because early keyboards had no times sign on them.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Whole number division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// divides and throws the remainder away, giving a whole number.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gives only the remainder, and is called the modulus.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using / when the answer must be whole, which leaves a .0 on the end.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full crates of 12 do 50 returned books fill, and how many are left over?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is the quickest test for an even number: n % 2 is 0 whenever n is even.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Powers and roots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 raises a number to a power, so 5 ** 2 is 25 and 5 ** 3 is 125.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square root is the power of 0.5, or math.sqrt() once math has been imported.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writing 5 ^ 2, which does something else entirely in Python.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two different ways of working out the square root of 49.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 is the exponent operator, and exponent is simply another word for power.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round(x) gives the nearest whole number, and round(x, 2) keeps two decimal places.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abs() removes the sign, so a difference can be reported without saying which way.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rounding early, then carrying the rounded value into the next calculation.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till round to 2 decimal places rather than to a whole number?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rounds a value ending in exactly .5 towards the even number, so round(2.5) is 2.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numbers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random first, then random.randint(a, b) gives a whole number from a to b, both included.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random.seed(n) makes the same sequence come out every time, so an answer can be marked.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calling randint again instead of storing the number you have already drawn.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would a program ever want its random numbers to be predictable?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computer works its random numbers out with a formula, so they are really pseudo-random.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the order of a calculation before you type it: brackets, powers, then * / // %, then + -.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a part-finished answer in a named variable to keep a long calculation readable.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rounding part way through, which makes every figure after it slightly wrong.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what order does Python work through 2 + 3 * 4 ** 2?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BIDMAS is the same rule in a maths lesson as it is in a Python program.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operator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jobs have come into the workshop. Tap the star and choose the operator or function each one needs.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Dividing by zero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program that divides by a number the user typed should check it is not zero first, or Python stops with an error.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arithmetic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is how a program wraps round: hour 25 on a 24-hour clock is 25 % 24, which is 1.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root at all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root can be written as a power, so a cube root is the power of one third and 27 ** (1/3) is 3.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Floats are close, not exact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 + 0.2 does not give exactly 0.3, because a float is stored in binary and some decimals will not fit.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works out how many full boxes of 6 eggs a crate will fill, and the line reads boxes = eggs / 6. State what is wrong with the result this gives,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number of minutes and prints it as a number of whole hours and the minutes left over.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two amounts of money in pounds and prints their mean, rounded to two decimal places.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the right arithmetic operator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// and % for whole-number answers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Rounding a result and drawing a random number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Number workshop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2 — Number workshop</dc:title>
  <dc:subject>OCR J277 GCSE Computer Science</dc:subject>
  <dc:creator>Revise 360 Ltd</dc:creator>
  <cp:lastModifiedBy>Revise 360 Ltd</cp:lastModifiedBy>
  <cp:revision>1</cp:revision>
  <dcterms:created xsi:type="dcterms:W3CDTF">2026-10-02T07:59:13Z</dcterms:created>
  <dcterms:modified xsi:type="dcterms:W3CDTF">2026-10-02T07:59:13Z</dcterms:modified>
</cp:coreProperties>
</file>
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2: Number workshop.
Open the experience at revise360.co.uk and hand out PR_L02_NumberWorkshop_Worksheet.docx.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Share the objectives, then go straight into the starter. Devices stay away for the first five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 start. Take two or three answers before moving on: this is where misconceptions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 on writing before tapping. That single rule is the difference between revision and a quiz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1: The four operations.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2: Whole number division.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3: Powers and roots.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4: Rounding.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5: Random numbers.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6: Putting it together.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them commit to an answer on paper before they tap the star. Guessing first costs them the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these as a settler, or as something for early finishers to read in the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Timed and silent. Mark against the answer sheet, then ask students to record their weakest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copy their score-screen breakdown onto the worksheet, then rate themselves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17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B9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2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Number workshop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9184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7CDD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Computers were built to calculate, and Python has an operator for every kind of sum in the specification. Work through the number workshop and learn which one to reach for.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4846320"/>
            <a:ext cx="2926080" cy="0"/>
          </a:xfrm>
          <a:prstGeom prst="line">
            <a:avLst/>
          </a:prstGeom>
          <a:noFill/>
          <a:ln w="31750">
            <a:solidFill>
              <a:srgbClr val="2D6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 Python course  |  Beyond the OCR J277 specification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the end of this lesson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do you choose between /, // and % when the answer to a calculation has to come out as a whole number?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9659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which arithmetic operator to use for each kind of calculation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898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the difference between /, // and % and what each one hands back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3831336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8313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831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round a result and how to draw a random number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08406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words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5468112"/>
            <a:ext cx="192024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546811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Arithmetic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596896" y="5468112"/>
            <a:ext cx="2798064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596896" y="5468112"/>
            <a:ext cx="27980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Integer division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522976" y="5468112"/>
            <a:ext cx="1481328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522976" y="5468112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Modulus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132320" y="5468112"/>
            <a:ext cx="162763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132320" y="5468112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Exponent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887968" y="5468112"/>
            <a:ext cx="1481328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887968" y="5468112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round()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572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STARTER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457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Five minutes, on paper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234440"/>
            <a:ext cx="1115568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1645920"/>
            <a:ext cx="10149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Work these out by hand, with no computer: 17 / 5, 17 // 5, 17 % 5 and 2 ** 5. Beside each answer write whether Python gives a whole number or a decimal.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7091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devices yet. Write your answer on the worksheet before anyone talks.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Into the experience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Number workshop on revise360.co.uk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56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around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48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Six numbered stations are arranged around you. Turn right for 1 and 2, around for 3 and 4, left for 5 and 6.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before you type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1729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task and its brief. Work out the inputs, what happens to them, and exactly what is printed.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922776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904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it and run it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19709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Type the program in the editor and press Run to see what it does. Then press Check to mark it against the tests.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946904"/>
            <a:ext cx="566928" cy="566928"/>
          </a:xfrm>
          <a:prstGeom prst="ellipse">
            <a:avLst/>
          </a:prstGeom>
          <a:solidFill>
            <a:srgbClr val="F4B94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946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928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failures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22122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test that fails tells you what was expected and what came out. Fix and run it again - that is what programmers do.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four operations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 adds, - subtracts, * multiplies and / divides.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/ always gives a float, so 10 / 2 prints 5.0 rather than 5.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writing 2n for two lots of n, when Python needs 2 * 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operator would you use to halve the price of a pencil?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* was chosen for multiply because early keyboards had no times sign on them.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Whole number division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// divides and throws the remainder away, giving a whole number.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% gives only the remainder, and is called the modulus.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using / when the answer must be whole, which leaves a .0 on the end.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many full crates of 12 do 50 returned books fill, and how many are left over?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% is the quickest test for an even number: n % 2 is 0 whenever n is even.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Powers and roots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** raises a number to a power, so 5 ** 2 is 25 and 5 ** 3 is 125.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square root is the power of 0.5, or math.sqrt() once math has been imported.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writing 5 ^ 2, which does something else entirely in Python.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Give two different ways of working out the square root of 49.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** is the exponent operator, and exponent is simply another word for power.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Rounding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round(x) gives the nearest whole number, and round(x, 2) keeps two decimal places.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abs() removes the sign, so a difference can be reported without saying which way.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rounding early, then carrying the rounded value into the next calculation.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does a till round to 2 decimal places rather than to a whole number?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Python rounds a value ending in exactly .5 towards the even number, so round(2.5) is 2.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Random numbers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import random first, then random.randint(a, b) gives a whole number from a to b, both included.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random.seed(n) makes the same sequence come out every time, so an answer can be marked.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calling randint again instead of storing the number you have already drawn.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would a program ever want its random numbers to be predictable?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computer works its random numbers out with a formula, so they are really pseudo-random.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Putting it together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Work out the order of a calculation before you type it: brackets, powers, then * / // %, then + -.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Store a part-finished answer in a named variable to keep a long calculation readable.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rounding part way through, which makes every figure after it slightly wrong.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 what order does Python work through 2 + 3 * 4 ** 2?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BIDMAS is the same rule in a maths lesson as it is in a Python program.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38912"/>
            <a:ext cx="3108960" cy="502920"/>
          </a:xfrm>
          <a:prstGeom prst="roundRect">
            <a:avLst>
              <a:gd name="adj" fmla="val 18182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38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 FINAL CHALLENGE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0972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Pick the operator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111556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2331720"/>
            <a:ext cx="10149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Eight jobs have come into the workshop. Tap the star and choose the operator or function each one needs.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5262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Predict on paper first, then look down and test it.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Worth knowing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information markers dotted around the room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Dividing by zero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 program that divides by a number the user typed should check it is not zero first, or Python stops with an error.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Clock arithmetic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% is how a program wraps round: hour 25 on a 24-hour clock is 25 % 24, which is 1.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 root at all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 root can be written as a power, so a cube root is the power of one third and 27 ** (1/3) is 3.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37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Floats are close, not exact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0.1 + 0.2 does not give exactly 0.3, because a float is stored in binary and some decimals will not fit.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Exam practice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Devices away. Answer from memory on the worksheet.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38528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program works out how many full boxes of 6 eggs a crate will fill, and the line reads boxes = eggs / 6. State what is wrong with the result this gives, and write the line corrected.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515600" y="2130552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2130552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[2]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127248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236976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reads a number of minutes and prints it as a number of whole hours and the minutes left over.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0515600" y="3429000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515600" y="3429000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[4]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4425696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535424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reads two amounts of money in pounds and prints their mean, rounded to two decimal places.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0515600" y="4727448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515600" y="4727448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[4]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Before you go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Rate yourself on each of these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202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Choosing the right arithmetic operator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595360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674352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74352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753344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753344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88036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288036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Using // and % for whole-number answers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95360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0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74352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753344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753344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84048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384048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Rounding a result and drawing a random number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595360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95360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74352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74352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753344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753344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50749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Anything marked Focus here: reopen Number workshop and use review mode on the questions you got wrong.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Revise 360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programming  |  Lesson 2 — Number workshop</dc:title>
  <dc:subject>OCR J277 GCSE Computer Science</dc:subject>
  <dc:creator>Revise 360 Ltd</dc:creator>
  <cp:lastModifiedBy>Revise 360 Ltd</cp:lastModifiedBy>
  <cp:revision>1</cp:revision>
  <dcterms:created xsi:type="dcterms:W3CDTF">2026-10-02T10:24:01Z</dcterms:created>
  <dcterms:modified xsi:type="dcterms:W3CDTF">2026-10-02T10:24:01Z</dcterms:modified>
</cp:coreProperties>
</file>
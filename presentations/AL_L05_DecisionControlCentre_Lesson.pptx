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619f857e3d4ed6" /><Relationship Type="http://schemas.openxmlformats.org/officeDocument/2006/relationships/extended-properties" Target="/docProps/app.xml" Id="R618e7c358d624ab4" /><Relationship Type="http://schemas.openxmlformats.org/officeDocument/2006/relationships/officeDocument" Target="/ppt/presentation.xml" Id="Rf60031fdbd3840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985617dd924659"/>
  </p:sldMasterIdLst>
  <p:notesMasterIdLst>
    <p:notesMasterId xmlns:r="http://schemas.openxmlformats.org/officeDocument/2006/relationships" r:id="R8ecffbe7db1f4181"/>
  </p:notesMasterIdLst>
  <p:sldIdLst>
    <p:sldId xmlns:r="http://schemas.openxmlformats.org/officeDocument/2006/relationships" id="256" r:id="R6bf56456bc57428e"/>
    <p:sldId xmlns:r="http://schemas.openxmlformats.org/officeDocument/2006/relationships" id="257" r:id="R131d6022fe5c4d90"/>
    <p:sldId xmlns:r="http://schemas.openxmlformats.org/officeDocument/2006/relationships" id="258" r:id="R25d61e6ebe38429d"/>
    <p:sldId xmlns:r="http://schemas.openxmlformats.org/officeDocument/2006/relationships" id="259" r:id="R3a80c7dfa81347ed"/>
    <p:sldId xmlns:r="http://schemas.openxmlformats.org/officeDocument/2006/relationships" id="260" r:id="R52d89e5f146f4754"/>
    <p:sldId xmlns:r="http://schemas.openxmlformats.org/officeDocument/2006/relationships" id="261" r:id="R2eda540ee64a4ca1"/>
    <p:sldId xmlns:r="http://schemas.openxmlformats.org/officeDocument/2006/relationships" id="262" r:id="Re78bc278ee6f48ab"/>
    <p:sldId xmlns:r="http://schemas.openxmlformats.org/officeDocument/2006/relationships" id="263" r:id="R58f97800af6c4e98"/>
    <p:sldId xmlns:r="http://schemas.openxmlformats.org/officeDocument/2006/relationships" id="264" r:id="Rfa63d26a62e34737"/>
    <p:sldId xmlns:r="http://schemas.openxmlformats.org/officeDocument/2006/relationships" id="265" r:id="R2636b296b80848a0"/>
    <p:sldId xmlns:r="http://schemas.openxmlformats.org/officeDocument/2006/relationships" id="266" r:id="Rf2902bbdc2de488e"/>
    <p:sldId xmlns:r="http://schemas.openxmlformats.org/officeDocument/2006/relationships" id="267" r:id="R64ac16a5e8c24a1a"/>
    <p:sldId xmlns:r="http://schemas.openxmlformats.org/officeDocument/2006/relationships" id="268" r:id="R387c25a3247341f0"/>
    <p:sldId xmlns:r="http://schemas.openxmlformats.org/officeDocument/2006/relationships" id="269" r:id="R835f11c9cc2446b5"/>
    <p:sldId xmlns:r="http://schemas.openxmlformats.org/officeDocument/2006/relationships" id="270" r:id="Rd76af569241b42c4"/>
    <p:sldId xmlns:r="http://schemas.openxmlformats.org/officeDocument/2006/relationships" id="271" r:id="Rf5413c81b1514718"/>
    <p:sldId xmlns:r="http://schemas.openxmlformats.org/officeDocument/2006/relationships" id="272" r:id="R5e1c3b8399274be6"/>
    <p:sldId xmlns:r="http://schemas.openxmlformats.org/officeDocument/2006/relationships" id="273" r:id="R2582116e24ca45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9066465cc04e70" /><Relationship Type="http://schemas.openxmlformats.org/officeDocument/2006/relationships/slideMaster" Target="/ppt/slideMasters/slideMaster1.xml" Id="R0c985617dd924659" /><Relationship Type="http://schemas.openxmlformats.org/officeDocument/2006/relationships/notesMaster" Target="/ppt/notesMasters/notesMaster1.xml" Id="R8ecffbe7db1f4181" /><Relationship Type="http://schemas.openxmlformats.org/officeDocument/2006/relationships/presProps" Target="/ppt/presProps.xml" Id="Rc99ff35f79444685" /><Relationship Type="http://schemas.openxmlformats.org/officeDocument/2006/relationships/tableStyles" Target="/ppt/tableStyles.xml" Id="R794f891916ea405c" /><Relationship Type="http://schemas.openxmlformats.org/officeDocument/2006/relationships/slide" Target="/ppt/slides/slide1.xml" Id="R6bf56456bc57428e" /><Relationship Type="http://schemas.openxmlformats.org/officeDocument/2006/relationships/slide" Target="/ppt/slides/slide2.xml" Id="R131d6022fe5c4d90" /><Relationship Type="http://schemas.openxmlformats.org/officeDocument/2006/relationships/slide" Target="/ppt/slides/slide3.xml" Id="R25d61e6ebe38429d" /><Relationship Type="http://schemas.openxmlformats.org/officeDocument/2006/relationships/slide" Target="/ppt/slides/slide4.xml" Id="R3a80c7dfa81347ed" /><Relationship Type="http://schemas.openxmlformats.org/officeDocument/2006/relationships/slide" Target="/ppt/slides/slide5.xml" Id="R52d89e5f146f4754" /><Relationship Type="http://schemas.openxmlformats.org/officeDocument/2006/relationships/slide" Target="/ppt/slides/slide6.xml" Id="R2eda540ee64a4ca1" /><Relationship Type="http://schemas.openxmlformats.org/officeDocument/2006/relationships/slide" Target="/ppt/slides/slide7.xml" Id="Re78bc278ee6f48ab" /><Relationship Type="http://schemas.openxmlformats.org/officeDocument/2006/relationships/slide" Target="/ppt/slides/slide8.xml" Id="R58f97800af6c4e98" /><Relationship Type="http://schemas.openxmlformats.org/officeDocument/2006/relationships/slide" Target="/ppt/slides/slide9.xml" Id="Rfa63d26a62e34737" /><Relationship Type="http://schemas.openxmlformats.org/officeDocument/2006/relationships/slide" Target="/ppt/slides/slide10.xml" Id="R2636b296b80848a0" /><Relationship Type="http://schemas.openxmlformats.org/officeDocument/2006/relationships/slide" Target="/ppt/slides/slide11.xml" Id="Rf2902bbdc2de488e" /><Relationship Type="http://schemas.openxmlformats.org/officeDocument/2006/relationships/slide" Target="/ppt/slides/slide12.xml" Id="R64ac16a5e8c24a1a" /><Relationship Type="http://schemas.openxmlformats.org/officeDocument/2006/relationships/slide" Target="/ppt/slides/slide13.xml" Id="R387c25a3247341f0" /><Relationship Type="http://schemas.openxmlformats.org/officeDocument/2006/relationships/slide" Target="/ppt/slides/slide14.xml" Id="R835f11c9cc2446b5" /><Relationship Type="http://schemas.openxmlformats.org/officeDocument/2006/relationships/slide" Target="/ppt/slides/slide15.xml" Id="Rd76af569241b42c4" /><Relationship Type="http://schemas.openxmlformats.org/officeDocument/2006/relationships/slide" Target="/ppt/slides/slide16.xml" Id="Rf5413c81b1514718" /><Relationship Type="http://schemas.openxmlformats.org/officeDocument/2006/relationships/slide" Target="/ppt/slides/slide17.xml" Id="R5e1c3b8399274be6" /><Relationship Type="http://schemas.openxmlformats.org/officeDocument/2006/relationships/slide" Target="/ppt/slides/slide18.xml" Id="R2582116e24ca45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a6c95f58eb4e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544af87bd14f15" /><Relationship Type="http://schemas.openxmlformats.org/officeDocument/2006/relationships/notesMaster" Target="/ppt/notesMasters/notesMaster1.xml" Id="R19e87dd6ccf441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c5bc48be8c4515" /><Relationship Type="http://schemas.openxmlformats.org/officeDocument/2006/relationships/notesMaster" Target="/ppt/notesMasters/notesMaster1.xml" Id="Rc64cf6729ded40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70f6051df443bc" /><Relationship Type="http://schemas.openxmlformats.org/officeDocument/2006/relationships/notesMaster" Target="/ppt/notesMasters/notesMaster1.xml" Id="R9b9a20e6b5b34d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f8f214f77b4bd5" /><Relationship Type="http://schemas.openxmlformats.org/officeDocument/2006/relationships/notesMaster" Target="/ppt/notesMasters/notesMaster1.xml" Id="Re7c0239f498e4f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3f3114090e4dfd" /><Relationship Type="http://schemas.openxmlformats.org/officeDocument/2006/relationships/notesMaster" Target="/ppt/notesMasters/notesMaster1.xml" Id="R049ee364b23742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2ca521234149e8" /><Relationship Type="http://schemas.openxmlformats.org/officeDocument/2006/relationships/notesMaster" Target="/ppt/notesMasters/notesMaster1.xml" Id="R2ddd4f4266c74c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a3706e9bb34ae4" /><Relationship Type="http://schemas.openxmlformats.org/officeDocument/2006/relationships/notesMaster" Target="/ppt/notesMasters/notesMaster1.xml" Id="Rdd441deeccf041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5e4d0e5f52472e" /><Relationship Type="http://schemas.openxmlformats.org/officeDocument/2006/relationships/notesMaster" Target="/ppt/notesMasters/notesMaster1.xml" Id="Rf9e28869b67c4e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df2e8d6ec14a08" /><Relationship Type="http://schemas.openxmlformats.org/officeDocument/2006/relationships/notesMaster" Target="/ppt/notesMasters/notesMaster1.xml" Id="Re817aa6da74042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2db409c9064617" /><Relationship Type="http://schemas.openxmlformats.org/officeDocument/2006/relationships/notesMaster" Target="/ppt/notesMasters/notesMaster1.xml" Id="Rf917153c27ab4e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ca955cf5bc4630" /><Relationship Type="http://schemas.openxmlformats.org/officeDocument/2006/relationships/notesMaster" Target="/ppt/notesMasters/notesMaster1.xml" Id="R4d4778fe308541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3db46eeaf34bbc" /><Relationship Type="http://schemas.openxmlformats.org/officeDocument/2006/relationships/notesMaster" Target="/ppt/notesMasters/notesMaster1.xml" Id="R517017bd22ad48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3a62a64bb14847" /><Relationship Type="http://schemas.openxmlformats.org/officeDocument/2006/relationships/notesMaster" Target="/ppt/notesMasters/notesMaster1.xml" Id="R272c2e38092a46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3507c655e14adc" /><Relationship Type="http://schemas.openxmlformats.org/officeDocument/2006/relationships/notesMaster" Target="/ppt/notesMasters/notesMaster1.xml" Id="R594c1138f68243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bf988651f644d5" /><Relationship Type="http://schemas.openxmlformats.org/officeDocument/2006/relationships/notesMaster" Target="/ppt/notesMasters/notesMaster1.xml" Id="Rc7605251b7e74a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5be5d056c24e8f" /><Relationship Type="http://schemas.openxmlformats.org/officeDocument/2006/relationships/notesMaster" Target="/ppt/notesMasters/notesMaster1.xml" Id="R3d0a3a8a5bb448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75a54e02424466" /><Relationship Type="http://schemas.openxmlformats.org/officeDocument/2006/relationships/notesMaster" Target="/ppt/notesMasters/notesMaster1.xml" Id="R8cdade7b4c4345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37a898125294979" /><Relationship Type="http://schemas.openxmlformats.org/officeDocument/2006/relationships/notesMaster" Target="/ppt/notesMasters/notesMaster1.xml" Id="R7c346e4ca7794e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5: Algorithmic thinking: selection.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54eb643fd4a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eaddbae49c4dd5" /><Relationship Type="http://schemas.openxmlformats.org/officeDocument/2006/relationships/slideLayout" Target="/ppt/slideLayouts/slideLayout1.xml" Id="R99c0ed0733994a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c0ed0733994a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82fad8a7e4f47" /><Relationship Type="http://schemas.openxmlformats.org/officeDocument/2006/relationships/image" Target="/ppt/media/image.png" Id="R0b19a26793044761" /><Relationship Type="http://schemas.openxmlformats.org/officeDocument/2006/relationships/image" Target="/ppt/media/image.jpeg" Id="R939050dda88147c2" /><Relationship Type="http://schemas.openxmlformats.org/officeDocument/2006/relationships/notesSlide" Target="/ppt/notesSlides/notesSlide1.xml" Id="R047c09d39f2c43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5656adcf6494b" /><Relationship Type="http://schemas.openxmlformats.org/officeDocument/2006/relationships/image" Target="/ppt/media/image2.png" Id="R5ea12709aa354632" /><Relationship Type="http://schemas.openxmlformats.org/officeDocument/2006/relationships/notesSlide" Target="/ppt/notesSlides/notesSlide2.xml" Id="R56bea3f17ebc4d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d9432f5714fbd" /><Relationship Type="http://schemas.openxmlformats.org/officeDocument/2006/relationships/image" Target="/ppt/media/image3.png" Id="R0d920073d33c4d60" /><Relationship Type="http://schemas.openxmlformats.org/officeDocument/2006/relationships/notesSlide" Target="/ppt/notesSlides/notesSlide3.xml" Id="Rfef3e0ba4e4843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474de127f4fed" /><Relationship Type="http://schemas.openxmlformats.org/officeDocument/2006/relationships/image" Target="/ppt/media/image4.png" Id="R089774102d6a4b3c" /><Relationship Type="http://schemas.openxmlformats.org/officeDocument/2006/relationships/notesSlide" Target="/ppt/notesSlides/notesSlide4.xml" Id="R0085be81774846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ee8589c264794" /><Relationship Type="http://schemas.openxmlformats.org/officeDocument/2006/relationships/image" Target="/ppt/media/image5.png" Id="R962a0b6d210346f9" /><Relationship Type="http://schemas.openxmlformats.org/officeDocument/2006/relationships/notesSlide" Target="/ppt/notesSlides/notesSlide5.xml" Id="R1a0b9914cf7c41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0456e4f7e4e24" /><Relationship Type="http://schemas.openxmlformats.org/officeDocument/2006/relationships/image" Target="/ppt/media/image6.png" Id="Rf577409f69b2411d" /><Relationship Type="http://schemas.openxmlformats.org/officeDocument/2006/relationships/notesSlide" Target="/ppt/notesSlides/notesSlide6.xml" Id="R1e37ede2ec364d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22ec982c74e48" /><Relationship Type="http://schemas.openxmlformats.org/officeDocument/2006/relationships/image" Target="/ppt/media/image7.png" Id="R341ea360296a489a" /><Relationship Type="http://schemas.openxmlformats.org/officeDocument/2006/relationships/notesSlide" Target="/ppt/notesSlides/notesSlide7.xml" Id="R2f78ddc269354b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89a4fe2c44025" /><Relationship Type="http://schemas.openxmlformats.org/officeDocument/2006/relationships/image" Target="/ppt/media/image8.png" Id="R4b10e4d340e84f8d" /><Relationship Type="http://schemas.openxmlformats.org/officeDocument/2006/relationships/notesSlide" Target="/ppt/notesSlides/notesSlide8.xml" Id="Rf98d815b9a804c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5705ab36c4c98" /><Relationship Type="http://schemas.openxmlformats.org/officeDocument/2006/relationships/image" Target="/ppt/media/image9.png" Id="Re4f934ec56144aec" /><Relationship Type="http://schemas.openxmlformats.org/officeDocument/2006/relationships/notesSlide" Target="/ppt/notesSlides/notesSlide9.xml" Id="Ra88d1fe68bb044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1d1b40f024a6c" /><Relationship Type="http://schemas.openxmlformats.org/officeDocument/2006/relationships/image" Target="/ppt/media/image10.png" Id="R4b57cb161a854601" /><Relationship Type="http://schemas.openxmlformats.org/officeDocument/2006/relationships/notesSlide" Target="/ppt/notesSlides/notesSlide10.xml" Id="R9338ad77a01c4b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e869307eb4809" /><Relationship Type="http://schemas.openxmlformats.org/officeDocument/2006/relationships/image" Target="/ppt/media/image11.png" Id="R0369e38ad7ea49b7" /><Relationship Type="http://schemas.openxmlformats.org/officeDocument/2006/relationships/notesSlide" Target="/ppt/notesSlides/notesSlide11.xml" Id="R6213bf527f9f44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210f2092c4552" /><Relationship Type="http://schemas.openxmlformats.org/officeDocument/2006/relationships/image" Target="/ppt/media/image12.png" Id="R5a8771b35e334bcf" /><Relationship Type="http://schemas.openxmlformats.org/officeDocument/2006/relationships/notesSlide" Target="/ppt/notesSlides/notesSlide12.xml" Id="Rf3c6e45eb7e946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e7a0843ee440a" /><Relationship Type="http://schemas.openxmlformats.org/officeDocument/2006/relationships/image" Target="/ppt/media/image13.png" Id="Ra95740825fa7438b" /><Relationship Type="http://schemas.openxmlformats.org/officeDocument/2006/relationships/notesSlide" Target="/ppt/notesSlides/notesSlide13.xml" Id="R5b9b58db89b549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f9cc9caad4fac" /><Relationship Type="http://schemas.openxmlformats.org/officeDocument/2006/relationships/image" Target="/ppt/media/image14.png" Id="R642ac85171c24edc" /><Relationship Type="http://schemas.openxmlformats.org/officeDocument/2006/relationships/notesSlide" Target="/ppt/notesSlides/notesSlide14.xml" Id="Rcc394d340e7040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b2eb1a5a84ee7" /><Relationship Type="http://schemas.openxmlformats.org/officeDocument/2006/relationships/image" Target="/ppt/media/image15.png" Id="Rab02337672dc4d82" /><Relationship Type="http://schemas.openxmlformats.org/officeDocument/2006/relationships/notesSlide" Target="/ppt/notesSlides/notesSlide15.xml" Id="Ref924bfe9a534b0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0a2f1174f4921" /><Relationship Type="http://schemas.openxmlformats.org/officeDocument/2006/relationships/image" Target="/ppt/media/image16.png" Id="Ref5c5de0935f4ecf" /><Relationship Type="http://schemas.openxmlformats.org/officeDocument/2006/relationships/notesSlide" Target="/ppt/notesSlides/notesSlide16.xml" Id="R069bc3f99b7c437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abf2cf87e47ee" /><Relationship Type="http://schemas.openxmlformats.org/officeDocument/2006/relationships/image" Target="/ppt/media/image17.png" Id="Rc4f9c2d85dbb4f97" /><Relationship Type="http://schemas.openxmlformats.org/officeDocument/2006/relationships/notesSlide" Target="/ppt/notesSlides/notesSlide17.xml" Id="Rb30774adccf64f9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c1d4abfa64ffe" /><Relationship Type="http://schemas.openxmlformats.org/officeDocument/2006/relationships/image" Target="/ppt/media/image18.png" Id="Rd137214c5f2b44a2" /><Relationship Type="http://schemas.openxmlformats.org/officeDocument/2006/relationships/notesSlide" Target="/ppt/notesSlides/notesSlide18.xml" Id="Rbb0106bfc00e4d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05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DECISION CONTROL CENTRE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9a2679304476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Algorithmic thinking: selection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Is age greater than 16 the same as age at least 16?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050dda88147c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12709aa35463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selection to decisions.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Handle boundary and equality cases.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Combine conditions accurately.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20073d33c4d6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club accepts pupils aged 12 or older. Should age 12 be accepted?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774102d6a4b3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Yes. Age 12 is included, so the condition must be age &gt;= 12.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a0b6d210346f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Selection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Condition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7409f69b2411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Selection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Choosing which instructions to execute using a condition.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Condition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expression evaluated as true or false.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05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ea360296a489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Decision control centre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0e4d340e84f8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934ec56144ae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review mode to correct any mistakes. Write one correction and explain why the right answer fits. Then complete the plenary from memory.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7cb161a85460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Nested decisions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No. The outer IF body is skipped.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9e38ad7ea49b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Two possible paths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ELSE branch prints Unavailable.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Include the boundary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rejects a pupil aged exactly 12, although the rule includes them.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Three-way decisions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Equal values may get the wrong result or no intended output.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771b35e334bc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Both conditions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No. Both membership and availability are required, and availability is false.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Either condition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Yes. OR includes the case where both conditions are true.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Nested decisions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No. The outer IF body is skipped.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740825fa7438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Match the phrase to its condition.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At least 10: x &gt;= 10; Below 10: x &lt; 10; Exactly 10: x == 10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Equality must be handled as the wording requires.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A loan needs a member AND an available item. Member is true and available is false. Result?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Reject the loan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ac85171c24ed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Write a condition for a temperature from 18 to 24 inclusive. [2]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the difference between AND and OR. [2]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2337672dc4d8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algorithm uses age &gt; 16 for a rule of at least 16. Identify and correct the error.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c5de0935f4ec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temperature &gt;= 18 (1) AND temperature &lt;= 24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AND needs both conditions true (1). OR needs at least one true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9c2d85dbb4f9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boundary age 16 is rejected (1). Use age &gt;= 16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05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7214c5f2b44a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selection to decisions.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Handle boundary and equality cases.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Combine conditions accurately.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2026-09-28T13:00:20.9410000Z</dcterms:created>
  <dcterms:modified xsi:type="dcterms:W3CDTF">2026-09-28T13:00:20.9410000Z</dcterms:modified>
</coreProperties>
</file>
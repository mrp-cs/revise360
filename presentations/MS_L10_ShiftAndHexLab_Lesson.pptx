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aa203df3d246db" /><Relationship Type="http://schemas.openxmlformats.org/officeDocument/2006/relationships/extended-properties" Target="/docProps/app.xml" Id="R6767c3d3092540e4" /><Relationship Type="http://schemas.openxmlformats.org/officeDocument/2006/relationships/officeDocument" Target="/ppt/presentation.xml" Id="R0f3e47e889b7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d205895b94780"/>
  </p:sldMasterIdLst>
  <p:notesMasterIdLst>
    <p:notesMasterId xmlns:r="http://schemas.openxmlformats.org/officeDocument/2006/relationships" r:id="Rf89035e4eb284a19"/>
  </p:notesMasterIdLst>
  <p:sldIdLst>
    <p:sldId xmlns:r="http://schemas.openxmlformats.org/officeDocument/2006/relationships" id="256" r:id="R42b3d323e78b4483"/>
    <p:sldId xmlns:r="http://schemas.openxmlformats.org/officeDocument/2006/relationships" id="257" r:id="Rfe25cdfee2df42c0"/>
    <p:sldId xmlns:r="http://schemas.openxmlformats.org/officeDocument/2006/relationships" id="258" r:id="R1b97fdb1a9c24db4"/>
    <p:sldId xmlns:r="http://schemas.openxmlformats.org/officeDocument/2006/relationships" id="259" r:id="R6602b6a6832547b3"/>
    <p:sldId xmlns:r="http://schemas.openxmlformats.org/officeDocument/2006/relationships" id="260" r:id="R30897a5933e24146"/>
    <p:sldId xmlns:r="http://schemas.openxmlformats.org/officeDocument/2006/relationships" id="261" r:id="Rc4f24a7c054d4313"/>
    <p:sldId xmlns:r="http://schemas.openxmlformats.org/officeDocument/2006/relationships" id="262" r:id="R91a8e4fd572f4d9b"/>
    <p:sldId xmlns:r="http://schemas.openxmlformats.org/officeDocument/2006/relationships" id="263" r:id="R1f4a638154a14045"/>
    <p:sldId xmlns:r="http://schemas.openxmlformats.org/officeDocument/2006/relationships" id="264" r:id="Red0642089516435a"/>
    <p:sldId xmlns:r="http://schemas.openxmlformats.org/officeDocument/2006/relationships" id="265" r:id="Ref17515a8f954af9"/>
    <p:sldId xmlns:r="http://schemas.openxmlformats.org/officeDocument/2006/relationships" id="266" r:id="Ra1cce1c91a544240"/>
    <p:sldId xmlns:r="http://schemas.openxmlformats.org/officeDocument/2006/relationships" id="267" r:id="R05c4d7f97fb2466b"/>
    <p:sldId xmlns:r="http://schemas.openxmlformats.org/officeDocument/2006/relationships" id="268" r:id="Rd393c620b3224e8e"/>
    <p:sldId xmlns:r="http://schemas.openxmlformats.org/officeDocument/2006/relationships" id="269" r:id="R529abe8ff835440a"/>
    <p:sldId xmlns:r="http://schemas.openxmlformats.org/officeDocument/2006/relationships" id="270" r:id="Rf7c35f1b17cc4d71"/>
    <p:sldId xmlns:r="http://schemas.openxmlformats.org/officeDocument/2006/relationships" id="271" r:id="R74aae4eb85e74d96"/>
    <p:sldId xmlns:r="http://schemas.openxmlformats.org/officeDocument/2006/relationships" id="272" r:id="R7c9b9fb2471f4f99"/>
    <p:sldId xmlns:r="http://schemas.openxmlformats.org/officeDocument/2006/relationships" id="273" r:id="R5857c1604c1040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7cc6840df4ffc" /><Relationship Type="http://schemas.openxmlformats.org/officeDocument/2006/relationships/slideMaster" Target="/ppt/slideMasters/slideMaster1.xml" Id="R686d205895b94780" /><Relationship Type="http://schemas.openxmlformats.org/officeDocument/2006/relationships/notesMaster" Target="/ppt/notesMasters/notesMaster1.xml" Id="Rf89035e4eb284a19" /><Relationship Type="http://schemas.openxmlformats.org/officeDocument/2006/relationships/presProps" Target="/ppt/presProps.xml" Id="R3d359f87b66649ce" /><Relationship Type="http://schemas.openxmlformats.org/officeDocument/2006/relationships/tableStyles" Target="/ppt/tableStyles.xml" Id="Rde7465b9714940ef" /><Relationship Type="http://schemas.openxmlformats.org/officeDocument/2006/relationships/slide" Target="/ppt/slides/slide1.xml" Id="R42b3d323e78b4483" /><Relationship Type="http://schemas.openxmlformats.org/officeDocument/2006/relationships/slide" Target="/ppt/slides/slide2.xml" Id="Rfe25cdfee2df42c0" /><Relationship Type="http://schemas.openxmlformats.org/officeDocument/2006/relationships/slide" Target="/ppt/slides/slide3.xml" Id="R1b97fdb1a9c24db4" /><Relationship Type="http://schemas.openxmlformats.org/officeDocument/2006/relationships/slide" Target="/ppt/slides/slide4.xml" Id="R6602b6a6832547b3" /><Relationship Type="http://schemas.openxmlformats.org/officeDocument/2006/relationships/slide" Target="/ppt/slides/slide5.xml" Id="R30897a5933e24146" /><Relationship Type="http://schemas.openxmlformats.org/officeDocument/2006/relationships/slide" Target="/ppt/slides/slide6.xml" Id="Rc4f24a7c054d4313" /><Relationship Type="http://schemas.openxmlformats.org/officeDocument/2006/relationships/slide" Target="/ppt/slides/slide7.xml" Id="R91a8e4fd572f4d9b" /><Relationship Type="http://schemas.openxmlformats.org/officeDocument/2006/relationships/slide" Target="/ppt/slides/slide8.xml" Id="R1f4a638154a14045" /><Relationship Type="http://schemas.openxmlformats.org/officeDocument/2006/relationships/slide" Target="/ppt/slides/slide9.xml" Id="Red0642089516435a" /><Relationship Type="http://schemas.openxmlformats.org/officeDocument/2006/relationships/slide" Target="/ppt/slides/slide10.xml" Id="Ref17515a8f954af9" /><Relationship Type="http://schemas.openxmlformats.org/officeDocument/2006/relationships/slide" Target="/ppt/slides/slide11.xml" Id="Ra1cce1c91a544240" /><Relationship Type="http://schemas.openxmlformats.org/officeDocument/2006/relationships/slide" Target="/ppt/slides/slide12.xml" Id="R05c4d7f97fb2466b" /><Relationship Type="http://schemas.openxmlformats.org/officeDocument/2006/relationships/slide" Target="/ppt/slides/slide13.xml" Id="Rd393c620b3224e8e" /><Relationship Type="http://schemas.openxmlformats.org/officeDocument/2006/relationships/slide" Target="/ppt/slides/slide14.xml" Id="R529abe8ff835440a" /><Relationship Type="http://schemas.openxmlformats.org/officeDocument/2006/relationships/slide" Target="/ppt/slides/slide15.xml" Id="Rf7c35f1b17cc4d71" /><Relationship Type="http://schemas.openxmlformats.org/officeDocument/2006/relationships/slide" Target="/ppt/slides/slide16.xml" Id="R74aae4eb85e74d96" /><Relationship Type="http://schemas.openxmlformats.org/officeDocument/2006/relationships/slide" Target="/ppt/slides/slide17.xml" Id="R7c9b9fb2471f4f99" /><Relationship Type="http://schemas.openxmlformats.org/officeDocument/2006/relationships/slide" Target="/ppt/slides/slide18.xml" Id="R5857c1604c10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c6f4e645a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1c9f196944993" /><Relationship Type="http://schemas.openxmlformats.org/officeDocument/2006/relationships/notesMaster" Target="/ppt/notesMasters/notesMaster1.xml" Id="R2efee86877834b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196e43a58426d" /><Relationship Type="http://schemas.openxmlformats.org/officeDocument/2006/relationships/notesMaster" Target="/ppt/notesMasters/notesMaster1.xml" Id="Red7112601e474a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0377c35264e04" /><Relationship Type="http://schemas.openxmlformats.org/officeDocument/2006/relationships/notesMaster" Target="/ppt/notesMasters/notesMaster1.xml" Id="R6aab89c4a2ae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e52226de5488c" /><Relationship Type="http://schemas.openxmlformats.org/officeDocument/2006/relationships/notesMaster" Target="/ppt/notesMasters/notesMaster1.xml" Id="Rb0fa8cfd7cf74a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0096b78a6490b" /><Relationship Type="http://schemas.openxmlformats.org/officeDocument/2006/relationships/notesMaster" Target="/ppt/notesMasters/notesMaster1.xml" Id="R462dd2f6e692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603d10780e4c1a" /><Relationship Type="http://schemas.openxmlformats.org/officeDocument/2006/relationships/notesMaster" Target="/ppt/notesMasters/notesMaster1.xml" Id="R6cd0503fff8540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6c2188312e4396" /><Relationship Type="http://schemas.openxmlformats.org/officeDocument/2006/relationships/notesMaster" Target="/ppt/notesMasters/notesMaster1.xml" Id="Ra52394b4e5304b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ea27202f541eb" /><Relationship Type="http://schemas.openxmlformats.org/officeDocument/2006/relationships/notesMaster" Target="/ppt/notesMasters/notesMaster1.xml" Id="Rfec65fbd7488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a26a3d3b0249b1" /><Relationship Type="http://schemas.openxmlformats.org/officeDocument/2006/relationships/notesMaster" Target="/ppt/notesMasters/notesMaster1.xml" Id="Rf936c8ccfcaa42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987094bc574a81" /><Relationship Type="http://schemas.openxmlformats.org/officeDocument/2006/relationships/notesMaster" Target="/ppt/notesMasters/notesMaster1.xml" Id="R2311cec8d81241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c8f0ae26ba4e93" /><Relationship Type="http://schemas.openxmlformats.org/officeDocument/2006/relationships/notesMaster" Target="/ppt/notesMasters/notesMaster1.xml" Id="R013b2117d7ae40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fe81c49ecc4aa1" /><Relationship Type="http://schemas.openxmlformats.org/officeDocument/2006/relationships/notesMaster" Target="/ppt/notesMasters/notesMaster1.xml" Id="Re367d96f1fe640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4957c4a83941a9" /><Relationship Type="http://schemas.openxmlformats.org/officeDocument/2006/relationships/notesMaster" Target="/ppt/notesMasters/notesMaster1.xml" Id="Rc99e58f60fb544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537c3225ea4478" /><Relationship Type="http://schemas.openxmlformats.org/officeDocument/2006/relationships/notesMaster" Target="/ppt/notesMasters/notesMaster1.xml" Id="Rcdeccc08d72047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90ffbc3fc5420a" /><Relationship Type="http://schemas.openxmlformats.org/officeDocument/2006/relationships/notesMaster" Target="/ppt/notesMasters/notesMaster1.xml" Id="R64392132ef434b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401295abcd4c32" /><Relationship Type="http://schemas.openxmlformats.org/officeDocument/2006/relationships/notesMaster" Target="/ppt/notesMasters/notesMaster1.xml" Id="Rc98b05bb9e3f4c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ccd0ca55804fdb" /><Relationship Type="http://schemas.openxmlformats.org/officeDocument/2006/relationships/notesMaster" Target="/ppt/notesMasters/notesMaster1.xml" Id="R5526363acb004d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a7767c80bc41a6" /><Relationship Type="http://schemas.openxmlformats.org/officeDocument/2006/relationships/notesMaster" Target="/ppt/notesMasters/notesMaster1.xml" Id="Re27facedb277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experiences/ms-l10.json and worksheets/MS_L10_ShiftAndHexLab_Worksheet.docx.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f72dae1b4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00d42fbed4ae6" /><Relationship Type="http://schemas.openxmlformats.org/officeDocument/2006/relationships/slideLayout" Target="/ppt/slideLayouts/slideLayout1.xml" Id="R05b7bd9cd9d5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7bd9cd9d5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6657ac1cc4a9b" /><Relationship Type="http://schemas.openxmlformats.org/officeDocument/2006/relationships/image" Target="/ppt/media/image.png" Id="R210b3e7bd56b4dbd" /><Relationship Type="http://schemas.openxmlformats.org/officeDocument/2006/relationships/image" Target="/ppt/media/image.jpeg" Id="Re95e23fee16e4679" /><Relationship Type="http://schemas.openxmlformats.org/officeDocument/2006/relationships/notesSlide" Target="/ppt/notesSlides/notesSlide1.xml" Id="Rc7e188b1e925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ef62836e14eea" /><Relationship Type="http://schemas.openxmlformats.org/officeDocument/2006/relationships/image" Target="/ppt/media/image2.png" Id="R68e7f5e71e4f497f" /><Relationship Type="http://schemas.openxmlformats.org/officeDocument/2006/relationships/notesSlide" Target="/ppt/notesSlides/notesSlide2.xml" Id="R8080147b75fe45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6e890f40443a5" /><Relationship Type="http://schemas.openxmlformats.org/officeDocument/2006/relationships/image" Target="/ppt/media/image3.png" Id="R4a676026d9f54030" /><Relationship Type="http://schemas.openxmlformats.org/officeDocument/2006/relationships/notesSlide" Target="/ppt/notesSlides/notesSlide3.xml" Id="R1a194b41fa74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404743d73447a" /><Relationship Type="http://schemas.openxmlformats.org/officeDocument/2006/relationships/image" Target="/ppt/media/image4.png" Id="Rb47f22fa27214922" /><Relationship Type="http://schemas.openxmlformats.org/officeDocument/2006/relationships/notesSlide" Target="/ppt/notesSlides/notesSlide4.xml" Id="R4636a7ea64af4b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bf9d179fa4def" /><Relationship Type="http://schemas.openxmlformats.org/officeDocument/2006/relationships/image" Target="/ppt/media/image5.png" Id="Rff1e108f3cf14c74" /><Relationship Type="http://schemas.openxmlformats.org/officeDocument/2006/relationships/notesSlide" Target="/ppt/notesSlides/notesSlide5.xml" Id="R2ecf9927862c4e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5661f34f4fab" /><Relationship Type="http://schemas.openxmlformats.org/officeDocument/2006/relationships/image" Target="/ppt/media/image6.png" Id="R41a7c4791c2c49dc" /><Relationship Type="http://schemas.openxmlformats.org/officeDocument/2006/relationships/notesSlide" Target="/ppt/notesSlides/notesSlide6.xml" Id="R50cd2ebd2dfb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a4a408a004b3d" /><Relationship Type="http://schemas.openxmlformats.org/officeDocument/2006/relationships/image" Target="/ppt/media/image7.png" Id="R406cb63429f14e45" /><Relationship Type="http://schemas.openxmlformats.org/officeDocument/2006/relationships/hyperlink" Target="https://mrp-cs.github.io/Revise360/experience.html?id=ms-l10" TargetMode="External" Id="R40bc62fc59c345ec" /><Relationship Type="http://schemas.openxmlformats.org/officeDocument/2006/relationships/notesSlide" Target="/ppt/notesSlides/notesSlide7.xml" Id="R65a3a7b04707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235803b9e4281" /><Relationship Type="http://schemas.openxmlformats.org/officeDocument/2006/relationships/image" Target="/ppt/media/image8.png" Id="R1223fac915294cac" /><Relationship Type="http://schemas.openxmlformats.org/officeDocument/2006/relationships/notesSlide" Target="/ppt/notesSlides/notesSlide8.xml" Id="R845aced6666d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c06fae8c49cd" /><Relationship Type="http://schemas.openxmlformats.org/officeDocument/2006/relationships/image" Target="/ppt/media/image9.png" Id="Rd74195a2b3784847" /><Relationship Type="http://schemas.openxmlformats.org/officeDocument/2006/relationships/notesSlide" Target="/ppt/notesSlides/notesSlide9.xml" Id="Rdaddde662e55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82812cb2c4fbc" /><Relationship Type="http://schemas.openxmlformats.org/officeDocument/2006/relationships/image" Target="/ppt/media/image10.png" Id="Re34a39fd92ec4837" /><Relationship Type="http://schemas.openxmlformats.org/officeDocument/2006/relationships/notesSlide" Target="/ppt/notesSlides/notesSlide10.xml" Id="R9eae57a35811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2a9d05544022" /><Relationship Type="http://schemas.openxmlformats.org/officeDocument/2006/relationships/image" Target="/ppt/media/image11.png" Id="R9dd38d691188437d" /><Relationship Type="http://schemas.openxmlformats.org/officeDocument/2006/relationships/notesSlide" Target="/ppt/notesSlides/notesSlide11.xml" Id="Rb4ed2c344dee4d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053d4607946fe" /><Relationship Type="http://schemas.openxmlformats.org/officeDocument/2006/relationships/image" Target="/ppt/media/image12.png" Id="R97699ad154064011" /><Relationship Type="http://schemas.openxmlformats.org/officeDocument/2006/relationships/notesSlide" Target="/ppt/notesSlides/notesSlide12.xml" Id="R4e17c9439c4a43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718c55024c25" /><Relationship Type="http://schemas.openxmlformats.org/officeDocument/2006/relationships/image" Target="/ppt/media/image13.png" Id="R4968153681bc4042" /><Relationship Type="http://schemas.openxmlformats.org/officeDocument/2006/relationships/notesSlide" Target="/ppt/notesSlides/notesSlide13.xml" Id="R080fa3eb9d2742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6c2effd2e4567" /><Relationship Type="http://schemas.openxmlformats.org/officeDocument/2006/relationships/image" Target="/ppt/media/image14.png" Id="R5ace03c3d3014365" /><Relationship Type="http://schemas.openxmlformats.org/officeDocument/2006/relationships/notesSlide" Target="/ppt/notesSlides/notesSlide14.xml" Id="R557c4ba840ef4b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366d68d6b4574" /><Relationship Type="http://schemas.openxmlformats.org/officeDocument/2006/relationships/image" Target="/ppt/media/image15.png" Id="R190ad9a1d9c74b71" /><Relationship Type="http://schemas.openxmlformats.org/officeDocument/2006/relationships/notesSlide" Target="/ppt/notesSlides/notesSlide15.xml" Id="Raf17f06e9fa442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ff08119244f0c" /><Relationship Type="http://schemas.openxmlformats.org/officeDocument/2006/relationships/image" Target="/ppt/media/image16.png" Id="Rff2d55755f1c4b50" /><Relationship Type="http://schemas.openxmlformats.org/officeDocument/2006/relationships/notesSlide" Target="/ppt/notesSlides/notesSlide16.xml" Id="Raa768af72f4a4b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48307947431d" /><Relationship Type="http://schemas.openxmlformats.org/officeDocument/2006/relationships/image" Target="/ppt/media/image17.png" Id="R03af605de9864e61" /><Relationship Type="http://schemas.openxmlformats.org/officeDocument/2006/relationships/notesSlide" Target="/ppt/notesSlides/notesSlide17.xml" Id="R9d3e48b598d94e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9c571f9834133" /><Relationship Type="http://schemas.openxmlformats.org/officeDocument/2006/relationships/image" Target="/ppt/media/image18.png" Id="R5ee9628fba7c49d8" /><Relationship Type="http://schemas.openxmlformats.org/officeDocument/2006/relationships/notesSlide" Target="/ppt/notesSlides/notesSlide18.xml" Id="R6716291dbc6b49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128317C-CE3D-4DC2-81D1-3C6E674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9B4A086-65EF-4F1F-B004-9480981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10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CE647B3-9452-4B82-B4A4-9755356A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SHIFT AND HEX LAB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b3e7bd56b4db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832D26A-382A-479B-A8D8-1A465757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FE9DA7A0-ED09-497B-9B2C-9E2ADB2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Binary shift and hexadecimal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B5AD8915-DE92-40FF-9FD3-B3C3728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3237F4A4-79D5-4872-9CCC-CE74020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is the relationship between denary, binary and hexadecimal?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e23fee16e4679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33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9872AFD-A0D5-4391-B180-17321203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11B5AFC-3A87-4CA0-9A58-A5DD5111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372C57F-D6E9-4CBB-AB06-068AE64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7f5e71e4f497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8B7363-4FF9-473F-9D73-5C912534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58B6EE2-57A6-46A4-874D-65404AE9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526F680A-F5DE-499F-88A7-16FE1371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how to perform left and right binary shifts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D1B4824-B798-4E4A-B722-CC4FC7B8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3676EA13-D901-4AC0-9C82-F040129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what a binary shift achieves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BE9FDA1-250D-41AA-8331-243B017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8BCD5E23-233D-433C-8B77-4492215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denary to 2-digit hexadecimal and back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FDFBDB94-8947-4357-8C6A-2DBE535A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632E40F2-5BC4-435E-A86A-D5AF1A47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between binary and hexadecimal</a:t>
            </a:r>
          </a:p>
        </p:txBody>
      </p:sp>
    </p:spTree>
    <p:extLst>
      <p:ext uri="{BB962C8B-B14F-4D97-AF65-F5344CB8AC3E}">
        <p14:creationId xmlns:p14="http://schemas.microsoft.com/office/powerpoint/2010/main" val="749767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E0B8EEE-C00A-41B3-B770-A6495DF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9139CA-E8B1-4492-9B50-27D837D4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8BE7528-7FD4-415E-8251-C5E2BCA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76026d9f540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D1260C-0034-487C-B23B-2B128CE1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3836DFBD-7FB8-4544-AC0E-A19B7C8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might a programmer prefer to write FF rather than 11111111? Suggest two reasons.</a:t>
            </a:r>
          </a:p>
        </p:txBody>
      </p:sp>
    </p:spTree>
    <p:extLst>
      <p:ext uri="{BB962C8B-B14F-4D97-AF65-F5344CB8AC3E}">
        <p14:creationId xmlns:p14="http://schemas.microsoft.com/office/powerpoint/2010/main" val="1996840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91356FC-9BE7-4B6C-9BA6-F4E2BA9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B9C7012-2E22-4D01-8920-D6C4F78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F6CF1CF-5561-4611-95D7-4BB93758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f22fa2721492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D9AECC-7871-4EF3-A6CB-FA971CBF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A2B9CDA-79BD-4D89-814F-2AE3FE3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3926A7D-EEBF-4E22-9339-F943202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FF is two symbols instead of eight binary digits and is easier to read or copy without mistakes.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BF11E37-930F-4222-BE97-7C227A3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88BD4E9-7D4B-4C0D-9700-47A83B58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hexadecimal digit represents exactly four binary bits; FF = 11111111.</a:t>
            </a:r>
          </a:p>
        </p:txBody>
      </p:sp>
    </p:spTree>
    <p:extLst>
      <p:ext uri="{BB962C8B-B14F-4D97-AF65-F5344CB8AC3E}">
        <p14:creationId xmlns:p14="http://schemas.microsoft.com/office/powerpoint/2010/main" val="29902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99094BB-63DD-41D6-82CB-DAA9CEF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2ED95FD-28D4-44C2-A59F-7858952B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8F62509-82C7-40C3-BA70-9C5CCB72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e108f3cf14c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B180D0-08EA-4DD8-8293-4D99ADC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B716DCB-B837-4414-B198-7224CBD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466F87DD-1593-414F-939E-C50A01DF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shift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1E55227-EB06-41E8-8C9B-357C1633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B6D4943C-35E2-484B-BEBF-F68CBF1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Hexadecimal</a:t>
            </a:r>
          </a:p>
        </p:txBody>
      </p:sp>
    </p:spTree>
    <p:extLst>
      <p:ext uri="{BB962C8B-B14F-4D97-AF65-F5344CB8AC3E}">
        <p14:creationId xmlns:p14="http://schemas.microsoft.com/office/powerpoint/2010/main" val="476217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AF7E7FD-CACB-4187-9CB3-52B1C73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1011787-FBCD-4823-A975-C9DF403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CD68093-054F-49D6-A2A6-9A77EA9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7c4791c2c49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1471E9-A362-42B8-A6BE-A7C82942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DEED0ED7-A7D0-4D2D-A703-BE337CA8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Binary shift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94CAFC67-9D3F-48EF-A52E-57B8E17D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shift: moving each bit left or right by a stated number of places; bits that leave the width are lost.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249D343F-E473-455A-B872-2C42693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Hexadecimal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69FC57B4-091F-4134-B1DE-C1D9F3F3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Hexadecimal: base-16 number system using 0–9 and A–F; one hex digit represents four bits.</a:t>
            </a:r>
          </a:p>
        </p:txBody>
      </p:sp>
    </p:spTree>
    <p:extLst>
      <p:ext uri="{BB962C8B-B14F-4D97-AF65-F5344CB8AC3E}">
        <p14:creationId xmlns:p14="http://schemas.microsoft.com/office/powerpoint/2010/main" val="1630622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DAFB6D5-038E-493B-8736-5D937721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EFF09A4-BD51-4607-BA1A-448FE6D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10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3268ED5-299A-475B-995E-52D2F044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cb63429f14e4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DE472B4-5B65-43BF-BB71-FC01512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06CD662B-8FA5-4124-BABF-10E3CCD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0bc62fc59c345ec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E56BEF61-070F-4923-9DF9-43AD20F8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Shift and hex lab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5194ECC7-53D9-4C13-8D3A-5011484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069573E3-97FF-4ADD-BBC8-B9D9A9F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6016E947-8E44-4D63-B472-AB56A4B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0FBF289D-9363-41FC-BF0B-3285714D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D84030CD-3669-42D7-A2B1-BC71412F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1B7CD54E-3E49-45C5-A592-ED94F13B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3196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9197E86-AE88-4973-AAC9-61C428D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7E7CE0D-91D9-4C4C-8265-D599E58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8A8CA6-B39A-4397-98CA-79E9DE0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3fac915294ca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55D53AD-69B1-41C6-8979-2F465729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D7E63DAA-0290-4F57-8DAA-95CF3C7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conversions. Complete the table.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41327709-2DEF-425C-9BDE-54AE9090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741691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05CEA51-3C7A-4FF4-88D0-9042601F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065E32D-C1EA-449A-BB88-AD974E52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70D8D82-0A49-49BD-BC6B-052E1D1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195a2b37848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B0818E-610F-41BC-BBB6-A1FB7AF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668D53C6-85CB-46A5-97AA-BDCD06F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student says every left shift doubles a number exactly. When does that claim fail?</a:t>
            </a:r>
          </a:p>
        </p:txBody>
      </p:sp>
    </p:spTree>
    <p:extLst>
      <p:ext uri="{BB962C8B-B14F-4D97-AF65-F5344CB8AC3E}">
        <p14:creationId xmlns:p14="http://schemas.microsoft.com/office/powerpoint/2010/main" val="1937798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77BFA94-1E0C-4486-92BA-A6642BC3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182B92E-05D3-4876-A190-71AC3059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295B1F5-C24F-4CA7-93AB-AEDB23B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a39fd92ec483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91CB02-2E89-4626-991B-D6EF7CE6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C0A80CF-10B8-4A2C-A16C-471B3E4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44225F8-7A06-471D-8A68-2586D6E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45 = 00101101 = 2D; 11100100 = 228 = E4.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F884DEE-8B54-42A3-9394-B6DD8230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33B5005-C3EB-4033-84F0-9C168A4C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B7 = 183 = 10110111; 208 = 11010000 = D0.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4AAE2CF9-455F-4E3A-A95D-B323707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A7D83C6-9EF6-400D-845F-39F3265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a fixed width such as 8 bits, a 1 shifted off the left is lost. Overflow then means the stored result is not the full doubled value.</a:t>
            </a:r>
          </a:p>
        </p:txBody>
      </p:sp>
    </p:spTree>
    <p:extLst>
      <p:ext uri="{BB962C8B-B14F-4D97-AF65-F5344CB8AC3E}">
        <p14:creationId xmlns:p14="http://schemas.microsoft.com/office/powerpoint/2010/main" val="321700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98AF1E3-E5F4-4223-A92D-C8CBB9A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743A718-F895-4B5D-8B5C-1B0A1A5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9A285B9-D401-4581-8C4A-998C9A3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38d691188437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BFF438-1ABD-4C85-BB7C-B0DE79C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40FC999A-38AE-41B3-9FE3-214ADFFC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B963C155-5158-4ADF-B5FF-A14B64D3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Left shift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0563CC49-4A22-4FEC-84E3-26CB68D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00011010 (26) shifted left one place becomes 00110100 (52): double, with no overflow.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5BDBF70-6404-4A79-819A-51A9430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Right shift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3F55ADFA-2836-4C1B-9E61-C449ADC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01001100 (76) shifted right one place becomes 00100110 (38): halve, dropping a bit if one leaves the right end.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471BDFA4-A2AC-43BF-AF28-65AD93A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Shifts and precision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0E82B736-35A0-4BE4-8AC5-EE6EE91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00110010 (50) shifted left twice is 11001000 (200): ×4, provided the result fits the chosen bit width.</a:t>
            </a:r>
          </a:p>
        </p:txBody>
      </p:sp>
    </p:spTree>
    <p:extLst>
      <p:ext uri="{BB962C8B-B14F-4D97-AF65-F5344CB8AC3E}">
        <p14:creationId xmlns:p14="http://schemas.microsoft.com/office/powerpoint/2010/main" val="859306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9C30E9A-8961-4C71-BDAD-F277948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E06304C-A899-4012-85B3-6069D490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FB245DB-9B2B-4B80-AE6B-C7688E37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99ad15406401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328F855-BAB2-4FB7-B005-3CA2E1A0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BA97F814-071C-47FF-895E-811F0EEF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FA22B26D-E7E8-4A1B-94E0-3591B4A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Why hexadecimal?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082F3166-45F4-40C1-B60E-925529D3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Hex is compact and maps directly to binary nibbles. Digits 0–9 mean 0–9 and A–F mean 10–15.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BF076311-4F56-4ABE-B7EE-B21685A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Denary and hex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801AA97F-E80B-4476-9EF1-9F2AE3E0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207 ÷ 16 = 12 remainder 15: 12 is C and 15 is F, so 207 = CF.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B40836A8-1BB7-48AD-BCDC-4AF7B0EC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Binary and hex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8BBE4899-3D34-4E92-9244-24FA26A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Split 10111010 into 1011 and 1010. Those nibbles are B and A, so the result is BA.</a:t>
            </a:r>
          </a:p>
        </p:txBody>
      </p:sp>
    </p:spTree>
    <p:extLst>
      <p:ext uri="{BB962C8B-B14F-4D97-AF65-F5344CB8AC3E}">
        <p14:creationId xmlns:p14="http://schemas.microsoft.com/office/powerpoint/2010/main" val="179188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E7EDAE-3DEC-44B4-A2CD-665DC7B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3C47398-D7E6-4AC7-897C-4A03A30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B3A6351-3345-4879-97A6-0F035C22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153681bc40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86B8B1-D598-46EB-8B3F-4A8D9F66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6317C8A-A929-4D31-B26F-6F1AC868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5FD33ED-BD04-4CBD-AC8A-3CD277E2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100 × 2 = 200, which still fits.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CA864E7-E887-42B3-BEAF-F80043D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C7B1333-31DD-46DE-A012-3547362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11010110 into hexadecimal → D6. 1101 = D and 0110 = 6, so D6.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E8B42D53-7A7D-434D-BB9C-D05C4E8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76547EC-8DD6-469B-89D2-E0A92D69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9F into denary → 159. 9 × 16 = 144, plus F (15) = 159.</a:t>
            </a:r>
          </a:p>
        </p:txBody>
      </p:sp>
    </p:spTree>
    <p:extLst>
      <p:ext uri="{BB962C8B-B14F-4D97-AF65-F5344CB8AC3E}">
        <p14:creationId xmlns:p14="http://schemas.microsoft.com/office/powerpoint/2010/main" val="15698654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F3B4301-8B87-4784-A6A4-D9E4D82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C1692F2-5559-498E-AB5A-CE64FD4F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C50A37-1AD3-49E5-BF09-964C0C65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e03c3d30143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620102-A24D-4B17-A2EC-477DC81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E4A985A3-804E-4DA4-97C0-8B75185D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CB1B5DFF-E272-4D3A-B84F-3F72BA2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Explain what a left shift of one place achieves.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20D6B7D-DBFD-49D9-81D9-C16CF0F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Perform a right shift of two places on 10110000 and state the denary result.  [2]</a:t>
            </a:r>
          </a:p>
        </p:txBody>
      </p:sp>
    </p:spTree>
    <p:extLst>
      <p:ext uri="{BB962C8B-B14F-4D97-AF65-F5344CB8AC3E}">
        <p14:creationId xmlns:p14="http://schemas.microsoft.com/office/powerpoint/2010/main" val="21471368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C36D1DE-CEF4-45EF-B0B3-1AD81B2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549B949-7A7F-402B-80C8-6075558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B104577-E65F-4318-BAAE-0B68BC08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ad9a1d9c74b7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451E4A-3693-4FE9-ADB4-953DD93B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F93389BA-6767-4D68-A353-7ADEDEF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F0A679DB-9BDD-47B6-BCE4-9E78043F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Convert the denary number 207 into hexadecimal.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17DD34D1-214F-400C-B9E3-5F2E9B1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Convert the binary number 10111010 into hexadecimal.  [1]</a:t>
            </a:r>
          </a:p>
        </p:txBody>
      </p:sp>
    </p:spTree>
    <p:extLst>
      <p:ext uri="{BB962C8B-B14F-4D97-AF65-F5344CB8AC3E}">
        <p14:creationId xmlns:p14="http://schemas.microsoft.com/office/powerpoint/2010/main" val="8642135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14EE593-6705-4EFF-B876-C4AB8D6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015D165-4851-4E69-8CEB-FB494F9A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30ECD42-287D-486E-A423-9435DB1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d55755f1c4b5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B1371F8-CFF9-477B-8729-E5FB8F36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F5A0569E-6D71-49D1-93E8-8330E9D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74C46C94-0B0B-41FA-A768-EF663BB0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one-place left shift moves each bit to a place worth twice as much, multiplying the value by 2 if no significant bit is lost.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9A778286-5A78-489E-81C7-6949DBA1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10110000 → 00101100 after two right shifts; 00101100 = 44 in denary.</a:t>
            </a:r>
          </a:p>
        </p:txBody>
      </p:sp>
    </p:spTree>
    <p:extLst>
      <p:ext uri="{BB962C8B-B14F-4D97-AF65-F5344CB8AC3E}">
        <p14:creationId xmlns:p14="http://schemas.microsoft.com/office/powerpoint/2010/main" val="1988145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75D789E-34DE-4627-B01D-0978453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A7A31EB-77CB-471F-8011-D6DCFB34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5D572ED-0272-4309-BC4E-0A09B207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f605de9864e6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5A8222-4813-4519-9E74-FD5887A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A80F17F0-E2A1-4AD0-9778-490376F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37AC7C1D-F287-4334-B85D-B9DF639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207 = CF (12 sixteens and 15 ones).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CE8AA640-F86F-44F2-898B-5478DB35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1011 1010 = BA.</a:t>
            </a:r>
          </a:p>
        </p:txBody>
      </p:sp>
    </p:spTree>
    <p:extLst>
      <p:ext uri="{BB962C8B-B14F-4D97-AF65-F5344CB8AC3E}">
        <p14:creationId xmlns:p14="http://schemas.microsoft.com/office/powerpoint/2010/main" val="5433235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50642EF-6AF7-40C0-844C-CB5C097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138F40B-EA1B-4322-90E6-BA770095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10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CEFA144-7133-49C7-BB4B-D007D0B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9628fba7c49d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3639F46-1A0C-4B84-A9A1-5D32FC2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36B31BBD-36AF-4B0B-8825-A60B1F4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2AEA66B9-7933-40F2-9BF1-34F03A9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A95441F-F6E3-48AD-85C9-E2BDBC07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Left and right shifts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3F7AF04A-0D7B-4294-B4E6-6613C78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9593DE8-C7D8-496F-9A94-722B6A1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Denary and hexadecimal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F9CBA9D1-F452-457F-BF4E-0366D8D2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2B252018-59CB-4F6E-B0C9-D3849A51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and hexadecimal</a:t>
            </a:r>
          </a:p>
        </p:txBody>
      </p:sp>
    </p:spTree>
    <p:extLst>
      <p:ext uri="{BB962C8B-B14F-4D97-AF65-F5344CB8AC3E}">
        <p14:creationId xmlns:p14="http://schemas.microsoft.com/office/powerpoint/2010/main" val="959026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2026-09-25T13:18:12.3790000Z</dcterms:created>
  <dcterms:modified xsi:type="dcterms:W3CDTF">2026-09-25T13:18:12.3790000Z</dcterms:modified>
</coreProperties>
</file>
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cf63be6d454700" /><Relationship Type="http://schemas.openxmlformats.org/officeDocument/2006/relationships/extended-properties" Target="/docProps/app.xml" Id="R8e27ca67426148f4" /><Relationship Type="http://schemas.openxmlformats.org/officeDocument/2006/relationships/officeDocument" Target="/ppt/presentation.xml" Id="R1b85f3a843594f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1adcab0c04ce2"/>
  </p:sldMasterIdLst>
  <p:notesMasterIdLst>
    <p:notesMasterId xmlns:r="http://schemas.openxmlformats.org/officeDocument/2006/relationships" r:id="R3d32074fddf54654"/>
  </p:notesMasterIdLst>
  <p:sldIdLst>
    <p:sldId xmlns:r="http://schemas.openxmlformats.org/officeDocument/2006/relationships" id="256" r:id="R23c3ef3ae07e46d9"/>
    <p:sldId xmlns:r="http://schemas.openxmlformats.org/officeDocument/2006/relationships" id="257" r:id="R28b40d95fe0e4cfd"/>
    <p:sldId xmlns:r="http://schemas.openxmlformats.org/officeDocument/2006/relationships" id="258" r:id="R7bde092988e54fac"/>
    <p:sldId xmlns:r="http://schemas.openxmlformats.org/officeDocument/2006/relationships" id="259" r:id="Rc0d1fb2fd160416a"/>
    <p:sldId xmlns:r="http://schemas.openxmlformats.org/officeDocument/2006/relationships" id="260" r:id="R7476164b83974eaf"/>
    <p:sldId xmlns:r="http://schemas.openxmlformats.org/officeDocument/2006/relationships" id="261" r:id="R95d70479c9904e4e"/>
    <p:sldId xmlns:r="http://schemas.openxmlformats.org/officeDocument/2006/relationships" id="262" r:id="Rcf696c6ef7974c54"/>
    <p:sldId xmlns:r="http://schemas.openxmlformats.org/officeDocument/2006/relationships" id="263" r:id="Rc141ed34ca9140ff"/>
    <p:sldId xmlns:r="http://schemas.openxmlformats.org/officeDocument/2006/relationships" id="264" r:id="Rcf4f0e3385b54d54"/>
    <p:sldId xmlns:r="http://schemas.openxmlformats.org/officeDocument/2006/relationships" id="265" r:id="Rda40ef0df5f2478b"/>
    <p:sldId xmlns:r="http://schemas.openxmlformats.org/officeDocument/2006/relationships" id="266" r:id="Ra7bffb06c42b491a"/>
    <p:sldId xmlns:r="http://schemas.openxmlformats.org/officeDocument/2006/relationships" id="267" r:id="Rbd23fafae44f4dec"/>
    <p:sldId xmlns:r="http://schemas.openxmlformats.org/officeDocument/2006/relationships" id="268" r:id="R8aeb063e9d0e4ca4"/>
    <p:sldId xmlns:r="http://schemas.openxmlformats.org/officeDocument/2006/relationships" id="269" r:id="R43d1a719e18846ba"/>
    <p:sldId xmlns:r="http://schemas.openxmlformats.org/officeDocument/2006/relationships" id="270" r:id="R467b7488a438455b"/>
    <p:sldId xmlns:r="http://schemas.openxmlformats.org/officeDocument/2006/relationships" id="271" r:id="R185425a0350344fb"/>
    <p:sldId xmlns:r="http://schemas.openxmlformats.org/officeDocument/2006/relationships" id="272" r:id="Rb06ab0b02ffd451b"/>
    <p:sldId xmlns:r="http://schemas.openxmlformats.org/officeDocument/2006/relationships" id="273" r:id="R2e352ad68e7244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3b61f22a5e4613" /><Relationship Type="http://schemas.openxmlformats.org/officeDocument/2006/relationships/slideMaster" Target="/ppt/slideMasters/slideMaster1.xml" Id="R6391adcab0c04ce2" /><Relationship Type="http://schemas.openxmlformats.org/officeDocument/2006/relationships/notesMaster" Target="/ppt/notesMasters/notesMaster1.xml" Id="R3d32074fddf54654" /><Relationship Type="http://schemas.openxmlformats.org/officeDocument/2006/relationships/presProps" Target="/ppt/presProps.xml" Id="R77f01a987bba44d6" /><Relationship Type="http://schemas.openxmlformats.org/officeDocument/2006/relationships/tableStyles" Target="/ppt/tableStyles.xml" Id="Rb3bf27c4fc144e34" /><Relationship Type="http://schemas.openxmlformats.org/officeDocument/2006/relationships/slide" Target="/ppt/slides/slide1.xml" Id="R23c3ef3ae07e46d9" /><Relationship Type="http://schemas.openxmlformats.org/officeDocument/2006/relationships/slide" Target="/ppt/slides/slide2.xml" Id="R28b40d95fe0e4cfd" /><Relationship Type="http://schemas.openxmlformats.org/officeDocument/2006/relationships/slide" Target="/ppt/slides/slide3.xml" Id="R7bde092988e54fac" /><Relationship Type="http://schemas.openxmlformats.org/officeDocument/2006/relationships/slide" Target="/ppt/slides/slide4.xml" Id="Rc0d1fb2fd160416a" /><Relationship Type="http://schemas.openxmlformats.org/officeDocument/2006/relationships/slide" Target="/ppt/slides/slide5.xml" Id="R7476164b83974eaf" /><Relationship Type="http://schemas.openxmlformats.org/officeDocument/2006/relationships/slide" Target="/ppt/slides/slide6.xml" Id="R95d70479c9904e4e" /><Relationship Type="http://schemas.openxmlformats.org/officeDocument/2006/relationships/slide" Target="/ppt/slides/slide7.xml" Id="Rcf696c6ef7974c54" /><Relationship Type="http://schemas.openxmlformats.org/officeDocument/2006/relationships/slide" Target="/ppt/slides/slide8.xml" Id="Rc141ed34ca9140ff" /><Relationship Type="http://schemas.openxmlformats.org/officeDocument/2006/relationships/slide" Target="/ppt/slides/slide9.xml" Id="Rcf4f0e3385b54d54" /><Relationship Type="http://schemas.openxmlformats.org/officeDocument/2006/relationships/slide" Target="/ppt/slides/slide10.xml" Id="Rda40ef0df5f2478b" /><Relationship Type="http://schemas.openxmlformats.org/officeDocument/2006/relationships/slide" Target="/ppt/slides/slide11.xml" Id="Ra7bffb06c42b491a" /><Relationship Type="http://schemas.openxmlformats.org/officeDocument/2006/relationships/slide" Target="/ppt/slides/slide12.xml" Id="Rbd23fafae44f4dec" /><Relationship Type="http://schemas.openxmlformats.org/officeDocument/2006/relationships/slide" Target="/ppt/slides/slide13.xml" Id="R8aeb063e9d0e4ca4" /><Relationship Type="http://schemas.openxmlformats.org/officeDocument/2006/relationships/slide" Target="/ppt/slides/slide14.xml" Id="R43d1a719e18846ba" /><Relationship Type="http://schemas.openxmlformats.org/officeDocument/2006/relationships/slide" Target="/ppt/slides/slide15.xml" Id="R467b7488a438455b" /><Relationship Type="http://schemas.openxmlformats.org/officeDocument/2006/relationships/slide" Target="/ppt/slides/slide16.xml" Id="R185425a0350344fb" /><Relationship Type="http://schemas.openxmlformats.org/officeDocument/2006/relationships/slide" Target="/ppt/slides/slide17.xml" Id="Rb06ab0b02ffd451b" /><Relationship Type="http://schemas.openxmlformats.org/officeDocument/2006/relationships/slide" Target="/ppt/slides/slide18.xml" Id="R2e352ad68e7244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ed2993e81f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aff5b897843de" /><Relationship Type="http://schemas.openxmlformats.org/officeDocument/2006/relationships/notesMaster" Target="/ppt/notesMasters/notesMaster1.xml" Id="Rafe43c90826344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99dee21b51416c" /><Relationship Type="http://schemas.openxmlformats.org/officeDocument/2006/relationships/notesMaster" Target="/ppt/notesMasters/notesMaster1.xml" Id="R5da3b1f985a6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eb844d3d1d4fca" /><Relationship Type="http://schemas.openxmlformats.org/officeDocument/2006/relationships/notesMaster" Target="/ppt/notesMasters/notesMaster1.xml" Id="Rc470bebc03af4e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923b46f11642f9" /><Relationship Type="http://schemas.openxmlformats.org/officeDocument/2006/relationships/notesMaster" Target="/ppt/notesMasters/notesMaster1.xml" Id="R2a5ea0d0e63240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9171ce7e134fbc" /><Relationship Type="http://schemas.openxmlformats.org/officeDocument/2006/relationships/notesMaster" Target="/ppt/notesMasters/notesMaster1.xml" Id="Rfcab6b13293f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baeae7a8f64038" /><Relationship Type="http://schemas.openxmlformats.org/officeDocument/2006/relationships/notesMaster" Target="/ppt/notesMasters/notesMaster1.xml" Id="R35105b5da6114d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c23cab34734eff" /><Relationship Type="http://schemas.openxmlformats.org/officeDocument/2006/relationships/notesMaster" Target="/ppt/notesMasters/notesMaster1.xml" Id="Rbf7e48b4ee0841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a5b7beb88644cc" /><Relationship Type="http://schemas.openxmlformats.org/officeDocument/2006/relationships/notesMaster" Target="/ppt/notesMasters/notesMaster1.xml" Id="R02105d947a284f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41f7adb3344cc8" /><Relationship Type="http://schemas.openxmlformats.org/officeDocument/2006/relationships/notesMaster" Target="/ppt/notesMasters/notesMaster1.xml" Id="R8bb4966c7d2149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8c750c1c264e16" /><Relationship Type="http://schemas.openxmlformats.org/officeDocument/2006/relationships/notesMaster" Target="/ppt/notesMasters/notesMaster1.xml" Id="R973ecc63a79f45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49761ea8324e09" /><Relationship Type="http://schemas.openxmlformats.org/officeDocument/2006/relationships/notesMaster" Target="/ppt/notesMasters/notesMaster1.xml" Id="R07db85ea6ccc4a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87e7dbd0e54a92" /><Relationship Type="http://schemas.openxmlformats.org/officeDocument/2006/relationships/notesMaster" Target="/ppt/notesMasters/notesMaster1.xml" Id="R2b96e4dd531f4c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c3aa288bde4e22" /><Relationship Type="http://schemas.openxmlformats.org/officeDocument/2006/relationships/notesMaster" Target="/ppt/notesMasters/notesMaster1.xml" Id="Rfc4741ef14f743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f95cf4c697457b" /><Relationship Type="http://schemas.openxmlformats.org/officeDocument/2006/relationships/notesMaster" Target="/ppt/notesMasters/notesMaster1.xml" Id="Rd59543ed193545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46712651184e5d" /><Relationship Type="http://schemas.openxmlformats.org/officeDocument/2006/relationships/notesMaster" Target="/ppt/notesMasters/notesMaster1.xml" Id="R32a1f3b194de4a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c281a36294495e" /><Relationship Type="http://schemas.openxmlformats.org/officeDocument/2006/relationships/notesMaster" Target="/ppt/notesMasters/notesMaster1.xml" Id="R0f9481ce10fc4a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db6a2bede14e30" /><Relationship Type="http://schemas.openxmlformats.org/officeDocument/2006/relationships/notesMaster" Target="/ppt/notesMasters/notesMaster1.xml" Id="R49d9cc1c591143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fc0537c8e9426d" /><Relationship Type="http://schemas.openxmlformats.org/officeDocument/2006/relationships/notesMaster" Target="/ppt/notesMasters/notesMaster1.xml" Id="R4a4594b7c2fe4e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3: Decomposition and structure diagrams.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e14a49eb341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d1ea353984a47" /><Relationship Type="http://schemas.openxmlformats.org/officeDocument/2006/relationships/slideLayout" Target="/ppt/slideLayouts/slideLayout1.xml" Id="R382b09ae839447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b09ae839447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7a91dff89475e" /><Relationship Type="http://schemas.openxmlformats.org/officeDocument/2006/relationships/image" Target="/ppt/media/image.png" Id="R7b7cbdecd98d4823" /><Relationship Type="http://schemas.openxmlformats.org/officeDocument/2006/relationships/image" Target="/ppt/media/image.jpeg" Id="R5c9f585b54aa43e0" /><Relationship Type="http://schemas.openxmlformats.org/officeDocument/2006/relationships/notesSlide" Target="/ppt/notesSlides/notesSlide1.xml" Id="R454fe547f0d04a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fc8703aa74098" /><Relationship Type="http://schemas.openxmlformats.org/officeDocument/2006/relationships/image" Target="/ppt/media/image2.png" Id="Rfeabefab40804514" /><Relationship Type="http://schemas.openxmlformats.org/officeDocument/2006/relationships/notesSlide" Target="/ppt/notesSlides/notesSlide2.xml" Id="Rb4c48acc8a2e47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93c2347524b1a" /><Relationship Type="http://schemas.openxmlformats.org/officeDocument/2006/relationships/image" Target="/ppt/media/image3.png" Id="Re63401de75eb4a8a" /><Relationship Type="http://schemas.openxmlformats.org/officeDocument/2006/relationships/notesSlide" Target="/ppt/notesSlides/notesSlide3.xml" Id="Rf072be2210f8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3891440854a5a" /><Relationship Type="http://schemas.openxmlformats.org/officeDocument/2006/relationships/image" Target="/ppt/media/image4.png" Id="R1da3e801772d4854" /><Relationship Type="http://schemas.openxmlformats.org/officeDocument/2006/relationships/notesSlide" Target="/ppt/notesSlides/notesSlide4.xml" Id="Re37728b491df41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06fa817734381" /><Relationship Type="http://schemas.openxmlformats.org/officeDocument/2006/relationships/image" Target="/ppt/media/image5.png" Id="R62ca0d1dbed24870" /><Relationship Type="http://schemas.openxmlformats.org/officeDocument/2006/relationships/notesSlide" Target="/ppt/notesSlides/notesSlide5.xml" Id="R20371cfce6af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43f3b56754835" /><Relationship Type="http://schemas.openxmlformats.org/officeDocument/2006/relationships/image" Target="/ppt/media/image6.png" Id="R85ee98fb93e6445d" /><Relationship Type="http://schemas.openxmlformats.org/officeDocument/2006/relationships/notesSlide" Target="/ppt/notesSlides/notesSlide6.xml" Id="R4dafc0931e5142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9eabe7d274dcb" /><Relationship Type="http://schemas.openxmlformats.org/officeDocument/2006/relationships/image" Target="/ppt/media/image7.png" Id="Rb4b0c671254b4b74" /><Relationship Type="http://schemas.openxmlformats.org/officeDocument/2006/relationships/notesSlide" Target="/ppt/notesSlides/notesSlide7.xml" Id="R55748ff90ec141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a94fe00404ba7" /><Relationship Type="http://schemas.openxmlformats.org/officeDocument/2006/relationships/image" Target="/ppt/media/image8.png" Id="R2f1cc21724034be3" /><Relationship Type="http://schemas.openxmlformats.org/officeDocument/2006/relationships/notesSlide" Target="/ppt/notesSlides/notesSlide8.xml" Id="Re6c2eda19b8e4e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f1ab3ff654b53" /><Relationship Type="http://schemas.openxmlformats.org/officeDocument/2006/relationships/image" Target="/ppt/media/image9.png" Id="Rf5c64bc93b4e411d" /><Relationship Type="http://schemas.openxmlformats.org/officeDocument/2006/relationships/notesSlide" Target="/ppt/notesSlides/notesSlide9.xml" Id="R38c4e4322d5d48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0dd4f759b4ba6" /><Relationship Type="http://schemas.openxmlformats.org/officeDocument/2006/relationships/image" Target="/ppt/media/image10.png" Id="R8a2a7a997c1a4d97" /><Relationship Type="http://schemas.openxmlformats.org/officeDocument/2006/relationships/notesSlide" Target="/ppt/notesSlides/notesSlide10.xml" Id="R31373f43f09846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195df97cd4cac" /><Relationship Type="http://schemas.openxmlformats.org/officeDocument/2006/relationships/image" Target="/ppt/media/image11.png" Id="Rbba678dd7d6c432a" /><Relationship Type="http://schemas.openxmlformats.org/officeDocument/2006/relationships/notesSlide" Target="/ppt/notesSlides/notesSlide11.xml" Id="Rabcfcf6815304c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9f4bb81704265" /><Relationship Type="http://schemas.openxmlformats.org/officeDocument/2006/relationships/image" Target="/ppt/media/image12.png" Id="Rb46410ed166d4e10" /><Relationship Type="http://schemas.openxmlformats.org/officeDocument/2006/relationships/notesSlide" Target="/ppt/notesSlides/notesSlide12.xml" Id="R760bf594e16941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d8835c46f44b2" /><Relationship Type="http://schemas.openxmlformats.org/officeDocument/2006/relationships/image" Target="/ppt/media/image13.png" Id="R8494dc0fc2ae457e" /><Relationship Type="http://schemas.openxmlformats.org/officeDocument/2006/relationships/notesSlide" Target="/ppt/notesSlides/notesSlide13.xml" Id="Rbe488aa21c6e4b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53668aeb14b95" /><Relationship Type="http://schemas.openxmlformats.org/officeDocument/2006/relationships/image" Target="/ppt/media/image14.png" Id="R9d85004ae8da41b4" /><Relationship Type="http://schemas.openxmlformats.org/officeDocument/2006/relationships/notesSlide" Target="/ppt/notesSlides/notesSlide14.xml" Id="Re3cd00b50e544c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dd9d1951f4ba2" /><Relationship Type="http://schemas.openxmlformats.org/officeDocument/2006/relationships/image" Target="/ppt/media/image15.png" Id="Rcbbf8fd1d1414658" /><Relationship Type="http://schemas.openxmlformats.org/officeDocument/2006/relationships/notesSlide" Target="/ppt/notesSlides/notesSlide15.xml" Id="Rf74cb1bb192d42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842fb71934770" /><Relationship Type="http://schemas.openxmlformats.org/officeDocument/2006/relationships/image" Target="/ppt/media/image16.png" Id="Rf8f99c2c7a3941b5" /><Relationship Type="http://schemas.openxmlformats.org/officeDocument/2006/relationships/notesSlide" Target="/ppt/notesSlides/notesSlide16.xml" Id="R90fe3526549540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5af527d544063" /><Relationship Type="http://schemas.openxmlformats.org/officeDocument/2006/relationships/image" Target="/ppt/media/image17.png" Id="R9f6b9edd6e854854" /><Relationship Type="http://schemas.openxmlformats.org/officeDocument/2006/relationships/notesSlide" Target="/ppt/notesSlides/notesSlide17.xml" Id="R89f079caeaa74b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80b6afb2f44fe" /><Relationship Type="http://schemas.openxmlformats.org/officeDocument/2006/relationships/image" Target="/ppt/media/image18.png" Id="R3384336185e64ae6" /><Relationship Type="http://schemas.openxmlformats.org/officeDocument/2006/relationships/notesSlide" Target="/ppt/notesSlides/notesSlide18.xml" Id="R7fea209d12294f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03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DECOMPOSITION WORKSHOP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cbdecd98d482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Decomposition and structure diagrams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could a team share the work of building one program?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f585b54aa43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befab4080451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Decompose a problem into sub-problems.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Interpret and create structure diagrams.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benefits of decomposition.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401de75eb4a8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club needs to register members, lend equipment and record returns. Name three smaller problems.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3e801772d485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Manage members, issue loans and process returns are three suitable sub-problems.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a0d1dbed2487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Decomposition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Structure diagram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e98fb93e6445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Decomposition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Breaking a problem into smaller, manageable sub-problems.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Structure diagram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hierarchy showing a system and its component sub-problems.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03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c671254b4b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Decomposition workshop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cc21724034be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64bc93b4e411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a7a997c1a4d9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coverage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Processing returns is missing and must be included.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678dd7d6c432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Split the problem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Manage members, issue books and process returned books are suitable parts.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Read the hierarchy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availability and record borrower.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Refine a sub-problem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Find the active loan, mark it returned and make the item available again.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410ed166d4e1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Structure versus flow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shows what the system contains, rather than the order of execution and decision paths.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Work as a team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Their parts exchange member details. A consistent ID allows the parts to work together.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Check coverage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Processing returns is missing and must be included.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4dc0fc2ae457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Match each sub-problem to a suitable smaller task.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Members: Add a member record; Loans: Check item availability; Returns: Mark an item available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child must belong to its parent.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Why test each part before combining them?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It helps locate faults within smaller sections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5004ae8da41b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Define decomposition.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Draw a structure diagram for a club system with members, loans and returns. Decompose loans into two tasks. [4]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f8fd1d141465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one advantage of decomposition for a team.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99c2c7a3941b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Break a complex problem (1) into smaller manageable sub-problems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Whole system above three appropriate parts (1), correct parent-child connections (1), check availability beneath loans (1), record loan beneath loans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b9edd6e85485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Separate tasks can be assigned to different people (1), allowing work on manageable parts in parallel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03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4336185e64ae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Decompose a problem into sub-problems.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Interpret and create structure diagrams.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benefits of decomposition.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2026-09-28T13:00:13.6070000Z</dcterms:created>
  <dcterms:modified xsi:type="dcterms:W3CDTF">2026-09-28T13:00:13.6070000Z</dcterms:modified>
</coreProperties>
</file>
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1: Impact desk.
Open the experience at revise360.co.uk and hand out EL_L01_Impactdesk_Worksheet.docx.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Share the objectives, then go straight into the starter. Devices stay away for the first five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Silent start. Take two or three answers before moving on: this is where misconceptions surface.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 on writing before tapping. That single rule is the difference between revision and a quiz game.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1: Beyond building it.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2: Ethical issues.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3: Two sides of an argument.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4: Stakeholders.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5: Piracy: a worked example.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6: Writing the answer.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them commit to an answer on paper before they tap the star. Guessing first costs them the learning.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these as a settler, or as something for early finishers to read in the experience.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Timed and silent. Mark against the answer sheet, then ask students to record their weakest area.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copy their score-screen breakdown onto the worksheet, then rate themselves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173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B9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1.6 Ethical, legal, cultural and environmental impacts  |  Lesson 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202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Impact desk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91840"/>
            <a:ext cx="9509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7CD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six kinds of impact every new technology has, and how to argue an ethical question properly.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4846320"/>
            <a:ext cx="2926080" cy="0"/>
          </a:xfrm>
          <a:prstGeom prst="line">
            <a:avLst/>
          </a:prstGeom>
          <a:noFill/>
          <a:ln w="31750">
            <a:solidFill>
              <a:srgbClr val="2D63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5029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OCR J277 Paper 1  |  Computer systems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1.6 Ethical, legal, cultural and environmental impacts  |  Lesson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By the end of this lesson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should be considered before a new technology is introduced?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96596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Know the range of issues to consider when a new technology is introduced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2898648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898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8986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Understand at least one ethical issue of computer technology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548640" y="3831336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8313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83133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 able to argue both sides and reach a conclusion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08406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words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5468112"/>
            <a:ext cx="235915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5468112"/>
            <a:ext cx="2359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Ethical issue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035808" y="5468112"/>
            <a:ext cx="2066544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035808" y="5468112"/>
            <a:ext cx="2066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Stakeholder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1.6 Ethical, legal, cultural and environmental impacts  |  Lesson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45720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4B9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457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STARTER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788920" y="457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Five minutes, on paper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234440"/>
            <a:ext cx="1115568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1645920"/>
            <a:ext cx="10149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Think of a technology released in your lifetime that made something worse as well as better. What was gained, and what was lost?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7091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devices yet. Write your answer on the worksheet before anyone talks.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1.6 Ethical, legal, cultural and environmental impacts  |  Lesson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Into the experience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Impact desk on revise360.co.uk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8562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Look around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1488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Six numbered stations are arranged around you. Turn right for 1 and 2, around for 3 and 4, left for 5 and 6.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898648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898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880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Read, then write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17296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 the wall, write the key fact and your answer to the challenge on the worksheet.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922776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9227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9044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Then tap the badge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19709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Only answer the questions once you have written. Your first answer is the one that counts.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946904"/>
            <a:ext cx="566928" cy="566928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9469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49286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Look down at the end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522122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starred final challenge is on the floor. Predict on paper first.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1.6 Ethical, legal, cultural and environmental impacts  |  Lesson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Beyond building it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new system is judged on far more than whether it works.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Six kinds of impact come up again and again: ethical, legal, cultural, environmental, privacy and the wider effect on society.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Most real decisions involve several at once, pulling in different directions.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Name the six kinds of impact, and give an example of each in one line.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impacts to consider are...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1.6 Ethical, legal, cultural and environmental impacts  |  Lesson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Ethical issues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ethical issue asks whether something should be done, not whether it can be.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Examples: tracking people's location, using AI to mark exams, selling data about children, automating jobs away.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There is rarely one right answer, which is why the exam asks you to discuss both sides.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one ethical question raised by a technology you use, and one argument each way.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ethical issue is...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1.6 Ethical, legal, cultural and environmental impacts  |  Lesson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Two sides of an argument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good answer gives arguments for, arguments against, and a conclusion you can defend.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argument needs a reason and, ideally, who it affects.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'It's bad' is not an argument. 'It's bad because…, which harms…' is.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one argument for and one against schools monitoring what pupils type.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good argument includes...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1.6 Ethical, legal, cultural and environmental impacts  |  Lesson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Stakeholders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stakeholder is anyone affected by a system: users, staff, customers, the wider public.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same change helps some stakeholders and harms others.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Naming the stakeholders is usually the first mark in an impact question.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List four stakeholders affected by a school introducing cashless payments.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stakeholder is...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1.6 Ethical, legal, cultural and environmental impacts  |  Lesson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Piracy: a worked example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Copying films, music, games or software without paying is illegal, and it is also an ethical question.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For: content is expensive, some is unavailable legally, one copy costs the maker nothing extra.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Against: creators lose income, studios make fewer risky projects, the money funds crime.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your own conclusion on piracy, and justify it in two sentences.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arguments about piracy are...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1.6 Ethical, legal, cultural and environmental impacts  |  Lesson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Writing the answer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Name the impact: ethical, legal, cultural, environmental, privacy.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Name the stakeholders and say how each is affected.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Give both sides, then conclude.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 an eight-mark answer on schools using facial recognition for lunch payments.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 answer an impact question, I should...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1.6 Ethical, legal, cultural and environmental impacts  |  Lesson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438912"/>
            <a:ext cx="3108960" cy="502920"/>
          </a:xfrm>
          <a:prstGeom prst="roundRect">
            <a:avLst>
              <a:gd name="adj" fmla="val 18182"/>
            </a:avLst>
          </a:prstGeom>
          <a:solidFill>
            <a:srgbClr val="F4B9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43891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★  FINAL CHALLENGE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Sort the impacts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02920" y="2011680"/>
            <a:ext cx="111556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2331720"/>
            <a:ext cx="10149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Eight concerns about new technologies. Tap the star and sort each into the kind of impact it is.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5262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Predict on paper first, then look down and test it.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1.6 Ethical, legal, cultural and environmental impacts  |  Lesson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Worth knowing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information markers dotted around the room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this topic exists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9572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specification now includes impacts, because the people building systems are the ones who decide what gets built. The technical skill is only half the job.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Trolley problems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39572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Driverless cars force a decision nobody wants to write down: who a car should protect in a crash. Engineers really do have to choose.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79476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977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Marks for arguing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36168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Impact questions are among the highest-mark questions on the paper, and the marks are for reasoning rather than recall.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379476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37960" y="3977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Stakeholders in law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436168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Big public projects legally require consultation with the people affected, which is stakeholder analysis by another name.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1.6 Ethical, legal, cultural and environmental impacts  |  Lesson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Exam practice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Devices away. Answer from memory on the worksheet.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938528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State two kinds of impact that should be considered before a new technology is introduced.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0515600" y="2130552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0" y="2130552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[2]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127248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3236976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Explain what is meant by a stakeholder, using an example.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0515600" y="3429000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515600" y="3429000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[2]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2920" y="4425696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4535424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council plans to put cameras with facial recognition in the town centre. Discuss the impacts of this decision.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10515600" y="4727448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515600" y="4727448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[8]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1.6 Ethical, legal, cultural and environmental impacts  |  Lesson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Before you go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Rate yourself on each of these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92024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kinds of impact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595360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95360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674352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74352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753344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753344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288036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288036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Ethical versus legal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595360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95360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674352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74352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753344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753344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84048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4400" y="384048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Stakeholders and both-sides answers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595360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95360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674352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674352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753344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753344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" y="507492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Anything marked Focus here: reopen Impact desk and use review mode on the questions you got wrong.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Revise 360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1.6 Ethical, legal, cultural and environmental impacts  |  Lesson 1 — Impact desk</dc:title>
  <dc:subject>OCR J277 GCSE Computer Science</dc:subject>
  <dc:creator>Revise 360 Ltd</dc:creator>
  <cp:lastModifiedBy>Revise 360 Ltd</cp:lastModifiedBy>
  <cp:revision>1</cp:revision>
  <dcterms:created xsi:type="dcterms:W3CDTF">2026-10-01T01:30:27Z</dcterms:created>
  <dcterms:modified xsi:type="dcterms:W3CDTF">2026-10-01T01:30:27Z</dcterms:modified>
</cp:coreProperties>
</file>
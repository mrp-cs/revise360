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4: Count-controlled loops.
Open the experience at revise360.co.uk and hand out PR_L04_CountControlledLoops_Worksheet.docx.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Repeating a line.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Using the counter.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Choosing the range.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Running totals.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Loops inside loops.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Putting it together.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loops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When you know how many times something has to happen, a counting loop does it for you. Work through the six stations and you will learn to control a for loop and to use the number it counts with.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 Python course  |  Beyond the OCR J277 specification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you decide what to put inside range() so that a loop counts exactly the values you want?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write a for loop that repeats a block a set number of times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how range() decides which values the loop counter takes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Know how to build a running total inside a loop, and how to put one loop inside another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77393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7739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450592" y="5468112"/>
            <a:ext cx="279806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50592" y="5468112"/>
            <a:ext cx="27980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376672" y="5468112"/>
            <a:ext cx="10058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376672" y="546811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510528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10528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7827264" y="5468112"/>
            <a:ext cx="1481328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827264" y="5468112"/>
            <a:ext cx="1481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Counter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9436608" y="5468112"/>
            <a:ext cx="2066544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36608" y="5468112"/>
            <a:ext cx="20665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Nested loop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down every number printed by for i in range(2, 9, 3), then say how many lines of output there are altogether.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Count-controlled loops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before you type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task and its brief. Work out the inputs, what happens to them, and exactly what is printed.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it and run it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Type the program in the editor and press Run to see what it does. Then press Check to mark it against the tests.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failures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test that fails tells you what was expected and what came out. Fix and run it again - that is what programmers do.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Repeating a line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for i in range(4): runs the indented block below it four times.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Count-controlled iteration is used when the number of repeats is known in advance.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leaving the line to repeat outside the loop, so it only runs once.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would you repeat a line as many times as the user asks for?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Iteration is the proper name for repetition, and it is one of the three basic...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the counter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holds the count on each pass, so you can print it or calculate with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range(n) counts from 0, so the values are 0 up to n - 1.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expecting range(5) to include 5, or to start at 1.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What has to change so that a loop counts from 1 up to and including n?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from 0 is normal in programming, and it is why the first item of a list is item...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Choosing the range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range(start, stop) counts from start up to but not including stop.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third value is the step, so range(10, 0, -2) counts back down in twos.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forgetting stop is never reached, which quietly loses the last value.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range counts through 4 to 9, with both of them included?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stop value of a range is the one value the loop never...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Running totals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running total is set to 0 before the loop and grows inside it.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total = total + value adds this pass's value to whatever is already there.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setting the total back to 0 inside the loop, which loses everything counted so far.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Where must a running total be set to zero, and why there?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counter and a running total work the same way: one adds 1 and the other adds...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Loops inside loops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nested loop runs the whole inner loop on every single pass of the outer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Rows and columns are the usual job: the outer loop picks the row, the inner one the column.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indenting the inner loop's body wrongly, so all the rows run together.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lines does a loop of 4 columns inside a loop of 3 rows print?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Nesting one loop inside another multiplies the work rather than...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Putting it together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Decide what each loop counts before you write it, and name the loop variable after that.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Build the total, the count and the average from the same single pass through the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Common mistake: printing inside the loop when the task asks for one line at the end.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Which figures can one pass through the data work out at the same time?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 that gathers several answers at once beats looping over the same data...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many times?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Eight loops are waiting on the floor below you. Tap the star and sort each one by how many times its block runs.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Three structures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Sequence, selection and iteration are the three building blocks of every program ever written.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Why 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loop variable is traditionally i, for index, with j and k for nested loops - but a name that says what it counts is clearer.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Counting down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negative step counts backwards, which is how a program works through a list from the end to the start.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One pass, many answers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single loop can build a total, a count and a highest value all at once, which saves going through the data twice.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program should print the numbers 1 to 10 but prints 0 to 9 instead. Its loop begins for i in range(10). State which values the original range() counted through, and rewrite the line so the loop prints 1 to 10.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[2]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how many numbers there are, then reads that many whole numbers and prints their total and their average.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[5]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Write a program that reads a whole number and prints that many lines, the first holding one * character, the second two, and so on.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Python programming  |  Lesson 4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Writing a for loop with the right range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Keeping a running total inside a loop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Using one loop inside another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Count-controlled loops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programming  |  Lesson 4 — Count-controlled loops</dc:title>
  <dc:subject>OCR J277 GCSE Computer Science</dc:subject>
  <dc:creator>Revise 360 Ltd</dc:creator>
  <cp:lastModifiedBy>Revise 360 Ltd</cp:lastModifiedBy>
  <cp:revision>1</cp:revision>
  <dcterms:created xsi:type="dcterms:W3CDTF">2026-10-02T16:28:29Z</dcterms:created>
  <dcterms:modified xsi:type="dcterms:W3CDTF">2026-10-02T16:28:29Z</dcterms:modified>
</cp:coreProperties>
</file>
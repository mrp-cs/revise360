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Count-controlled loops.
Open the experience at revise360.co.uk and hand out PR_L04_CountControlledLoops_Worksheet.docx.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loops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Work through the six stations and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Count-controlled loops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 line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so that a loop counts from 1 up to and including 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counts through 4 to 9, with both of them included?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stop value of a range is the one value the loop never...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 and the other adds...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Nesting one loop inside another multiplies the work rather than...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loop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average from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figures can one pass through the data work out at the same time?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waiting on the floor below you.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6B21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6B21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range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9A34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State which values the original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range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how many numbers there are, then reads that many whole numbers and prints their total and their average.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whole number and prints that many lines, the first holding one * character, the second two, and so on.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Count-controlled loops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Count-controlled loops</dc:title>
  <dc:subject>OCR J277 GCSE Computer Science</dc:subject>
  <dc:creator>Revise 360 Ltd</dc:creator>
  <cp:lastModifiedBy>Revise 360 Ltd</cp:lastModifiedBy>
  <cp:revision>1</cp:revision>
  <dcterms:created xsi:type="dcterms:W3CDTF">2026-10-03T10:21:23Z</dcterms:created>
  <dcterms:modified xsi:type="dcterms:W3CDTF">2026-10-03T10:21:23Z</dcterms:modified>
</cp:coreProperties>
</file>
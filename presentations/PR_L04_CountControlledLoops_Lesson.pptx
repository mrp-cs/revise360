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Count-controlled loops.
Open the experience at revise360.co.uk and hand out PR_L04_CountControlledLoops_Worksheet.docx.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Repeating a line.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Using the counter.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Choosing the range.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Running totals.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Loops inside loops.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loops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you know how many times something has to happen, a counting loop does it for you. Work through the six stations and you will learn to control a for loop and to use the number it counts with.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what to put inside range() so that a loop counts exactly the values you want?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for loop that repeats a block a set number of times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range() decides which values the loop counter takes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build a running total inside a loop, and how to put one loop inside another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052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726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2726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down every number printed by for i in range(2, 9, 3), then say how many lines of output there are altogether.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Count-controlled loops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a line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range(4): runs the indented block below it four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iteration is used when the number of repeats is known in advance.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line to repeat outside the loop, so it only runs once.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repeat a line as many times as the user asks for?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 is the proper name for repetition, and it is one of the three basic...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the counter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holds the count on each pass, so you can print it or calculate with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range(n) counts from 0, so the values are 0 up to n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range(5) to include 5, or to start at 1.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has to change so that a loop counts from 1 up to and including 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is normal in programming, and it is why the first item of a list is item...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range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range(start, stop) counts from start up to but not including stop.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third value is the step, so range(10, 0, -2) counts back down in twos.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forgetting stop is never reached, which quietly loses the last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range counts through 4 to 9, with both of them included?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stop value of a range is the one value the loop never...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 totals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running total is set to 0 before the loop and grows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= total + value adds this pass's value to whatever is already there.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setting the total back to 0 inside the loop, which loses everything counted so far.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must a running total be set to zero, and why there?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work the same way: one adds 1 and the other adds...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Loops inside loops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nested loop runs the whole inner loop on every single pass of the outer one.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 are the usual job: the outer loop picks the row, the inner one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indenting the inner loop's body wrongly, so all the rows run together.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lines does a loop of 4 columns inside a loop of 3 rows print?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Nesting one loop inside another multiplies the work rather than...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what each loop counts before you write it, and name the loop variable after that.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total, the count and the average from the same single pass through the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inside the loop when the task asks for one line at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figures can one pass through the data work out at the same time?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that gathers several answers at once beats looping over the same data...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times?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loops are waiting on the floor below you. Tap the star and sort each one by how many times its block runs.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structures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Sequence, selection and iteration are the three building blocks of every program ever written.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is traditionally i, for index, with j and k for nested loops - but a name that says what it counts is clearer.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down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step counts backwards, which is how a program works through a list from the end to the start.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pass, many answers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loop can build a total, a count and a highest value all at once, which saves going through the data twice.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should print the numbers 1 to 10 but prints 0 to 9 instead. Its loop begins for i in range(10). State which values the original range() counted through, and rewrite the line so the loop prints 1 to 10.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how many numbers there are, then reads that many whole numbers and prints their total and their average.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whole number and prints that many lines, the first holding one * character, the second two, and so on.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for loop with the right range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a running total inside a loop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one loop inside another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Count-controlled loops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4 — Count-controlled loops</dc:title>
  <dc:subject>OCR J277 GCSE Computer Science</dc:subject>
  <dc:creator>Revise 360 Ltd</dc:creator>
  <cp:lastModifiedBy>Revise 360 Ltd</cp:lastModifiedBy>
  <cp:revision>1</cp:revision>
  <dcterms:created xsi:type="dcterms:W3CDTF">2026-10-02T20:44:10Z</dcterms:created>
  <dcterms:modified xsi:type="dcterms:W3CDTF">2026-10-02T20:44:10Z</dcterms:modified>
</cp:coreProperties>
</file>
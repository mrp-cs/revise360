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Records office.
Open the experience at revise360.co.uk and hand out PR_L10_RecordsOffice_Worksheet.docx.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Records office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Data in variables disappears the moment a program ends. A file keeps it, and the records office is where you learn to open one, read it, write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write mode and append mode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of results.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Records office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left open can keep other programs out, and may lose data that was not written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comes out shorter.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creates the file if it is not there, which is handy and dangerous in equal measure.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Logs are always appended, so yesterday's entries are still there tomorrow.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newline out, so the new entry runs straight into the last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would a visitor log use, and why that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to read, w to write from scratch and a to add on the 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record for one particular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is a CSV file, and a spreadsheet will open one straight away.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two files a sales report program would need.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blank lines is worth doing every time: a stray newline at the end of a file is very common.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have reached the records office.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logs append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log is evidence of what happened. Appending adds an entry without touching anything already written.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adds a new visitor's name onto the end of log.txt without losing the names already in it, and then prints the whole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members.txt holds a name and an age, separated by a comma. Write a program that prints the name of every member aged 16 or over.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Records office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Records office</dc:title>
  <dc:subject>OCR J277 GCSE Computer Science</dc:subject>
  <dc:creator>Revise 360 Ltd</dc:creator>
  <cp:lastModifiedBy>Revise 360 Ltd</cp:lastModifiedBy>
  <cp:revision>1</cp:revision>
  <dcterms:created xsi:type="dcterms:W3CDTF">2026-10-02T10:24:01Z</dcterms:created>
  <dcterms:modified xsi:type="dcterms:W3CDTF">2026-10-02T10:24:01Z</dcterms:modified>
</cp:coreProperties>
</file>
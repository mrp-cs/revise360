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Records office.
Open the experience at revise360.co.uk and hand out PR_L10_RecordsOffice_Worksheet.docx.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Records office</dc:title>
  <dc:subject>OCR J277 GCSE Computer Science</dc:subject>
  <dc:creator>Revise 360 Ltd</dc:creator>
  <cp:lastModifiedBy>Revise 360 Ltd</cp:lastModifiedBy>
  <cp:revision>1</cp:revision>
  <dcterms:created xsi:type="dcterms:W3CDTF">2026-10-02T05:55:28Z</dcterms:created>
  <dcterms:modified xsi:type="dcterms:W3CDTF">2026-10-02T05:55:28Z</dcterms:modified>
</cp:coreProperties>
</file>
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aae7607f19a4699" /><Relationship Type="http://schemas.openxmlformats.org/officeDocument/2006/relationships/extended-properties" Target="/docProps/app.xml" Id="Rb880d1676490495c" /><Relationship Type="http://schemas.openxmlformats.org/officeDocument/2006/relationships/officeDocument" Target="/ppt/presentation.xml" Id="Re709b06038db46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8e27ca93e246bf"/>
  </p:sldMasterIdLst>
  <p:notesMasterIdLst>
    <p:notesMasterId xmlns:r="http://schemas.openxmlformats.org/officeDocument/2006/relationships" r:id="Re3edd304c4f74792"/>
  </p:notesMasterIdLst>
  <p:sldIdLst>
    <p:sldId xmlns:r="http://schemas.openxmlformats.org/officeDocument/2006/relationships" id="256" r:id="Re93c3fa3b68e40e1"/>
    <p:sldId xmlns:r="http://schemas.openxmlformats.org/officeDocument/2006/relationships" id="257" r:id="R88932352b4854df1"/>
    <p:sldId xmlns:r="http://schemas.openxmlformats.org/officeDocument/2006/relationships" id="258" r:id="Radaec7d60f7747a3"/>
    <p:sldId xmlns:r="http://schemas.openxmlformats.org/officeDocument/2006/relationships" id="259" r:id="R6d3841d367e54b9e"/>
    <p:sldId xmlns:r="http://schemas.openxmlformats.org/officeDocument/2006/relationships" id="260" r:id="R64e5a838011d4387"/>
    <p:sldId xmlns:r="http://schemas.openxmlformats.org/officeDocument/2006/relationships" id="261" r:id="R76f26ad12ed6409f"/>
    <p:sldId xmlns:r="http://schemas.openxmlformats.org/officeDocument/2006/relationships" id="262" r:id="R4a1b9ba1d4584c6c"/>
    <p:sldId xmlns:r="http://schemas.openxmlformats.org/officeDocument/2006/relationships" id="263" r:id="R07078e366665424a"/>
    <p:sldId xmlns:r="http://schemas.openxmlformats.org/officeDocument/2006/relationships" id="264" r:id="Rff8d23fbb7f04ae2"/>
    <p:sldId xmlns:r="http://schemas.openxmlformats.org/officeDocument/2006/relationships" id="265" r:id="R16c99029cb91489d"/>
    <p:sldId xmlns:r="http://schemas.openxmlformats.org/officeDocument/2006/relationships" id="266" r:id="R7e15054e842b41bc"/>
    <p:sldId xmlns:r="http://schemas.openxmlformats.org/officeDocument/2006/relationships" id="267" r:id="Rc8086702944849dc"/>
    <p:sldId xmlns:r="http://schemas.openxmlformats.org/officeDocument/2006/relationships" id="268" r:id="Reb9738eab56f41c6"/>
    <p:sldId xmlns:r="http://schemas.openxmlformats.org/officeDocument/2006/relationships" id="269" r:id="Raff9cf85f55e4272"/>
    <p:sldId xmlns:r="http://schemas.openxmlformats.org/officeDocument/2006/relationships" id="270" r:id="Rba42c5c1298647fd"/>
    <p:sldId xmlns:r="http://schemas.openxmlformats.org/officeDocument/2006/relationships" id="271" r:id="R99950a1b005f413e"/>
    <p:sldId xmlns:r="http://schemas.openxmlformats.org/officeDocument/2006/relationships" id="272" r:id="R0ded4b665a6943f3"/>
    <p:sldId xmlns:r="http://schemas.openxmlformats.org/officeDocument/2006/relationships" id="273" r:id="Rccdb41a95b7c4df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956a3186c240ae" /><Relationship Type="http://schemas.openxmlformats.org/officeDocument/2006/relationships/slideMaster" Target="/ppt/slideMasters/slideMaster1.xml" Id="Rdb8e27ca93e246bf" /><Relationship Type="http://schemas.openxmlformats.org/officeDocument/2006/relationships/notesMaster" Target="/ppt/notesMasters/notesMaster1.xml" Id="Re3edd304c4f74792" /><Relationship Type="http://schemas.openxmlformats.org/officeDocument/2006/relationships/presProps" Target="/ppt/presProps.xml" Id="Rdcf054666fd44169" /><Relationship Type="http://schemas.openxmlformats.org/officeDocument/2006/relationships/tableStyles" Target="/ppt/tableStyles.xml" Id="R9fc8310be3924d8e" /><Relationship Type="http://schemas.openxmlformats.org/officeDocument/2006/relationships/slide" Target="/ppt/slides/slide1.xml" Id="Re93c3fa3b68e40e1" /><Relationship Type="http://schemas.openxmlformats.org/officeDocument/2006/relationships/slide" Target="/ppt/slides/slide2.xml" Id="R88932352b4854df1" /><Relationship Type="http://schemas.openxmlformats.org/officeDocument/2006/relationships/slide" Target="/ppt/slides/slide3.xml" Id="Radaec7d60f7747a3" /><Relationship Type="http://schemas.openxmlformats.org/officeDocument/2006/relationships/slide" Target="/ppt/slides/slide4.xml" Id="R6d3841d367e54b9e" /><Relationship Type="http://schemas.openxmlformats.org/officeDocument/2006/relationships/slide" Target="/ppt/slides/slide5.xml" Id="R64e5a838011d4387" /><Relationship Type="http://schemas.openxmlformats.org/officeDocument/2006/relationships/slide" Target="/ppt/slides/slide6.xml" Id="R76f26ad12ed6409f" /><Relationship Type="http://schemas.openxmlformats.org/officeDocument/2006/relationships/slide" Target="/ppt/slides/slide7.xml" Id="R4a1b9ba1d4584c6c" /><Relationship Type="http://schemas.openxmlformats.org/officeDocument/2006/relationships/slide" Target="/ppt/slides/slide8.xml" Id="R07078e366665424a" /><Relationship Type="http://schemas.openxmlformats.org/officeDocument/2006/relationships/slide" Target="/ppt/slides/slide9.xml" Id="Rff8d23fbb7f04ae2" /><Relationship Type="http://schemas.openxmlformats.org/officeDocument/2006/relationships/slide" Target="/ppt/slides/slide10.xml" Id="R16c99029cb91489d" /><Relationship Type="http://schemas.openxmlformats.org/officeDocument/2006/relationships/slide" Target="/ppt/slides/slide11.xml" Id="R7e15054e842b41bc" /><Relationship Type="http://schemas.openxmlformats.org/officeDocument/2006/relationships/slide" Target="/ppt/slides/slide12.xml" Id="Rc8086702944849dc" /><Relationship Type="http://schemas.openxmlformats.org/officeDocument/2006/relationships/slide" Target="/ppt/slides/slide13.xml" Id="Reb9738eab56f41c6" /><Relationship Type="http://schemas.openxmlformats.org/officeDocument/2006/relationships/slide" Target="/ppt/slides/slide14.xml" Id="Raff9cf85f55e4272" /><Relationship Type="http://schemas.openxmlformats.org/officeDocument/2006/relationships/slide" Target="/ppt/slides/slide15.xml" Id="Rba42c5c1298647fd" /><Relationship Type="http://schemas.openxmlformats.org/officeDocument/2006/relationships/slide" Target="/ppt/slides/slide16.xml" Id="R99950a1b005f413e" /><Relationship Type="http://schemas.openxmlformats.org/officeDocument/2006/relationships/slide" Target="/ppt/slides/slide17.xml" Id="R0ded4b665a6943f3" /><Relationship Type="http://schemas.openxmlformats.org/officeDocument/2006/relationships/slide" Target="/ppt/slides/slide18.xml" Id="Rccdb41a95b7c4df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894e54d28046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827945fc1b84f23" /><Relationship Type="http://schemas.openxmlformats.org/officeDocument/2006/relationships/notesMaster" Target="/ppt/notesMasters/notesMaster1.xml" Id="R562caa81ab0f458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37710fff81454c" /><Relationship Type="http://schemas.openxmlformats.org/officeDocument/2006/relationships/notesMaster" Target="/ppt/notesMasters/notesMaster1.xml" Id="Rebab020683c04be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95fb6b3d2cf446e" /><Relationship Type="http://schemas.openxmlformats.org/officeDocument/2006/relationships/notesMaster" Target="/ppt/notesMasters/notesMaster1.xml" Id="R71be3450e23f4a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cf1c29ed5c45a3" /><Relationship Type="http://schemas.openxmlformats.org/officeDocument/2006/relationships/notesMaster" Target="/ppt/notesMasters/notesMaster1.xml" Id="Rd16c25b7a5cd4b2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b42c12135346b8" /><Relationship Type="http://schemas.openxmlformats.org/officeDocument/2006/relationships/notesMaster" Target="/ppt/notesMasters/notesMaster1.xml" Id="Rff7030c07d7d41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15bc0c872b41b8" /><Relationship Type="http://schemas.openxmlformats.org/officeDocument/2006/relationships/notesMaster" Target="/ppt/notesMasters/notesMaster1.xml" Id="R096a1ebb39b5416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462ffccc034ee9" /><Relationship Type="http://schemas.openxmlformats.org/officeDocument/2006/relationships/notesMaster" Target="/ppt/notesMasters/notesMaster1.xml" Id="Rfa4f0dc2fd1b42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c407f1d73fc441b" /><Relationship Type="http://schemas.openxmlformats.org/officeDocument/2006/relationships/notesMaster" Target="/ppt/notesMasters/notesMaster1.xml" Id="R306dba94dafe4e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8292e8e862444b" /><Relationship Type="http://schemas.openxmlformats.org/officeDocument/2006/relationships/notesMaster" Target="/ppt/notesMasters/notesMaster1.xml" Id="R447fb8dc493d496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2b220fc003458c" /><Relationship Type="http://schemas.openxmlformats.org/officeDocument/2006/relationships/notesMaster" Target="/ppt/notesMasters/notesMaster1.xml" Id="R055be121e9704e5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d5e4f4410b48c4" /><Relationship Type="http://schemas.openxmlformats.org/officeDocument/2006/relationships/notesMaster" Target="/ppt/notesMasters/notesMaster1.xml" Id="R212b64f3bc3b49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37be9e3d7e41d1" /><Relationship Type="http://schemas.openxmlformats.org/officeDocument/2006/relationships/notesMaster" Target="/ppt/notesMasters/notesMaster1.xml" Id="Rb871f7c9e5b4432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7328bc9da334ab6" /><Relationship Type="http://schemas.openxmlformats.org/officeDocument/2006/relationships/notesMaster" Target="/ppt/notesMasters/notesMaster1.xml" Id="R3249cc2496ff400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7d57fab8c42455b" /><Relationship Type="http://schemas.openxmlformats.org/officeDocument/2006/relationships/notesMaster" Target="/ppt/notesMasters/notesMaster1.xml" Id="R54c5a20cf4854a8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aa871d8c0e14d99" /><Relationship Type="http://schemas.openxmlformats.org/officeDocument/2006/relationships/notesMaster" Target="/ppt/notesMasters/notesMaster1.xml" Id="R4fe50497a2e8453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11124be91574fb5" /><Relationship Type="http://schemas.openxmlformats.org/officeDocument/2006/relationships/notesMaster" Target="/ppt/notesMasters/notesMaster1.xml" Id="R7dbac5afb10f417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d9848e27344d94" /><Relationship Type="http://schemas.openxmlformats.org/officeDocument/2006/relationships/notesMaster" Target="/ppt/notesMasters/notesMaster1.xml" Id="Rc7d7c631ebbf459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e96798a61584e93" /><Relationship Type="http://schemas.openxmlformats.org/officeDocument/2006/relationships/notesMaster" Target="/ppt/notesMasters/notesMaster1.xml" Id="R6bf31750896443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Allow approximately 25–30 minutes for the experience and worksheet. Pupils record facts in their own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Close the experience before attempting the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6: Algorithmic thinking: iteration.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d1abcdedd48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36d34ff29d4471" /><Relationship Type="http://schemas.openxmlformats.org/officeDocument/2006/relationships/slideLayout" Target="/ppt/slideLayouts/slideLayout1.xml" Id="R60bcb0232fcf41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bcb0232fcf41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95d3af5364655" /><Relationship Type="http://schemas.openxmlformats.org/officeDocument/2006/relationships/image" Target="/ppt/media/image.png" Id="R43bcae248b734713" /><Relationship Type="http://schemas.openxmlformats.org/officeDocument/2006/relationships/image" Target="/ppt/media/image.jpeg" Id="R6fa59897966542dc" /><Relationship Type="http://schemas.openxmlformats.org/officeDocument/2006/relationships/notesSlide" Target="/ppt/notesSlides/notesSlide1.xml" Id="R071a14fb309a43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c176cc84314655" /><Relationship Type="http://schemas.openxmlformats.org/officeDocument/2006/relationships/image" Target="/ppt/media/image2.png" Id="Re527143faa8f4aca" /><Relationship Type="http://schemas.openxmlformats.org/officeDocument/2006/relationships/notesSlide" Target="/ppt/notesSlides/notesSlide2.xml" Id="R07e3de49b91740f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be04c6179409f" /><Relationship Type="http://schemas.openxmlformats.org/officeDocument/2006/relationships/image" Target="/ppt/media/image3.png" Id="R45824470ce204d95" /><Relationship Type="http://schemas.openxmlformats.org/officeDocument/2006/relationships/notesSlide" Target="/ppt/notesSlides/notesSlide3.xml" Id="Raba8de9ea08c41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a150659fc4309" /><Relationship Type="http://schemas.openxmlformats.org/officeDocument/2006/relationships/image" Target="/ppt/media/image4.png" Id="R51e2297e177b403b" /><Relationship Type="http://schemas.openxmlformats.org/officeDocument/2006/relationships/notesSlide" Target="/ppt/notesSlides/notesSlide4.xml" Id="R7012b865878342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4ebf100df4562" /><Relationship Type="http://schemas.openxmlformats.org/officeDocument/2006/relationships/image" Target="/ppt/media/image5.png" Id="Rfe2346d85d8a4247" /><Relationship Type="http://schemas.openxmlformats.org/officeDocument/2006/relationships/notesSlide" Target="/ppt/notesSlides/notesSlide5.xml" Id="Re2f4fb54bfdf4f5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6dcfadce2b472f" /><Relationship Type="http://schemas.openxmlformats.org/officeDocument/2006/relationships/image" Target="/ppt/media/image6.png" Id="Rb46511099d574964" /><Relationship Type="http://schemas.openxmlformats.org/officeDocument/2006/relationships/notesSlide" Target="/ppt/notesSlides/notesSlide6.xml" Id="R215fb2510a3c4d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b40f9ac534c20" /><Relationship Type="http://schemas.openxmlformats.org/officeDocument/2006/relationships/image" Target="/ppt/media/image7.png" Id="R19b98a1530f24b2e" /><Relationship Type="http://schemas.openxmlformats.org/officeDocument/2006/relationships/notesSlide" Target="/ppt/notesSlides/notesSlide7.xml" Id="R276fd6c5d38e4ab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8c969632dd43c5" /><Relationship Type="http://schemas.openxmlformats.org/officeDocument/2006/relationships/image" Target="/ppt/media/image8.png" Id="R9d1dff8aba19498d" /><Relationship Type="http://schemas.openxmlformats.org/officeDocument/2006/relationships/notesSlide" Target="/ppt/notesSlides/notesSlide8.xml" Id="R940bd68070344a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0ee9db90c40d4" /><Relationship Type="http://schemas.openxmlformats.org/officeDocument/2006/relationships/image" Target="/ppt/media/image9.png" Id="R40aac1188df14be0" /><Relationship Type="http://schemas.openxmlformats.org/officeDocument/2006/relationships/notesSlide" Target="/ppt/notesSlides/notesSlide9.xml" Id="R2190e281c1a84ab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ab76f3f564baf" /><Relationship Type="http://schemas.openxmlformats.org/officeDocument/2006/relationships/image" Target="/ppt/media/image10.png" Id="Rd2ac27a2a96b47c3" /><Relationship Type="http://schemas.openxmlformats.org/officeDocument/2006/relationships/notesSlide" Target="/ppt/notesSlides/notesSlide10.xml" Id="R60fcf022601741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89f5a531d74a2d" /><Relationship Type="http://schemas.openxmlformats.org/officeDocument/2006/relationships/image" Target="/ppt/media/image11.png" Id="Rc68358bb85564937" /><Relationship Type="http://schemas.openxmlformats.org/officeDocument/2006/relationships/notesSlide" Target="/ppt/notesSlides/notesSlide11.xml" Id="R04858f1105d743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a30d28913e4b90" /><Relationship Type="http://schemas.openxmlformats.org/officeDocument/2006/relationships/image" Target="/ppt/media/image12.png" Id="R0f126d574b444bbe" /><Relationship Type="http://schemas.openxmlformats.org/officeDocument/2006/relationships/notesSlide" Target="/ppt/notesSlides/notesSlide12.xml" Id="Rdd5ed5ea099a45e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1b84f5ae154387" /><Relationship Type="http://schemas.openxmlformats.org/officeDocument/2006/relationships/image" Target="/ppt/media/image13.png" Id="R09b5bb310ecc471b" /><Relationship Type="http://schemas.openxmlformats.org/officeDocument/2006/relationships/notesSlide" Target="/ppt/notesSlides/notesSlide13.xml" Id="R3f16032fa075461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7395814f86418e" /><Relationship Type="http://schemas.openxmlformats.org/officeDocument/2006/relationships/image" Target="/ppt/media/image14.png" Id="R05bb4bbee140480d" /><Relationship Type="http://schemas.openxmlformats.org/officeDocument/2006/relationships/notesSlide" Target="/ppt/notesSlides/notesSlide14.xml" Id="R3747cc4fd89346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22263e68f4a27" /><Relationship Type="http://schemas.openxmlformats.org/officeDocument/2006/relationships/image" Target="/ppt/media/image15.png" Id="Re8c876afa0f245f3" /><Relationship Type="http://schemas.openxmlformats.org/officeDocument/2006/relationships/notesSlide" Target="/ppt/notesSlides/notesSlide15.xml" Id="R13a086d7f7e64f1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9fbd9fecda40f8" /><Relationship Type="http://schemas.openxmlformats.org/officeDocument/2006/relationships/image" Target="/ppt/media/image16.png" Id="R31deefb14e4b46ff" /><Relationship Type="http://schemas.openxmlformats.org/officeDocument/2006/relationships/notesSlide" Target="/ppt/notesSlides/notesSlide16.xml" Id="R3060c3ca4a70486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123546d3a4fba" /><Relationship Type="http://schemas.openxmlformats.org/officeDocument/2006/relationships/image" Target="/ppt/media/image17.png" Id="Rede96e616e2f45bf" /><Relationship Type="http://schemas.openxmlformats.org/officeDocument/2006/relationships/notesSlide" Target="/ppt/notesSlides/notesSlide17.xml" Id="Re27a37122bbe492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bed27c94447d2" /><Relationship Type="http://schemas.openxmlformats.org/officeDocument/2006/relationships/image" Target="/ppt/media/image18.png" Id="R7c7d32bd35384d68" /><Relationship Type="http://schemas.openxmlformats.org/officeDocument/2006/relationships/notesSlide" Target="/ppt/notesSlides/notesSlide18.xml" Id="R4a83f181a50f414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06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LOOP PLANNING LAB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cae248b73471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Algorithmic thinking: iteration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could a program process 100 loans without writing the same instructions 100 times?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a59897966542dc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06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27143faa8f4ac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Choose count- or condition-controlled iteration.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loops and running totals.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why loops terminate.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06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24470ce204d9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task repeats exactly five times. Would a counter or an unknown stopping condition be clearer?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e2297e177b403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count-controlled loop is suitable because the number of repetitions is known.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06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346d85d8a424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Iteration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Accumulator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511099d574964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Iteration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Repeating a group of instructions.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Accumulator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variable used to build a running total.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06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b98a1530f24b2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Loop planning lab in Topic 2.1.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06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dff8aba19498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Link your explanation to the problem and use a worked example where it helps.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06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aac1188df14be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 Python, write and run a program that inputs three numbers and prints their total. Test 2, 3, 4 (expected 9) and -2, 2, 0 (expected 0).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c27a2a96b47c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Nested loops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Twelve prints: the three inner iterations run for each of four outer iterations.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06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8358bb8556493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Repeat a known count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Three times, because 1, 2 and 3 are included.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Repeat until a condition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When count becomes 3, count &lt; 3 is false.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Accumulate a total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Earlier values are discarded at each iteration, so the running total is lost.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06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26d574b444bb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Guarantee progress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x stays 0, so x &lt; 3 remains true and the loop does not terminate.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Selection inside a loop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Two values: 7 and 8.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Nested loops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Twelve prints: the three inner iterations run for each of four outer iterations.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b5bb310ecc471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Order a running-total algorithm.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Set total to 0 → Repeat for each input value → Add the value to total inside the loop → Output total after the loop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Initialise once, update repeatedly and output at the end.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A loop starts n = 1, adds 1 while n &lt; 4. What is n after the loop?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4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06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bb4bbee140480d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one difference between count-controlled and condition-controlled loops. [2]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Write pseudocode to input three numbers and output their total. [4]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06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c876afa0f245f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Why might a while loop never terminate?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eefb14e4b46f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Count-controlled repetition uses a specified count/range (1). Condition-controlled repetition depends on a condition (1).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Initialise total (1), loop exactly three times (1), input and add each value (1), output total after the loop (1).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06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e96e616e2f45b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Its condition remains true (1), for example because the control variable is never updated (1).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06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7d32bd35384d6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Choose count- or condition-controlled iteration.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Trace loops and running totals.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Explain why loops terminate.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2026-09-28T13:00:24.6310000Z</dcterms:created>
  <dcterms:modified xsi:type="dcterms:W3CDTF">2026-09-28T13:00:24.6310000Z</dcterms:modified>
</coreProperties>
</file>
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7: Licence lab.
Open the experience at revise360.co.uk and hand out EL_L07_Licencelab_Worksheet.docx.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What a licence decides.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Proprietary software.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Open source software.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Support and cost.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Choosing between them.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Common misconceptions.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The source code is available, so it can be studied and modified.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Open source software, and work through its example again, aloud, with the class watching, then re-ask this question.
The course's own response to a wrong answer here: Open source is about the code being open, not simply about price.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(el-l07-s3-c1),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1.6 Ethical, legal, cultural and environmental impacts  |  Lesson 7</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Licence lab</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Open source and proprietary software: what each licence allows, and which suits a given situation.</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are the implications of choosing open source or proprietary software?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difference between open source and proprietary software</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implications of using open source and proprietary software</a:t>
            </a:r>
            <a:endParaRPr lang="en-US" sz="1900" dirty="0"/>
          </a:p>
        </p:txBody>
      </p:sp>
      <p:sp>
        <p:nvSpPr>
          <p:cNvPr id="13" name="Text 11"/>
          <p:cNvSpPr txBox="1"/>
          <p:nvPr/>
        </p:nvSpPr>
        <p:spPr>
          <a:xfrm>
            <a:off x="548640" y="4151376"/>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4" name="Shape 12"/>
          <p:cNvSpPr/>
          <p:nvPr/>
        </p:nvSpPr>
        <p:spPr>
          <a:xfrm>
            <a:off x="548640" y="4535424"/>
            <a:ext cx="2066544" cy="402336"/>
          </a:xfrm>
          <a:prstGeom prst="roundRect">
            <a:avLst>
              <a:gd name="adj" fmla="val 50000"/>
            </a:avLst>
          </a:prstGeom>
          <a:solidFill>
            <a:srgbClr val="FFFFFF"/>
          </a:solidFill>
          <a:ln w="12700">
            <a:solidFill>
              <a:srgbClr val="2D63FF"/>
            </a:solidFill>
            <a:prstDash val="solid"/>
          </a:ln>
        </p:spPr>
      </p:sp>
      <p:sp>
        <p:nvSpPr>
          <p:cNvPr id="15" name="Text 13"/>
          <p:cNvSpPr txBox="1"/>
          <p:nvPr/>
        </p:nvSpPr>
        <p:spPr>
          <a:xfrm>
            <a:off x="548640" y="4535424"/>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Open source</a:t>
            </a:r>
            <a:endParaRPr lang="en-US" sz="1200" dirty="0"/>
          </a:p>
        </p:txBody>
      </p:sp>
      <p:sp>
        <p:nvSpPr>
          <p:cNvPr id="16" name="Shape 14"/>
          <p:cNvSpPr/>
          <p:nvPr/>
        </p:nvSpPr>
        <p:spPr>
          <a:xfrm>
            <a:off x="2743200" y="4535424"/>
            <a:ext cx="2066544" cy="402336"/>
          </a:xfrm>
          <a:prstGeom prst="roundRect">
            <a:avLst>
              <a:gd name="adj" fmla="val 50000"/>
            </a:avLst>
          </a:prstGeom>
          <a:solidFill>
            <a:srgbClr val="FFFFFF"/>
          </a:solidFill>
          <a:ln w="12700">
            <a:solidFill>
              <a:srgbClr val="2D63FF"/>
            </a:solidFill>
            <a:prstDash val="solid"/>
          </a:ln>
        </p:spPr>
      </p:sp>
      <p:sp>
        <p:nvSpPr>
          <p:cNvPr id="17" name="Text 15"/>
          <p:cNvSpPr txBox="1"/>
          <p:nvPr/>
        </p:nvSpPr>
        <p:spPr>
          <a:xfrm>
            <a:off x="2743200" y="4535424"/>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Proprietary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List five programs you use. For each, say whether you think its source code is published, and whether anyone paid for it.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Licence lab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a licence decides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software licence sets out what you may do with the program: use it, copy it, change it, share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Buying software usually buys a licence to use it, not ownership of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Breaking the licence terms is a copyright matter, from lesson 3.</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the difference between owning software and owning a licence to use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software licence decides...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Proprietary software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source code is kept secret and cannot be modified by users.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Usually paid for, with a licence limiting how many machines or users.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Comes with professional support, tested releases and, often, training and warranties.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three proprietary programs used in your school and say who supports them.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Proprietary software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Open source software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source code is published, and may be used, changed and shared under the licence terms.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Usually free of charge, though not always.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Support comes from the community, or from a company paid to provide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two advantages and two drawbacks of open source software for a school.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Open source software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Support and cost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Proprietary: licence fees, but support is part of the deal.</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 source: no licence fee, but you may need staff who can maintain it, or a paid support contract.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Free to download is not the same as free to run.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free software can still cost an organisation money.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costs differ because...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Choosing between them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Think about budget, the skills available, how critical the system is, and whether it must be adapted.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Critical systems with no in-house expertise point to proprietary; tight budgets with technical staff point to open source.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Many organisations run both, choosing per job.</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Recommend a licence type for a primary school, a hospital and a games studio, with reasons.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choose a licence type, ask...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Common misconceptions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 source does not mean unlicensed: the licence still sets conditions.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Open source is not automatically less secure, nor automatically more secure.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Proprietary does not always mean paid, and free does not always mean open source.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Correct this statement: 'Open source software is free software with no rules.'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common misconceptions are...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is the defining feature of open source software?</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is always free</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has no licence</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cannot be sold</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 source code is available, so it can be studied and modified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Pick the licence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statements and situations. Tap the star and sort each one.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Open source runs the internet</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Most web servers, and the software behind most websites, are open source. So is the code inside most phones.</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Licences differ</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Some open source licences let you do almost anything; others require you to publish your changes. Reading the licence matters.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Paid open source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Companies sell supported versions of open source software: the code is free, the support contract is not.</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Security both ways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Open code lets more people find flaws, including attackers. Closed code hides flaws from everyone, including defenders.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one difference between open source and proprietary software.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two advantages of open source software for a school.</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hospital is choosing between open source and proprietary software for its patient record system. Recommend one and justify your choice.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a licence decides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Open source and proprietary characteristics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Choosing and justifying</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Licence lab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 Ethical, legal, cultural and environmental impacts  |  Lesson 7 — Licence lab</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
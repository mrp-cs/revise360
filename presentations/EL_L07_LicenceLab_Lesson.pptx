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7: Licence lab.
Open the experience at revise360.co.uk and hand out EL_L07_Licencelab_Worksheet.docx.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What a licence decides.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Proprietary software.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Open source software.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Support and cost.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Choosing between them.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Common misconceptions.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Licence lab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source and proprietary software: what each licence allows, and which suits a given situation.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1  |  Computer systems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are the implications of choosing open source or proprietary software?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difference between open source and proprietary software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implications of using open source and proprietary software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5137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535424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35424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source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0" y="4535424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743200" y="4535424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Proprietary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 five programs you use. For each, say whether you think its source code is published, and whether anyone paid for it.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Licence lab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a licence decides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software licence sets out what you may do with the program: use it, copy it, change it, share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Buying software usually buys a licence to use it, not ownership of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Breaking the licence terms is a copyright matter, from lesson 3.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the difference between owning software and owning a licence to use it.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software licence decides...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Proprietary software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source code is kept secret and cannot be modified by users.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paid for, with a licence limiting how many machines or users.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Comes with professional support, tested releases and, often, training and warranties.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three proprietary programs used in your school and say who supports them.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Proprietary software is...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source software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source code is published, and may be used, changed and shared under the licence terms.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free of charge, though not always.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Support comes from the community, or from a company paid to provide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two advantages and two drawbacks of open source software for a school.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source software is...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Support and cost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Proprietary: licence fees, but support is part of the deal.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source: no licence fee, but you may need staff who can maintain it, or a paid support contract.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Free to download is not the same as free to run.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free software can still cost an organisation money.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costs differ because...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between them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Think about budget, the skills available, how critical the system is, and whether it must be adapted.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Critical systems with no in-house expertise point to proprietary; tight budgets with technical staff point to open source.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Many organisations run both, choosing per job.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Recommend a licence type for a primary school, a hospital and a games studio, with reasons.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choose a licence type, ask...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misconceptions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source does not mean unlicensed: the licence still sets conditions.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source is not automatically less secure, nor automatically more secure.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Proprietary does not always mean paid, and free does not always mean open source.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Correct this statement: 'Open source software is free software with no rules.'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common misconceptions are...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Pick the licence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statements and situations. Tap the star and sort each one.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source runs the internet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Most web servers, and the software behind most websites, are open source. So is the code inside most phones.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Licences differ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 open source licences let you do almost anything; others require you to publish your changes. Reading the licence matters.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Paid open source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Companies sell supported versions of open source software: the code is free, the support contract is not.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Security both ways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code lets more people find flaws, including attackers. Closed code hides flaws from everyone, including defenders.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one difference between open source and proprietary software.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two advantages of open source software for a school.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hospital is choosing between open source and proprietary software for its patient record system. Recommend one and justify your choice.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[6]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a licence decides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source and proprietary characteristics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and justifying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Licence lab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1.6 Ethical, legal, cultural and environmental impacts  |  Lesson 7 — Licence lab</dc:title>
  <dc:subject>OCR J277 GCSE Computer Science</dc:subject>
  <dc:creator>Revise 360 Ltd</dc:creator>
  <cp:lastModifiedBy>Revise 360 Ltd</cp:lastModifiedBy>
  <cp:revision>1</cp:revision>
  <dcterms:created xsi:type="dcterms:W3CDTF">2026-10-01T01:30:27Z</dcterms:created>
  <dcterms:modified xsi:type="dcterms:W3CDTF">2026-10-01T01:30:27Z</dcterms:modified>
</cp:coreProperties>
</file>
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4264effc3a496f" /><Relationship Type="http://schemas.openxmlformats.org/officeDocument/2006/relationships/extended-properties" Target="/docProps/app.xml" Id="R1e79a7e154794328" /><Relationship Type="http://schemas.openxmlformats.org/officeDocument/2006/relationships/officeDocument" Target="/ppt/presentation.xml" Id="Rfffd7b7274c042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0eed191fb94ac3"/>
  </p:sldMasterIdLst>
  <p:notesMasterIdLst>
    <p:notesMasterId xmlns:r="http://schemas.openxmlformats.org/officeDocument/2006/relationships" r:id="Rdeacbe394a8c44d7"/>
  </p:notesMasterIdLst>
  <p:sldIdLst>
    <p:sldId xmlns:r="http://schemas.openxmlformats.org/officeDocument/2006/relationships" id="256" r:id="Rf57c8b2be7404c0a"/>
    <p:sldId xmlns:r="http://schemas.openxmlformats.org/officeDocument/2006/relationships" id="257" r:id="Raf7f23d3ee6d4041"/>
    <p:sldId xmlns:r="http://schemas.openxmlformats.org/officeDocument/2006/relationships" id="258" r:id="Reb34f1387c3447e7"/>
    <p:sldId xmlns:r="http://schemas.openxmlformats.org/officeDocument/2006/relationships" id="259" r:id="Rf4bf5bd461864cae"/>
    <p:sldId xmlns:r="http://schemas.openxmlformats.org/officeDocument/2006/relationships" id="260" r:id="Rf195bb4d0eda4218"/>
    <p:sldId xmlns:r="http://schemas.openxmlformats.org/officeDocument/2006/relationships" id="261" r:id="R77b6abd8588e4bc9"/>
    <p:sldId xmlns:r="http://schemas.openxmlformats.org/officeDocument/2006/relationships" id="262" r:id="R82bad0bdb9354ad8"/>
    <p:sldId xmlns:r="http://schemas.openxmlformats.org/officeDocument/2006/relationships" id="263" r:id="Rda88b5f25da34daa"/>
    <p:sldId xmlns:r="http://schemas.openxmlformats.org/officeDocument/2006/relationships" id="264" r:id="Rf777b7b0ce864e59"/>
    <p:sldId xmlns:r="http://schemas.openxmlformats.org/officeDocument/2006/relationships" id="265" r:id="R0652a516c6c24373"/>
    <p:sldId xmlns:r="http://schemas.openxmlformats.org/officeDocument/2006/relationships" id="266" r:id="R71efc64ad7bb49fa"/>
    <p:sldId xmlns:r="http://schemas.openxmlformats.org/officeDocument/2006/relationships" id="267" r:id="Red1598787a8a478f"/>
    <p:sldId xmlns:r="http://schemas.openxmlformats.org/officeDocument/2006/relationships" id="268" r:id="Re4de544506764502"/>
    <p:sldId xmlns:r="http://schemas.openxmlformats.org/officeDocument/2006/relationships" id="269" r:id="R98d4c71b33744a93"/>
    <p:sldId xmlns:r="http://schemas.openxmlformats.org/officeDocument/2006/relationships" id="270" r:id="R446785432b73401d"/>
    <p:sldId xmlns:r="http://schemas.openxmlformats.org/officeDocument/2006/relationships" id="271" r:id="R8c34c9b7bddf4f80"/>
    <p:sldId xmlns:r="http://schemas.openxmlformats.org/officeDocument/2006/relationships" id="272" r:id="Raa5f9e89d38d4739"/>
    <p:sldId xmlns:r="http://schemas.openxmlformats.org/officeDocument/2006/relationships" id="273" r:id="R6c831f18788642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7bc39627594cf1" /><Relationship Type="http://schemas.openxmlformats.org/officeDocument/2006/relationships/slideMaster" Target="/ppt/slideMasters/slideMaster1.xml" Id="Rcd0eed191fb94ac3" /><Relationship Type="http://schemas.openxmlformats.org/officeDocument/2006/relationships/notesMaster" Target="/ppt/notesMasters/notesMaster1.xml" Id="Rdeacbe394a8c44d7" /><Relationship Type="http://schemas.openxmlformats.org/officeDocument/2006/relationships/presProps" Target="/ppt/presProps.xml" Id="R159072c3ce484206" /><Relationship Type="http://schemas.openxmlformats.org/officeDocument/2006/relationships/tableStyles" Target="/ppt/tableStyles.xml" Id="R00e3d9196b694339" /><Relationship Type="http://schemas.openxmlformats.org/officeDocument/2006/relationships/slide" Target="/ppt/slides/slide1.xml" Id="Rf57c8b2be7404c0a" /><Relationship Type="http://schemas.openxmlformats.org/officeDocument/2006/relationships/slide" Target="/ppt/slides/slide2.xml" Id="Raf7f23d3ee6d4041" /><Relationship Type="http://schemas.openxmlformats.org/officeDocument/2006/relationships/slide" Target="/ppt/slides/slide3.xml" Id="Reb34f1387c3447e7" /><Relationship Type="http://schemas.openxmlformats.org/officeDocument/2006/relationships/slide" Target="/ppt/slides/slide4.xml" Id="Rf4bf5bd461864cae" /><Relationship Type="http://schemas.openxmlformats.org/officeDocument/2006/relationships/slide" Target="/ppt/slides/slide5.xml" Id="Rf195bb4d0eda4218" /><Relationship Type="http://schemas.openxmlformats.org/officeDocument/2006/relationships/slide" Target="/ppt/slides/slide6.xml" Id="R77b6abd8588e4bc9" /><Relationship Type="http://schemas.openxmlformats.org/officeDocument/2006/relationships/slide" Target="/ppt/slides/slide7.xml" Id="R82bad0bdb9354ad8" /><Relationship Type="http://schemas.openxmlformats.org/officeDocument/2006/relationships/slide" Target="/ppt/slides/slide8.xml" Id="Rda88b5f25da34daa" /><Relationship Type="http://schemas.openxmlformats.org/officeDocument/2006/relationships/slide" Target="/ppt/slides/slide9.xml" Id="Rf777b7b0ce864e59" /><Relationship Type="http://schemas.openxmlformats.org/officeDocument/2006/relationships/slide" Target="/ppt/slides/slide10.xml" Id="R0652a516c6c24373" /><Relationship Type="http://schemas.openxmlformats.org/officeDocument/2006/relationships/slide" Target="/ppt/slides/slide11.xml" Id="R71efc64ad7bb49fa" /><Relationship Type="http://schemas.openxmlformats.org/officeDocument/2006/relationships/slide" Target="/ppt/slides/slide12.xml" Id="Red1598787a8a478f" /><Relationship Type="http://schemas.openxmlformats.org/officeDocument/2006/relationships/slide" Target="/ppt/slides/slide13.xml" Id="Re4de544506764502" /><Relationship Type="http://schemas.openxmlformats.org/officeDocument/2006/relationships/slide" Target="/ppt/slides/slide14.xml" Id="R98d4c71b33744a93" /><Relationship Type="http://schemas.openxmlformats.org/officeDocument/2006/relationships/slide" Target="/ppt/slides/slide15.xml" Id="R446785432b73401d" /><Relationship Type="http://schemas.openxmlformats.org/officeDocument/2006/relationships/slide" Target="/ppt/slides/slide16.xml" Id="R8c34c9b7bddf4f80" /><Relationship Type="http://schemas.openxmlformats.org/officeDocument/2006/relationships/slide" Target="/ppt/slides/slide17.xml" Id="Raa5f9e89d38d4739" /><Relationship Type="http://schemas.openxmlformats.org/officeDocument/2006/relationships/slide" Target="/ppt/slides/slide18.xml" Id="R6c831f18788642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ea37a0e8a34d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b66ffc2e644533" /><Relationship Type="http://schemas.openxmlformats.org/officeDocument/2006/relationships/notesMaster" Target="/ppt/notesMasters/notesMaster1.xml" Id="R7da8b365b9d14f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fde1e54fa64dd6" /><Relationship Type="http://schemas.openxmlformats.org/officeDocument/2006/relationships/notesMaster" Target="/ppt/notesMasters/notesMaster1.xml" Id="R86fba63e9e4542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1fb6760b7e4f06" /><Relationship Type="http://schemas.openxmlformats.org/officeDocument/2006/relationships/notesMaster" Target="/ppt/notesMasters/notesMaster1.xml" Id="R50a304f2102d48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b98fd926a54977" /><Relationship Type="http://schemas.openxmlformats.org/officeDocument/2006/relationships/notesMaster" Target="/ppt/notesMasters/notesMaster1.xml" Id="R16aa8b42f2234e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88702951704f6c" /><Relationship Type="http://schemas.openxmlformats.org/officeDocument/2006/relationships/notesMaster" Target="/ppt/notesMasters/notesMaster1.xml" Id="Rac5121fba4c740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4621fda47b49f8" /><Relationship Type="http://schemas.openxmlformats.org/officeDocument/2006/relationships/notesMaster" Target="/ppt/notesMasters/notesMaster1.xml" Id="R559cda1e6f124a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d87ceebe9a4c39" /><Relationship Type="http://schemas.openxmlformats.org/officeDocument/2006/relationships/notesMaster" Target="/ppt/notesMasters/notesMaster1.xml" Id="R76a503090a4344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713c7db0c34254" /><Relationship Type="http://schemas.openxmlformats.org/officeDocument/2006/relationships/notesMaster" Target="/ppt/notesMasters/notesMaster1.xml" Id="R89b7d1425ce74a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8436b80d0e4cce" /><Relationship Type="http://schemas.openxmlformats.org/officeDocument/2006/relationships/notesMaster" Target="/ppt/notesMasters/notesMaster1.xml" Id="Re92219fd73b143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f36bc4c2564811" /><Relationship Type="http://schemas.openxmlformats.org/officeDocument/2006/relationships/notesMaster" Target="/ppt/notesMasters/notesMaster1.xml" Id="R01283da577fb44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8ab2742a0f4234" /><Relationship Type="http://schemas.openxmlformats.org/officeDocument/2006/relationships/notesMaster" Target="/ppt/notesMasters/notesMaster1.xml" Id="Rfcaad654e431469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2dc0282dfd4cde" /><Relationship Type="http://schemas.openxmlformats.org/officeDocument/2006/relationships/notesMaster" Target="/ppt/notesMasters/notesMaster1.xml" Id="R28f906eabe9942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3313e806974725" /><Relationship Type="http://schemas.openxmlformats.org/officeDocument/2006/relationships/notesMaster" Target="/ppt/notesMasters/notesMaster1.xml" Id="Ra19e113e717540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864c561d124e68" /><Relationship Type="http://schemas.openxmlformats.org/officeDocument/2006/relationships/notesMaster" Target="/ppt/notesMasters/notesMaster1.xml" Id="R3832c7561cd446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77180b5f414540" /><Relationship Type="http://schemas.openxmlformats.org/officeDocument/2006/relationships/notesMaster" Target="/ppt/notesMasters/notesMaster1.xml" Id="Rdb06d318925b45d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9633144b3b40f2" /><Relationship Type="http://schemas.openxmlformats.org/officeDocument/2006/relationships/notesMaster" Target="/ppt/notesMasters/notesMaster1.xml" Id="R0808d4799d3741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579792716f4dc6" /><Relationship Type="http://schemas.openxmlformats.org/officeDocument/2006/relationships/notesMaster" Target="/ppt/notesMasters/notesMaster1.xml" Id="R0d25df6cb84c466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b7e57e90dbf43ae" /><Relationship Type="http://schemas.openxmlformats.org/officeDocument/2006/relationships/notesMaster" Target="/ppt/notesMasters/notesMaster1.xml" Id="R28c93d3b132a46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>Allow approximately 25–30 minutes for the experience and worksheet. Pupils record facts in their own words.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>Close the experience before attempting the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Topic 2.1 lesson 1: Abstraction.</a:t>
            </a:r>
          </a:p>
          <a:p xmlns:a="http://schemas.openxmlformats.org/drawingml/2006/main">
            <a:r>
              <a:t>Source sequence: supplied 2.1 - Algorithms(3).pdf, lessons 1–16. Original Revise360 explanations and practice questions.</a:t>
            </a:r>
          </a:p>
          <a:p xmlns:a="http://schemas.openxmlformats.org/drawingml/2006/main">
            <a:r>
              <a:t>Curriculum: OCR J277 specification v3.1, sections 2.1.1–2.1.3, https://www.ocr.org.uk/Images/558027-specification-gcse-computer-science-j277.pdf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a1073957c42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2c0b6d806c4e0d" /><Relationship Type="http://schemas.openxmlformats.org/officeDocument/2006/relationships/slideLayout" Target="/ppt/slideLayouts/slideLayout1.xml" Id="R66b5d5e6467e4a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b5d5e6467e4a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3fa23942e41a1" /><Relationship Type="http://schemas.openxmlformats.org/officeDocument/2006/relationships/image" Target="/ppt/media/image.png" Id="R3329e378f5e34997" /><Relationship Type="http://schemas.openxmlformats.org/officeDocument/2006/relationships/image" Target="/ppt/media/image.jpeg" Id="Ra676f71315e04885" /><Relationship Type="http://schemas.openxmlformats.org/officeDocument/2006/relationships/notesSlide" Target="/ppt/notesSlides/notesSlide1.xml" Id="R1afa91b35d304e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6b5fec93748e8" /><Relationship Type="http://schemas.openxmlformats.org/officeDocument/2006/relationships/image" Target="/ppt/media/image2.png" Id="R82263a27d6d04d37" /><Relationship Type="http://schemas.openxmlformats.org/officeDocument/2006/relationships/notesSlide" Target="/ppt/notesSlides/notesSlide2.xml" Id="R8ac8e7c476f849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68d94c2604005" /><Relationship Type="http://schemas.openxmlformats.org/officeDocument/2006/relationships/image" Target="/ppt/media/image3.png" Id="R45ab8b81852c4e5a" /><Relationship Type="http://schemas.openxmlformats.org/officeDocument/2006/relationships/notesSlide" Target="/ppt/notesSlides/notesSlide3.xml" Id="R0d0b073350de45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0e6e412814370" /><Relationship Type="http://schemas.openxmlformats.org/officeDocument/2006/relationships/image" Target="/ppt/media/image4.png" Id="R8ea676ada0da40ec" /><Relationship Type="http://schemas.openxmlformats.org/officeDocument/2006/relationships/notesSlide" Target="/ppt/notesSlides/notesSlide4.xml" Id="R9ce4f48ff40d4b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e334b249b4336" /><Relationship Type="http://schemas.openxmlformats.org/officeDocument/2006/relationships/image" Target="/ppt/media/image5.png" Id="R442bec2dc56548fb" /><Relationship Type="http://schemas.openxmlformats.org/officeDocument/2006/relationships/notesSlide" Target="/ppt/notesSlides/notesSlide5.xml" Id="Re0c7d436cd8a4e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cf8af9157435f" /><Relationship Type="http://schemas.openxmlformats.org/officeDocument/2006/relationships/image" Target="/ppt/media/image6.png" Id="R8041ca02337944fd" /><Relationship Type="http://schemas.openxmlformats.org/officeDocument/2006/relationships/notesSlide" Target="/ppt/notesSlides/notesSlide6.xml" Id="Rdb360fa2ad0242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c0acae14f4cfe" /><Relationship Type="http://schemas.openxmlformats.org/officeDocument/2006/relationships/image" Target="/ppt/media/image7.png" Id="R3e8bcb51eb1e45c7" /><Relationship Type="http://schemas.openxmlformats.org/officeDocument/2006/relationships/notesSlide" Target="/ppt/notesSlides/notesSlide7.xml" Id="Ra3582f5cedf44c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23b7603b6454c" /><Relationship Type="http://schemas.openxmlformats.org/officeDocument/2006/relationships/image" Target="/ppt/media/image8.png" Id="R9ad877d63a9247c0" /><Relationship Type="http://schemas.openxmlformats.org/officeDocument/2006/relationships/notesSlide" Target="/ppt/notesSlides/notesSlide8.xml" Id="Rdf5b97055dc647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049f7ae274c2a" /><Relationship Type="http://schemas.openxmlformats.org/officeDocument/2006/relationships/image" Target="/ppt/media/image9.png" Id="R30a98dd716c448fb" /><Relationship Type="http://schemas.openxmlformats.org/officeDocument/2006/relationships/notesSlide" Target="/ppt/notesSlides/notesSlide9.xml" Id="Ra337a5dedb8144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661758ba5425c" /><Relationship Type="http://schemas.openxmlformats.org/officeDocument/2006/relationships/image" Target="/ppt/media/image10.png" Id="R9d055bea34f943bd" /><Relationship Type="http://schemas.openxmlformats.org/officeDocument/2006/relationships/notesSlide" Target="/ppt/notesSlides/notesSlide10.xml" Id="Rb229553760fb49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c5a84f264483e" /><Relationship Type="http://schemas.openxmlformats.org/officeDocument/2006/relationships/image" Target="/ppt/media/image11.png" Id="Rac7aaceb4ac34d56" /><Relationship Type="http://schemas.openxmlformats.org/officeDocument/2006/relationships/notesSlide" Target="/ppt/notesSlides/notesSlide11.xml" Id="Ra8e3b926cd664a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2d3c3c7b2438f" /><Relationship Type="http://schemas.openxmlformats.org/officeDocument/2006/relationships/image" Target="/ppt/media/image12.png" Id="Ra60c29a591c749e6" /><Relationship Type="http://schemas.openxmlformats.org/officeDocument/2006/relationships/notesSlide" Target="/ppt/notesSlides/notesSlide12.xml" Id="R261351e82b9b4e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33d7e9b3c418c" /><Relationship Type="http://schemas.openxmlformats.org/officeDocument/2006/relationships/image" Target="/ppt/media/image13.png" Id="R2357ba591ebf47fc" /><Relationship Type="http://schemas.openxmlformats.org/officeDocument/2006/relationships/notesSlide" Target="/ppt/notesSlides/notesSlide13.xml" Id="Re958e6c968af40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cdecd66554d43" /><Relationship Type="http://schemas.openxmlformats.org/officeDocument/2006/relationships/image" Target="/ppt/media/image14.png" Id="R6785e079d04943f5" /><Relationship Type="http://schemas.openxmlformats.org/officeDocument/2006/relationships/notesSlide" Target="/ppt/notesSlides/notesSlide14.xml" Id="Re91013a7f4284e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10742ff1d4e44" /><Relationship Type="http://schemas.openxmlformats.org/officeDocument/2006/relationships/image" Target="/ppt/media/image15.png" Id="R5e0bb2e286d04d57" /><Relationship Type="http://schemas.openxmlformats.org/officeDocument/2006/relationships/notesSlide" Target="/ppt/notesSlides/notesSlide15.xml" Id="R197ef860a4a4490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edaa503bc4163" /><Relationship Type="http://schemas.openxmlformats.org/officeDocument/2006/relationships/image" Target="/ppt/media/image16.png" Id="R0baa1080937f4a98" /><Relationship Type="http://schemas.openxmlformats.org/officeDocument/2006/relationships/notesSlide" Target="/ppt/notesSlides/notesSlide16.xml" Id="R97823fa5e4244d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af2c8eb584e02" /><Relationship Type="http://schemas.openxmlformats.org/officeDocument/2006/relationships/image" Target="/ppt/media/image17.png" Id="R78641d7f4d904baf" /><Relationship Type="http://schemas.openxmlformats.org/officeDocument/2006/relationships/notesSlide" Target="/ppt/notesSlides/notesSlide17.xml" Id="R23b7c9faf4dd4e2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32ba3fd2844c4" /><Relationship Type="http://schemas.openxmlformats.org/officeDocument/2006/relationships/image" Target="/ppt/media/image18.png" Id="R34feecb375774125" /><Relationship Type="http://schemas.openxmlformats.org/officeDocument/2006/relationships/notesSlide" Target="/ppt/notesSlides/notesSlide18.xml" Id="R9ddf4c508b9d46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A49B242-0A93-4CAA-A976-B7B8541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7C87B069-4AE3-41FB-8E32-622FAD0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2.1   /   LESSON 01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3815F20-9933-4640-9E82-67A009EF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ABSTRACTION STUDIO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9e378f5e3499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48E3C81-C842-45B0-92BB-277816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18</a:t>
            </a:r>
          </a:p>
        </p:txBody>
      </p:sp>
      <p:sp>
        <p:nvSpPr>
          <p:cNvPr id="6" name="subject">
            <a:extLst xmlns:a="http://schemas.openxmlformats.org/drawingml/2006/main">
              <a:ext uri="{FF2B5EF4-FFF2-40B4-BE49-F238E27FC236}">
                <a16:creationId xmlns:a16="http://schemas.microsoft.com/office/drawing/2014/main" id="{1D1867E6-9160-4B7B-B718-C2045EB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Abstraction</a:t>
            </a:r>
          </a:p>
        </p:txBody>
      </p:sp>
      <p:sp>
        <p:nvSpPr>
          <p:cNvPr id="7" name="cover-key-label">
            <a:extLst xmlns:a="http://schemas.openxmlformats.org/drawingml/2006/main">
              <a:ext uri="{FF2B5EF4-FFF2-40B4-BE49-F238E27FC236}">
                <a16:creationId xmlns:a16="http://schemas.microsoft.com/office/drawing/2014/main" id="{DB6C6EAB-F00F-49E7-BB96-0088CAE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DO NOW: RESEARCH AND DISCUSS</a:t>
            </a:r>
          </a:p>
        </p:txBody>
      </p:sp>
      <p:sp>
        <p:nvSpPr>
          <p:cNvPr id="8" name="cover-key-question">
            <a:extLst xmlns:a="http://schemas.openxmlformats.org/drawingml/2006/main">
              <a:ext uri="{FF2B5EF4-FFF2-40B4-BE49-F238E27FC236}">
                <a16:creationId xmlns:a16="http://schemas.microsoft.com/office/drawing/2014/main" id="{00081038-3E7F-400E-8756-EE3640E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Would a photograph always be more useful than a simple map?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6f71315e0488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76950" y="1931789"/>
            <a:ext cx="5400675" cy="337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51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29D0D74-D405-4298-8504-19625DD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C94BCC8-515D-47EA-B6E2-2B7D4AC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WORKSHEET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B715B87-24C3-4EB0-A531-09F2927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63a27d6d04d3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946EE4D-4656-4BC2-8F50-308BDCE2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4F21E87F-93E4-451F-AB4E-8822ED3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6CD32E7-7220-4C45-83BD-1A75D52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4310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abstraction.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7D15F66-C79A-48FB-A458-5FCABD71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6D66A0FC-FF53-4CDB-B571-D4D170C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051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Select details for a stated purpose.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14AB879-F5E1-46A1-B3B7-732C3DA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7E0FF81-472A-4959-B572-95A0EA47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why some details can be ignored.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3B6C4DF-53E7-4684-A2E0-0FBDE1EF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7588F05-DB7C-4321-91CF-115D386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2917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9509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389AE9BD-4456-44D0-A496-4A71599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3D7E3F66-12BD-4737-B732-CF062507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WORKSHEET STARTER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2E71EDE-630B-477B-8324-3C6B882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b8b81852c4e5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4CED2EF-8770-4B94-8FF7-8186209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18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CABB616-5B19-458F-ADE4-F043686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1057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pupil needs to find the library. Which is more useful: a map of corridors or a list of wall colours? Explain.</a:t>
            </a:r>
          </a:p>
        </p:txBody>
      </p:sp>
    </p:spTree>
    <p:extLst>
      <p:ext uri="{BB962C8B-B14F-4D97-AF65-F5344CB8AC3E}">
        <p14:creationId xmlns:p14="http://schemas.microsoft.com/office/powerpoint/2010/main" val="2061250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CE6C1A7-1190-46F6-B558-07CF48F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1A9E94E-2324-4A21-8E1F-53F06181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42F7C639-9A4F-4B2E-A66B-E7FC722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676ada0da40ec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10CE3C-06F6-401D-921D-2679EFD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4B18CF0-64CE-463F-A9B8-6A6A21E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57E31F4-31D7-4905-A796-BE34CBF2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86000"/>
            <a:ext cx="99250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corridor map shows routes and destinations. Wall colours are usually unnecessary for finding a route.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9E7E19B-3986-45FC-B0B8-7910C78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A142279-1763-4095-BB35-E7C2790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2561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8B0042C-2776-4B77-8450-5D698DB3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3158093-4E51-4193-8466-193E324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WORKSHEET KEY TERMS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8721011-60E3-4A46-ACE7-07BEAB79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bec2dc56548f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FC27DE5-76DC-4F16-881C-303A1916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18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B76E08EA-1329-4F7D-B904-1FFEF4D2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072ACAD3-9670-4434-9EBA-05DBFA2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7647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Abstraction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A8F18C87-2E1F-4B72-8996-4CD90B50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C1C0B9C-20D9-4654-9F28-D51D1DA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8622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9420321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207CAA27-6A33-4D26-8EEC-DDD6F195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C8C088F-E4C7-463F-A500-13D69523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AF3A2E8-08E7-4B52-8CB0-E9EDFA8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1ca02337944f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71FD2F40-F2E4-4894-A4B9-2F16BF1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18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05575DA-F440-47EE-AADE-AE15CCD1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Abstraction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6F926E0-3B0C-455B-B77A-C8974AE3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Keeping relevant details and removing unnecessary detail for a particular purpose.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C9190DB0-181E-4A8A-9E5E-95B1996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Model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865E412-4386-4ED0-B8E9-05D0536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simplified representation of a real system.</a:t>
            </a:r>
          </a:p>
        </p:txBody>
      </p:sp>
    </p:spTree>
    <p:extLst>
      <p:ext uri="{BB962C8B-B14F-4D97-AF65-F5344CB8AC3E}">
        <p14:creationId xmlns:p14="http://schemas.microsoft.com/office/powerpoint/2010/main" val="5443408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BA66B78-BFDC-4298-A4DA-5CB5A77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DA0D920-036D-4124-8F12-38EB1186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2.1   /   LESSON 01   /   EXPERIENCE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F5191E8A-E142-4BC2-8435-1D8EA13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Worksheet + experience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bcb51eb1e45c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0A45757-2C05-40D6-9E75-84F5AEC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18</a:t>
            </a:r>
          </a:p>
        </p:txBody>
      </p:sp>
      <p:sp>
        <p:nvSpPr>
          <p:cNvPr id="6" name="open-label">
            <a:extLst xmlns:a="http://schemas.openxmlformats.org/drawingml/2006/main">
              <a:ext uri="{FF2B5EF4-FFF2-40B4-BE49-F238E27FC236}">
                <a16:creationId xmlns:a16="http://schemas.microsoft.com/office/drawing/2014/main" id="{3B14933E-F008-4A1E-B920-32134F7F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01   OPEN THE EXPERIENCE NOW</a:t>
            </a:r>
          </a:p>
        </p:txBody>
      </p:sp>
      <p:sp>
        <p:nvSpPr>
          <p:cNvPr id="7" name="open-body">
            <a:extLst xmlns:a="http://schemas.openxmlformats.org/drawingml/2006/main">
              <a:ext uri="{FF2B5EF4-FFF2-40B4-BE49-F238E27FC236}">
                <a16:creationId xmlns:a16="http://schemas.microsoft.com/office/drawing/2014/main" id="{7A71894B-6674-45BD-B430-F339D03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Open Abstraction studio in Topic 2.1. Keep the worksheet beside you.</a:t>
            </a:r>
          </a:p>
        </p:txBody>
      </p:sp>
      <p:sp>
        <p:nvSpPr>
          <p:cNvPr id="8" name="station-label">
            <a:extLst xmlns:a="http://schemas.openxmlformats.org/drawingml/2006/main">
              <a:ext uri="{FF2B5EF4-FFF2-40B4-BE49-F238E27FC236}">
                <a16:creationId xmlns:a16="http://schemas.microsoft.com/office/drawing/2014/main" id="{B90E3C20-8F8E-412D-B38A-D521747F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02   SIX STATIONS</a:t>
            </a:r>
          </a:p>
        </p:txBody>
      </p:sp>
      <p:sp>
        <p:nvSpPr>
          <p:cNvPr id="9" name="station-body">
            <a:extLst xmlns:a="http://schemas.openxmlformats.org/drawingml/2006/main">
              <a:ext uri="{FF2B5EF4-FFF2-40B4-BE49-F238E27FC236}">
                <a16:creationId xmlns:a16="http://schemas.microsoft.com/office/drawing/2014/main" id="{B45B51EE-5945-44D5-9C7B-668BC232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 each station, write key facts IN YOUR OWN WORDS. Answer its worksheet challenge before tapping the badge.</a:t>
            </a:r>
          </a:p>
        </p:txBody>
      </p:sp>
      <p:sp>
        <p:nvSpPr>
          <p:cNvPr id="10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0B3F37C6-3223-43C3-B5C5-0734100D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03   FINAL CHALLENGE</a:t>
            </a:r>
          </a:p>
        </p:txBody>
      </p:sp>
      <p:sp>
        <p:nvSpPr>
          <p:cNvPr id="11" name="finish-body">
            <a:extLst xmlns:a="http://schemas.openxmlformats.org/drawingml/2006/main">
              <a:ext uri="{FF2B5EF4-FFF2-40B4-BE49-F238E27FC236}">
                <a16:creationId xmlns:a16="http://schemas.microsoft.com/office/drawing/2014/main" id="{23A69AAC-E055-45B3-BEBA-D02CB81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Attempt the worksheet final challenge before tapping the star. Record your score, then use review mode to correct mistakes.</a:t>
            </a:r>
          </a:p>
        </p:txBody>
      </p:sp>
      <p:sp>
        <p:nvSpPr>
          <p:cNvPr id="12" name="plenary-label">
            <a:extLst xmlns:a="http://schemas.openxmlformats.org/drawingml/2006/main">
              <a:ext uri="{FF2B5EF4-FFF2-40B4-BE49-F238E27FC236}">
                <a16:creationId xmlns:a16="http://schemas.microsoft.com/office/drawing/2014/main" id="{97D05B46-012B-43E3-B865-D49BCF33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04   PLENARY</a:t>
            </a:r>
          </a:p>
        </p:txBody>
      </p:sp>
      <p:sp>
        <p:nvSpPr>
          <p:cNvPr id="13" name="plenary-body">
            <a:extLst xmlns:a="http://schemas.openxmlformats.org/drawingml/2006/main">
              <a:ext uri="{FF2B5EF4-FFF2-40B4-BE49-F238E27FC236}">
                <a16:creationId xmlns:a16="http://schemas.microsoft.com/office/drawing/2014/main" id="{93D16BC3-41C8-47E2-B0D7-08EC3C3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Finish the experience in this lesson. Near the end, close it for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87235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8C536E9-5669-4451-9AAB-579BAC1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9AAF36-B8DE-4251-8DE6-E6BCCD5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722D1D8-2EB7-4550-BC01-C8F4AA1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877d63a9247c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48D3831D-CA2C-4D2B-8512-1C6B95BF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18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D632867-A970-4622-9F75-EC7929A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Return to the Do Now question. Use two things you learned in the room to improve your original answer.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C21F904-CB27-4E5D-A9F7-D13B95D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Link your explanation to the problem and use a worked example where it helps.</a:t>
            </a:r>
          </a:p>
        </p:txBody>
      </p:sp>
    </p:spTree>
    <p:extLst>
      <p:ext uri="{BB962C8B-B14F-4D97-AF65-F5344CB8AC3E}">
        <p14:creationId xmlns:p14="http://schemas.microsoft.com/office/powerpoint/2010/main" val="740997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9B263055-5EA4-4302-98FD-2C08B0E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A5B0DE7-189B-4E0D-AC5D-CF42659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41086F9-DF63-4768-BF4E-D1F572B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Check and improve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a98dd716c448f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14C2577-C6E7-49B9-B106-D65BE85A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18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29844E22-D648-40A0-BC22-276A81AE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review mode to correct any mistakes. Write one correction and explain why the right answer fits. Then complete the plenary from memory.</a:t>
            </a:r>
          </a:p>
        </p:txBody>
      </p:sp>
    </p:spTree>
    <p:extLst>
      <p:ext uri="{BB962C8B-B14F-4D97-AF65-F5344CB8AC3E}">
        <p14:creationId xmlns:p14="http://schemas.microsoft.com/office/powerpoint/2010/main" val="1610668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78803E9-413E-4B42-B661-1890FAB9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FF0305E1-8E4B-4FE7-9B7B-B01E262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71FFA7C-71E3-407E-A084-8AAA8734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stronger explanation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55bea34f943b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BD4D03-162B-45A5-AA28-72FD38F4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18</a:t>
            </a:r>
          </a:p>
        </p:txBody>
      </p:sp>
      <p:sp>
        <p:nvSpPr>
          <p:cNvPr id="6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06547FB7-89E1-430C-BA4E-A0059FB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7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7F1A9A78-A783-4735-9B4E-2787A5EE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Evaluate a model</a:t>
            </a:r>
          </a:p>
        </p:txBody>
      </p:sp>
      <p:sp>
        <p:nvSpPr>
          <p:cNvPr id="8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28087EFB-17A1-4A2B-B86E-2733BD05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Add the connections between rooms so users can plan a route. Textures can be removed.</a:t>
            </a:r>
          </a:p>
        </p:txBody>
      </p:sp>
      <p:sp>
        <p:nvSpPr>
          <p:cNvPr id="9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5A018C42-6685-447F-818E-7126648E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Review and explain</a:t>
            </a:r>
          </a:p>
        </p:txBody>
      </p:sp>
      <p:sp>
        <p:nvSpPr>
          <p:cNvPr id="10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0C0236B0-96D2-4CB9-BE2E-068D8F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correction should name the correct idea and explain why it fits the question. Use the experience feedback to check it.</a:t>
            </a:r>
          </a:p>
        </p:txBody>
      </p:sp>
    </p:spTree>
    <p:extLst>
      <p:ext uri="{BB962C8B-B14F-4D97-AF65-F5344CB8AC3E}">
        <p14:creationId xmlns:p14="http://schemas.microsoft.com/office/powerpoint/2010/main" val="1077196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EF7E645-4366-476F-A5B1-90C7C70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159341AF-F465-4757-AC09-3A0C4A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EBF8C94-893F-4F9B-8993-606E888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aaceb4ac34d5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93BEC9-DC57-4892-87B7-6699B7F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1C9C7E2-F4F1-420D-88E1-62F2A7B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D616DF12-F12D-4F89-BE2A-F5A3C23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Keep the purpose</a:t>
            </a:r>
          </a:p>
        </p:txBody>
      </p:sp>
      <p:sp>
        <p:nvSpPr>
          <p:cNvPr id="8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F6BEAF51-6593-4158-B949-6DCAF3DF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Carpet patterns do not help identify a route to the library.</a:t>
            </a:r>
          </a:p>
        </p:txBody>
      </p:sp>
      <p:sp>
        <p:nvSpPr>
          <p:cNvPr id="9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1C2437BA-61EC-4CC1-A291-672A28BC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Essential information</a:t>
            </a:r>
          </a:p>
        </p:txBody>
      </p:sp>
      <p:sp>
        <p:nvSpPr>
          <p:cNvPr id="10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2AD176F9-D05F-473B-8386-F181E623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Borrower ID and item ID identify who has which camera. The due date helps track returns.</a:t>
            </a:r>
          </a:p>
        </p:txBody>
      </p:sp>
      <p:sp>
        <p:nvSpPr>
          <p:cNvPr id="11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D795BB1C-F6B4-4C53-AB97-8133E2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Remove distractions</a:t>
            </a:r>
          </a:p>
        </p:txBody>
      </p:sp>
      <p:sp>
        <p:nvSpPr>
          <p:cNvPr id="12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6B68946-29BE-4832-BBD8-102C229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purpose is to recognise a camera category. A serial number identifies one particular camera.</a:t>
            </a:r>
          </a:p>
        </p:txBody>
      </p:sp>
    </p:spTree>
    <p:extLst>
      <p:ext uri="{BB962C8B-B14F-4D97-AF65-F5344CB8AC3E}">
        <p14:creationId xmlns:p14="http://schemas.microsoft.com/office/powerpoint/2010/main" val="853594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51900B3-0610-4E01-90E0-77DC6FF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0525AC8-4A6A-4190-909D-B5EB30C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7AFF9494-BEC4-4AEA-BD48-105C96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c29a591c749e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8FF5AE6-5314-4952-A1CD-C9E9FC0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78BE9EE-4B04-4078-A860-876FCD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0F0EBA09-E83B-415E-AD99-3550F93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Purpose changes relevance</a:t>
            </a:r>
          </a:p>
        </p:txBody>
      </p:sp>
      <p:sp>
        <p:nvSpPr>
          <p:cNvPr id="8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D150509-4F43-452B-BA18-B4451906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When planning repairs, the fault and room location help staff repair the correct light.</a:t>
            </a:r>
          </a:p>
        </p:txBody>
      </p:sp>
      <p:sp>
        <p:nvSpPr>
          <p:cNvPr id="9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F40CAFDA-7B28-4DDD-97A6-7FEB15E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Abstraction in software</a:t>
            </a:r>
          </a:p>
        </p:txBody>
      </p:sp>
      <p:sp>
        <p:nvSpPr>
          <p:cNvPr id="10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DF6939EB-FAE7-4750-B799-6DB46B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hides the detailed steps for finding the loan and updating its stored status.</a:t>
            </a:r>
          </a:p>
        </p:txBody>
      </p:sp>
      <p:sp>
        <p:nvSpPr>
          <p:cNvPr id="11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1F7890C8-2979-416E-AA29-BEE1AB3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Evaluate a model</a:t>
            </a:r>
          </a:p>
        </p:txBody>
      </p:sp>
      <p:sp>
        <p:nvSpPr>
          <p:cNvPr id="12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07216969-988D-4AF8-B64A-611D4169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Add the connections between rooms so users can plan a route. Textures can be removed.</a:t>
            </a:r>
          </a:p>
        </p:txBody>
      </p:sp>
    </p:spTree>
    <p:extLst>
      <p:ext uri="{BB962C8B-B14F-4D97-AF65-F5344CB8AC3E}">
        <p14:creationId xmlns:p14="http://schemas.microsoft.com/office/powerpoint/2010/main" val="8069776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782CCF1-F8AC-4963-BE7C-39F589E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A98E84-19B5-4128-9F22-3EF63F2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3D092674-2E5F-4365-B13E-1BCD723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7ba591ebf47fc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371B726-81B4-4823-AF8C-B2AEE4C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18</a:t>
            </a:r>
          </a:p>
        </p:txBody>
      </p:sp>
      <p:sp>
        <p:nvSpPr>
          <p:cNvPr id="6" name="star-key">
            <a:extLst xmlns:a="http://schemas.openxmlformats.org/drawingml/2006/main">
              <a:ext uri="{FF2B5EF4-FFF2-40B4-BE49-F238E27FC236}">
                <a16:creationId xmlns:a16="http://schemas.microsoft.com/office/drawing/2014/main" id="{4E2C5E58-B348-4B06-A627-24727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choices and the reasons you gave.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D13603A8-78DC-40B6-A8F6-04D146FD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DA3F8A68-07AA-4136-A4C5-7B3C68E6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43125"/>
            <a:ext cx="99250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1. Choose data for identifying overdue equipment loans.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Answer: Borrower ID: Keep; Due date: Keep; Item ID: Keep; Favourite snack: Omit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system needs to identify the loan and whether its due date has passed.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2. Why is abstraction useful here?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Answer: It reduces unnecessary detail while preserving what the task needs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D63D0CFC-FB29-4A55-9634-1938AE0C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1AF0E8F5-58C1-4699-8D32-68538AC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64A6377B-270D-4D04-B61F-A116A4C0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B2168BAC-D34D-4D09-BD22-C307432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DAD3008D-DBDD-4EB1-B9E0-42941BD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072DFA35-D5B3-464A-85A9-266225B7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5" name="number-5">
            <a:extLst xmlns:a="http://schemas.openxmlformats.org/drawingml/2006/main">
              <a:ext uri="{FF2B5EF4-FFF2-40B4-BE49-F238E27FC236}">
                <a16:creationId xmlns:a16="http://schemas.microsoft.com/office/drawing/2014/main" id="{03F791EC-5D9B-433E-96F6-EF44C17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577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6" name="item-5">
            <a:extLst xmlns:a="http://schemas.openxmlformats.org/drawingml/2006/main">
              <a:ext uri="{FF2B5EF4-FFF2-40B4-BE49-F238E27FC236}">
                <a16:creationId xmlns:a16="http://schemas.microsoft.com/office/drawing/2014/main" id="{11146F44-2CCE-4536-BF13-60F44A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577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7" name="number-6">
            <a:extLst xmlns:a="http://schemas.openxmlformats.org/drawingml/2006/main">
              <a:ext uri="{FF2B5EF4-FFF2-40B4-BE49-F238E27FC236}">
                <a16:creationId xmlns:a16="http://schemas.microsoft.com/office/drawing/2014/main" id="{738F10DC-3C3F-4622-9638-0CD9ADB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8" name="item-6">
            <a:extLst xmlns:a="http://schemas.openxmlformats.org/drawingml/2006/main">
              <a:ext uri="{FF2B5EF4-FFF2-40B4-BE49-F238E27FC236}">
                <a16:creationId xmlns:a16="http://schemas.microsoft.com/office/drawing/2014/main" id="{B4AC7286-B492-4B59-A29F-AA4F10A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1782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0BB8106-766C-4D11-B62C-A315B1D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E93FE83-8B7D-4ED0-A507-D6DF7BF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FAFAE26-D488-4C37-A08D-D8E5A9D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questions (a–b)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5e079d04943f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F7FA607-A51E-4EFD-8772-BFCA4D0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18</a:t>
            </a:r>
          </a:p>
        </p:txBody>
      </p:sp>
      <p:sp>
        <p:nvSpPr>
          <p:cNvPr id="6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4DD4F8FC-DBBD-4F52-8BC4-1F8B4C27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7" name="a">
            <a:extLst xmlns:a="http://schemas.openxmlformats.org/drawingml/2006/main">
              <a:ext uri="{FF2B5EF4-FFF2-40B4-BE49-F238E27FC236}">
                <a16:creationId xmlns:a16="http://schemas.microsoft.com/office/drawing/2014/main" id="{9C6FAEDB-072B-436C-AA9C-D583256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8" name="question-a">
            <a:extLst xmlns:a="http://schemas.openxmlformats.org/drawingml/2006/main">
              <a:ext uri="{FF2B5EF4-FFF2-40B4-BE49-F238E27FC236}">
                <a16:creationId xmlns:a16="http://schemas.microsoft.com/office/drawing/2014/main" id="{6B2BF4EA-272A-415D-B46E-43EF0DF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Define abstraction. [2]</a:t>
            </a:r>
          </a:p>
        </p:txBody>
      </p:sp>
      <p:sp>
        <p:nvSpPr>
          <p:cNvPr id="9" name="b">
            <a:extLst xmlns:a="http://schemas.openxmlformats.org/drawingml/2006/main">
              <a:ext uri="{FF2B5EF4-FFF2-40B4-BE49-F238E27FC236}">
                <a16:creationId xmlns:a16="http://schemas.microsoft.com/office/drawing/2014/main" id="{9509E02A-7E28-413B-8372-24604E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10" name="question-b">
            <a:extLst xmlns:a="http://schemas.openxmlformats.org/drawingml/2006/main">
              <a:ext uri="{FF2B5EF4-FFF2-40B4-BE49-F238E27FC236}">
                <a16:creationId xmlns:a16="http://schemas.microsoft.com/office/drawing/2014/main" id="{EA1267F7-E672-4AB5-8CC0-CE07B62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delivery map omits the colour of each house. Explain why this is appropriate. [2]</a:t>
            </a:r>
          </a:p>
        </p:txBody>
      </p:sp>
    </p:spTree>
    <p:extLst>
      <p:ext uri="{BB962C8B-B14F-4D97-AF65-F5344CB8AC3E}">
        <p14:creationId xmlns:p14="http://schemas.microsoft.com/office/powerpoint/2010/main" val="1679400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F1F2C14-4C50-48A4-9B67-A997A2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DB8B4A9-62FC-49C3-9E8B-2D918615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C7269B5-94FA-4086-8755-DE73995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 (c)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bb2e286d04d5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9C331FB-3C6F-4EEC-BBEB-5720344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18</a:t>
            </a:r>
          </a:p>
        </p:txBody>
      </p:sp>
      <p:sp>
        <p:nvSpPr>
          <p:cNvPr id="6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DF8659F-4B53-45A1-96E8-35452E8F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7" name="c">
            <a:extLst xmlns:a="http://schemas.openxmlformats.org/drawingml/2006/main">
              <a:ext uri="{FF2B5EF4-FFF2-40B4-BE49-F238E27FC236}">
                <a16:creationId xmlns:a16="http://schemas.microsoft.com/office/drawing/2014/main" id="{629CF0F4-E195-43D7-9CCA-D8090133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8" name="question-c">
            <a:extLst xmlns:a="http://schemas.openxmlformats.org/drawingml/2006/main">
              <a:ext uri="{FF2B5EF4-FFF2-40B4-BE49-F238E27FC236}">
                <a16:creationId xmlns:a16="http://schemas.microsoft.com/office/drawing/2014/main" id="{2397C953-3257-449B-B101-570ACDF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Give one detail that a loan system should retain and justify it. [2]</a:t>
            </a:r>
          </a:p>
        </p:txBody>
      </p:sp>
      <p:sp>
        <p:nvSpPr>
          <p:cNvPr id="9" name="marks">
            <a:extLst xmlns:a="http://schemas.openxmlformats.org/drawingml/2006/main">
              <a:ext uri="{FF2B5EF4-FFF2-40B4-BE49-F238E27FC236}">
                <a16:creationId xmlns:a16="http://schemas.microsoft.com/office/drawing/2014/main" id="{B5E43C45-0F63-4BF1-AFCD-45A804E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475317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69886798-8F0F-4B54-BAEC-A054012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6D98F3-B670-4101-B9A9-2184D5A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6C64587-B8D3-44DA-8AA8-1AB5AE6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answers (a–b)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a1080937f4a98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EFA3B3-6527-4E2D-9FE8-B1783E9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10FB56C-D13F-443C-831C-7EB54AF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7" name="scheme-a">
            <a:extLst xmlns:a="http://schemas.openxmlformats.org/drawingml/2006/main">
              <a:ext uri="{FF2B5EF4-FFF2-40B4-BE49-F238E27FC236}">
                <a16:creationId xmlns:a16="http://schemas.microsoft.com/office/drawing/2014/main" id="{41502BD5-C47A-4406-827D-A550F44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Keep relevant detail (1) and remove unnecessary detail for a purpose (1).</a:t>
            </a:r>
          </a:p>
        </p:txBody>
      </p:sp>
      <p:sp>
        <p:nvSpPr>
          <p:cNvPr id="8" name="scheme-b">
            <a:extLst xmlns:a="http://schemas.openxmlformats.org/drawingml/2006/main">
              <a:ext uri="{FF2B5EF4-FFF2-40B4-BE49-F238E27FC236}">
                <a16:creationId xmlns:a16="http://schemas.microsoft.com/office/drawing/2014/main" id="{4030A590-8409-4747-8A49-22010C8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The map is used to find routes (1). House colours are not needed to represent the route connections (1).</a:t>
            </a:r>
          </a:p>
        </p:txBody>
      </p:sp>
    </p:spTree>
    <p:extLst>
      <p:ext uri="{BB962C8B-B14F-4D97-AF65-F5344CB8AC3E}">
        <p14:creationId xmlns:p14="http://schemas.microsoft.com/office/powerpoint/2010/main" val="14462437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0081A4B-6AC1-4816-AF79-691B19F4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60FA52-8505-4663-AF29-746E3C6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723C30E-7C0B-4663-9CFD-AEBB0B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 (c)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41d7f4d904baf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FCDE95E-15E9-4DFC-BCC0-8290133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67C08AF-7243-4EE2-AFA0-1DBD0A7C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C971BC91-2C30-4670-9E94-EB7BAD5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38BA7518-F976-4AA8-9FBD-9CA4E93E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Borrower ID identifies who has the item, or due date supports identifying overdue items. One suitable detail (1) with a linked reason (1).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4CE5C16C-95D9-4554-BC9D-0CB5CA0D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C4346348-B81F-437B-A07E-C9085E2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DBDD63D3-A34B-4614-BC00-7470B22F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AAD983A1-375A-4785-BE52-216AFD7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896523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A368A0EC-80FD-4672-B2B2-DBDF609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94A4DF14-4035-4380-8761-948455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2.1   /   LESSON 01   /   SELF-CHECK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6131C61-4DE8-4ADA-AA38-AF5838A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eecb37577412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D9F0318-AD5A-451A-9E2A-0B4290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18</a:t>
            </a:r>
          </a:p>
        </p:txBody>
      </p:sp>
      <p:sp>
        <p:nvSpPr>
          <p:cNvPr id="6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21CCFCB5-9EEF-4D0C-ACC8-C2D3D4C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1445CA78-BAE2-4623-A518-59C7169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B9CB63FA-CF41-41AC-AAF6-A489CFF3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abstraction.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BF24F2CF-D0BF-433B-A4BD-27BA2030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2EBB092A-60CB-4087-9DD4-5443676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4327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Select details for a stated purpose.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43B035FB-801C-4E05-87F1-800820C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02E48C22-31AC-4A31-87AE-D3A00B3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why some details can be ignored.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CE4EAE46-F751-4F69-9E68-CFF078A9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F71661C6-7DB3-4EC1-B1E5-D88C7A61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0062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79929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2026-09-28T13:00:06.2910000Z</dcterms:created>
  <dcterms:modified xsi:type="dcterms:W3CDTF">2026-09-28T13:00:06.2910000Z</dcterms:modified>
</coreProperties>
</file>
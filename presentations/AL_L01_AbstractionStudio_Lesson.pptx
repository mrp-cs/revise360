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Abstraction studio.
Open the experience at revise360.co.uk and hand out AL_L01_AbstractionStudio_Worksheet.docx.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Computational thinking.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What abstraction is.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A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Models of the world.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Abstraction in programs.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abstraction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It is far too small to change the behaviour being modelled.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Models of the world, and work through its example again, aloud, with the class watching, then re-ask this question.
The course's own response to a wrong answer here: Abstraction is about judging what makes a difference.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(al-l01-s4-c2),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Abstraction studio</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map that showed every blade of grass would be useless. Abstraction is deciding what to keep and what to throw away, and it is the first of the three computational thinking skills.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is abstraction, and why is it needed?</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the term abstraction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some examples of abstraction</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why abstraction is needed in computational thinking</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3675888"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367588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Computational thinking</a:t>
            </a:r>
            <a:endParaRPr lang="en-US" sz="1200" dirty="0"/>
          </a:p>
        </p:txBody>
      </p:sp>
      <p:sp>
        <p:nvSpPr>
          <p:cNvPr id="19" name="Shape 17"/>
          <p:cNvSpPr/>
          <p:nvPr/>
        </p:nvSpPr>
        <p:spPr>
          <a:xfrm>
            <a:off x="4352544" y="5468112"/>
            <a:ext cx="206654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435254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Abstraction</a:t>
            </a:r>
            <a:endParaRPr lang="en-US" sz="1200" dirty="0"/>
          </a:p>
        </p:txBody>
      </p:sp>
      <p:sp>
        <p:nvSpPr>
          <p:cNvPr id="21" name="Shape 19"/>
          <p:cNvSpPr/>
          <p:nvPr/>
        </p:nvSpPr>
        <p:spPr>
          <a:xfrm>
            <a:off x="6547104" y="5468112"/>
            <a:ext cx="279806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6547104" y="5468112"/>
            <a:ext cx="279806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Necessary detail</a:t>
            </a:r>
            <a:endParaRPr lang="en-US" sz="1200" dirty="0"/>
          </a:p>
        </p:txBody>
      </p:sp>
      <p:sp>
        <p:nvSpPr>
          <p:cNvPr id="23" name="Shape 21"/>
          <p:cNvSpPr/>
          <p:nvPr/>
        </p:nvSpPr>
        <p:spPr>
          <a:xfrm>
            <a:off x="9473184"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947318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Sketch a map that would get a new pupil from the school gate to your classroom. What did you leave out, and why?</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Abstraction studio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Computational thinking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Computational thinking is how you approach a problem so a computer can solve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has three parts: abstraction, decomposition and algorithmic thinking.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They are used together, not one after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Name the three parts of computational thinking and write one line on each.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Computational thinking means...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abstraction is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Abstraction means removing detail that does not matter to the problem.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 is left is a model: simpler than reality, and good enough to work with.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What counts as unnecessary depends entirely on the problem you are solving.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abstraction, with an example that is not a map.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Abstraction is...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 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school register needs a name, a form group and present or absent.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does not need eye colour, shoe size or favourite subject.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Adding unnecessary data makes the system slower, larger and harder to keep correct.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four things a school register stores and three it deliberately does not.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a register, the necessary detail is...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Models of the world</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weather forecast is a model: it keeps pressure and temperature, and ignores individual raindrops.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satnav keeps roads, junctions and speeds, and ignores what the buildings look like.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model is wrong in some way. A useful model is wrong about things that don't matter.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 program you use and say what it deliberately ignores about the real world.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Models use abstraction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Abstraction in programs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name like score is an abstraction: it hides which memory address holds the value.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is an abstraction: you call it without needing to know how it works inside.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Layers of abstraction let one person work on a game without understanding the graphics card.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how calling a subprogram is an example of abstraction.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Programs use abstraction when...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abstraction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what is kept and what is removed, and why each decision was made.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Link the decision to the purpose of the system.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One mark is usually for an example, so always give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four-mark answer on abstraction in a bus timetable app.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abstraction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A flight simulator ignores the weight of the paint on the aircraft. Why is that acceptable?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Simulators cannot model weight</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would be illegal to include it</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far too small to change the behaviour being modelled</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Paint has no weight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Keep or cut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cycle hire app needs a model of the city. Tap the star and decide what it keeps and what it cuts.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word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To abstract something originally meant to draw it away. In computing you draw the important parts away from everything else.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famous map</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Harry Beck's 1933 underground diagram threw away real distances and geography, and became the model for transit maps worldwide.</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Wrong but useful</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statistician George Box wrote that all models are wrong but some are useful, which is abstraction in five words.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Too much abstraction</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Remove something that mattered and the model gives confident wrong answers, which is worse than no model at all.</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abstraction.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Give two examples of abstraction in a computer system.</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company is writing a program to plan delivery routes. Explain how abstraction would be used, giving examples of detail kept and removed.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three parts of computational thinking</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abstraction is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Judging necessary and unnecessary detail</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Abstraction studio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1 — Abstraction studio</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
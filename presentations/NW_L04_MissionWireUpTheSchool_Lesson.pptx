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79e3b459284034" /><Relationship Type="http://schemas.openxmlformats.org/officeDocument/2006/relationships/extended-properties" Target="/docProps/app.xml" Id="R874dfd6ad3ff4468" /><Relationship Type="http://schemas.openxmlformats.org/officeDocument/2006/relationships/officeDocument" Target="/ppt/presentation.xml" Id="Rc8395b18b5974a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a93e3bfb024d08"/>
  </p:sldMasterIdLst>
  <p:notesMasterIdLst>
    <p:notesMasterId xmlns:r="http://schemas.openxmlformats.org/officeDocument/2006/relationships" r:id="R8e985366b5644a7f"/>
  </p:notesMasterIdLst>
  <p:sldIdLst>
    <p:sldId xmlns:r="http://schemas.openxmlformats.org/officeDocument/2006/relationships" id="256" r:id="R2195d34584e94fe1"/>
    <p:sldId xmlns:r="http://schemas.openxmlformats.org/officeDocument/2006/relationships" id="257" r:id="Rf6509cfe064f4e6d"/>
    <p:sldId xmlns:r="http://schemas.openxmlformats.org/officeDocument/2006/relationships" id="258" r:id="R18b6e1b8d779493f"/>
    <p:sldId xmlns:r="http://schemas.openxmlformats.org/officeDocument/2006/relationships" id="259" r:id="R86200cb116824f2f"/>
    <p:sldId xmlns:r="http://schemas.openxmlformats.org/officeDocument/2006/relationships" id="260" r:id="R89fb8f901feb45b2"/>
    <p:sldId xmlns:r="http://schemas.openxmlformats.org/officeDocument/2006/relationships" id="261" r:id="R2521555950df4912"/>
    <p:sldId xmlns:r="http://schemas.openxmlformats.org/officeDocument/2006/relationships" id="262" r:id="R3ee44143336a4bdc"/>
    <p:sldId xmlns:r="http://schemas.openxmlformats.org/officeDocument/2006/relationships" id="263" r:id="R2c0f5c21fea4452d"/>
    <p:sldId xmlns:r="http://schemas.openxmlformats.org/officeDocument/2006/relationships" id="264" r:id="R440c1978f8cb4c8a"/>
    <p:sldId xmlns:r="http://schemas.openxmlformats.org/officeDocument/2006/relationships" id="265" r:id="R53a08f2014e147ed"/>
    <p:sldId xmlns:r="http://schemas.openxmlformats.org/officeDocument/2006/relationships" id="266" r:id="Rbcf11b5de7de45c5"/>
    <p:sldId xmlns:r="http://schemas.openxmlformats.org/officeDocument/2006/relationships" id="267" r:id="R1a44956db8784f98"/>
    <p:sldId xmlns:r="http://schemas.openxmlformats.org/officeDocument/2006/relationships" id="268" r:id="Rf440ccd3f48449be"/>
    <p:sldId xmlns:r="http://schemas.openxmlformats.org/officeDocument/2006/relationships" id="269" r:id="Rcf987f66682849e3"/>
    <p:sldId xmlns:r="http://schemas.openxmlformats.org/officeDocument/2006/relationships" id="270" r:id="R2a46047848a54aab"/>
    <p:sldId xmlns:r="http://schemas.openxmlformats.org/officeDocument/2006/relationships" id="271" r:id="R8aab72d8da564a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d7932e83a34bdd" /><Relationship Type="http://schemas.openxmlformats.org/officeDocument/2006/relationships/slideMaster" Target="/ppt/slideMasters/slideMaster1.xml" Id="Raba93e3bfb024d08" /><Relationship Type="http://schemas.openxmlformats.org/officeDocument/2006/relationships/notesMaster" Target="/ppt/notesMasters/notesMaster1.xml" Id="R8e985366b5644a7f" /><Relationship Type="http://schemas.openxmlformats.org/officeDocument/2006/relationships/presProps" Target="/ppt/presProps.xml" Id="R6a5dd5de4cf9488b" /><Relationship Type="http://schemas.openxmlformats.org/officeDocument/2006/relationships/tableStyles" Target="/ppt/tableStyles.xml" Id="R98256ec5d71448e8" /><Relationship Type="http://schemas.openxmlformats.org/officeDocument/2006/relationships/slide" Target="/ppt/slides/slide1.xml" Id="R2195d34584e94fe1" /><Relationship Type="http://schemas.openxmlformats.org/officeDocument/2006/relationships/slide" Target="/ppt/slides/slide2.xml" Id="Rf6509cfe064f4e6d" /><Relationship Type="http://schemas.openxmlformats.org/officeDocument/2006/relationships/slide" Target="/ppt/slides/slide3.xml" Id="R18b6e1b8d779493f" /><Relationship Type="http://schemas.openxmlformats.org/officeDocument/2006/relationships/slide" Target="/ppt/slides/slide4.xml" Id="R86200cb116824f2f" /><Relationship Type="http://schemas.openxmlformats.org/officeDocument/2006/relationships/slide" Target="/ppt/slides/slide5.xml" Id="R89fb8f901feb45b2" /><Relationship Type="http://schemas.openxmlformats.org/officeDocument/2006/relationships/slide" Target="/ppt/slides/slide6.xml" Id="R2521555950df4912" /><Relationship Type="http://schemas.openxmlformats.org/officeDocument/2006/relationships/slide" Target="/ppt/slides/slide7.xml" Id="R3ee44143336a4bdc" /><Relationship Type="http://schemas.openxmlformats.org/officeDocument/2006/relationships/slide" Target="/ppt/slides/slide8.xml" Id="R2c0f5c21fea4452d" /><Relationship Type="http://schemas.openxmlformats.org/officeDocument/2006/relationships/slide" Target="/ppt/slides/slide9.xml" Id="R440c1978f8cb4c8a" /><Relationship Type="http://schemas.openxmlformats.org/officeDocument/2006/relationships/slide" Target="/ppt/slides/slide10.xml" Id="R53a08f2014e147ed" /><Relationship Type="http://schemas.openxmlformats.org/officeDocument/2006/relationships/slide" Target="/ppt/slides/slide11.xml" Id="Rbcf11b5de7de45c5" /><Relationship Type="http://schemas.openxmlformats.org/officeDocument/2006/relationships/slide" Target="/ppt/slides/slide12.xml" Id="R1a44956db8784f98" /><Relationship Type="http://schemas.openxmlformats.org/officeDocument/2006/relationships/slide" Target="/ppt/slides/slide13.xml" Id="Rf440ccd3f48449be" /><Relationship Type="http://schemas.openxmlformats.org/officeDocument/2006/relationships/slide" Target="/ppt/slides/slide14.xml" Id="Rcf987f66682849e3" /><Relationship Type="http://schemas.openxmlformats.org/officeDocument/2006/relationships/slide" Target="/ppt/slides/slide15.xml" Id="R2a46047848a54aab" /><Relationship Type="http://schemas.openxmlformats.org/officeDocument/2006/relationships/slide" Target="/ppt/slides/slide16.xml" Id="R8aab72d8da56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4b1a65811e48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dbf5870d6f47a0" /><Relationship Type="http://schemas.openxmlformats.org/officeDocument/2006/relationships/notesMaster" Target="/ppt/notesMasters/notesMaster1.xml" Id="Ra791a45b770446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5f25d1b7d34745" /><Relationship Type="http://schemas.openxmlformats.org/officeDocument/2006/relationships/notesMaster" Target="/ppt/notesMasters/notesMaster1.xml" Id="Rff1f667c2a0448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f0f0dc933244c9" /><Relationship Type="http://schemas.openxmlformats.org/officeDocument/2006/relationships/notesMaster" Target="/ppt/notesMasters/notesMaster1.xml" Id="R40fc12a6a81544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0efc4a3fb2402d" /><Relationship Type="http://schemas.openxmlformats.org/officeDocument/2006/relationships/notesMaster" Target="/ppt/notesMasters/notesMaster1.xml" Id="Re05e178a13f741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e9963d051d471c" /><Relationship Type="http://schemas.openxmlformats.org/officeDocument/2006/relationships/notesMaster" Target="/ppt/notesMasters/notesMaster1.xml" Id="Rdd3b28a95b084f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69637cd3c3424b" /><Relationship Type="http://schemas.openxmlformats.org/officeDocument/2006/relationships/notesMaster" Target="/ppt/notesMasters/notesMaster1.xml" Id="R9cbe1347c83e4a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437eacc2444fe6" /><Relationship Type="http://schemas.openxmlformats.org/officeDocument/2006/relationships/notesMaster" Target="/ppt/notesMasters/notesMaster1.xml" Id="R096699ac8c8e4d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1735a561294280" /><Relationship Type="http://schemas.openxmlformats.org/officeDocument/2006/relationships/notesMaster" Target="/ppt/notesMasters/notesMaster1.xml" Id="Rc2dd2e802cc54e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440045953643d2" /><Relationship Type="http://schemas.openxmlformats.org/officeDocument/2006/relationships/notesMaster" Target="/ppt/notesMasters/notesMaster1.xml" Id="Rd4278c270f3544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5c8147bc434013" /><Relationship Type="http://schemas.openxmlformats.org/officeDocument/2006/relationships/notesMaster" Target="/ppt/notesMasters/notesMaster1.xml" Id="Rde7af6f522bf4b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b09cb4305b4fd9" /><Relationship Type="http://schemas.openxmlformats.org/officeDocument/2006/relationships/notesMaster" Target="/ppt/notesMasters/notesMaster1.xml" Id="R38f772dce23243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128d548def4084" /><Relationship Type="http://schemas.openxmlformats.org/officeDocument/2006/relationships/notesMaster" Target="/ppt/notesMasters/notesMaster1.xml" Id="R9c1b8f9c7d7243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3b7ee2579740e4" /><Relationship Type="http://schemas.openxmlformats.org/officeDocument/2006/relationships/notesMaster" Target="/ppt/notesMasters/notesMaster1.xml" Id="R3e43bf393c144b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a8311d1d034dfa" /><Relationship Type="http://schemas.openxmlformats.org/officeDocument/2006/relationships/notesMaster" Target="/ppt/notesMasters/notesMaster1.xml" Id="R2a145122bf524a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958b6d46e44058" /><Relationship Type="http://schemas.openxmlformats.org/officeDocument/2006/relationships/notesMaster" Target="/ppt/notesMasters/notesMaster1.xml" Id="R04bb0956f5c4419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72d554b00c4b70" /><Relationship Type="http://schemas.openxmlformats.org/officeDocument/2006/relationships/notesMaster" Target="/ppt/notesMasters/notesMaster1.xml" Id="Rae9ea94538ea4f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shows the actual opening scene of the experience. Begin with the worksheet starter, or the brief opening question for lessons without one.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learning outcomes follow the lesson worksheet.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the worksheet starter before showing the sample answers.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explanations. Reveal after the question so it can be marked as students go.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combined worksheet and experience instruction slide on the board. The OPEN EXPERIENCE label is a clickable link. Students should complete the experience and reach the plenary near the end of the lesson. First on-screen answers count.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post-experience task, key question or revision results on the worksheet.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extend or improve an explanation before the plenary.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indicative answers. Credit other accurate examples or justified choices.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experiences/nw-l04.json and worksheets/NW_L04_MissionWireUpTheSchool_Worksheet.docx.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cd217d9adb4b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3df447b6bc4594" /><Relationship Type="http://schemas.openxmlformats.org/officeDocument/2006/relationships/slideLayout" Target="/ppt/slideLayouts/slideLayout1.xml" Id="Rfafa1a1d5a5843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fa1a1d5a5843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db7fecd39438a" /><Relationship Type="http://schemas.openxmlformats.org/officeDocument/2006/relationships/image" Target="/ppt/media/image.png" Id="Re095a4710d5f4ddc" /><Relationship Type="http://schemas.openxmlformats.org/officeDocument/2006/relationships/image" Target="/ppt/media/image.jpeg" Id="R2c27d61d021b46ab" /><Relationship Type="http://schemas.openxmlformats.org/officeDocument/2006/relationships/notesSlide" Target="/ppt/notesSlides/notesSlide1.xml" Id="R5d5607b337604b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fcf27b5fc4436" /><Relationship Type="http://schemas.openxmlformats.org/officeDocument/2006/relationships/image" Target="/ppt/media/image2.png" Id="Rd3fd4e4e8f1e4e9c" /><Relationship Type="http://schemas.openxmlformats.org/officeDocument/2006/relationships/notesSlide" Target="/ppt/notesSlides/notesSlide2.xml" Id="R226c8bcf0bc54f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a08c5f9934b77" /><Relationship Type="http://schemas.openxmlformats.org/officeDocument/2006/relationships/image" Target="/ppt/media/image3.png" Id="R77befd848429494b" /><Relationship Type="http://schemas.openxmlformats.org/officeDocument/2006/relationships/notesSlide" Target="/ppt/notesSlides/notesSlide3.xml" Id="R2a2d5162238e41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9584fc5734be0" /><Relationship Type="http://schemas.openxmlformats.org/officeDocument/2006/relationships/image" Target="/ppt/media/image4.png" Id="R1115737f01cd48b0" /><Relationship Type="http://schemas.openxmlformats.org/officeDocument/2006/relationships/notesSlide" Target="/ppt/notesSlides/notesSlide4.xml" Id="Rd3a37c44d7b84a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b7167ebca416c" /><Relationship Type="http://schemas.openxmlformats.org/officeDocument/2006/relationships/image" Target="/ppt/media/image5.png" Id="R9356d221ac104ef0" /><Relationship Type="http://schemas.openxmlformats.org/officeDocument/2006/relationships/hyperlink" Target="https://mrp-cs.github.io/Revise360/experience.html?id=nw-l04" TargetMode="External" Id="R6bd376ba9ec24185" /><Relationship Type="http://schemas.openxmlformats.org/officeDocument/2006/relationships/notesSlide" Target="/ppt/notesSlides/notesSlide5.xml" Id="Rd6e848d143094c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cb44546584bd7" /><Relationship Type="http://schemas.openxmlformats.org/officeDocument/2006/relationships/image" Target="/ppt/media/image6.png" Id="Raa2558c471414e20" /><Relationship Type="http://schemas.openxmlformats.org/officeDocument/2006/relationships/notesSlide" Target="/ppt/notesSlides/notesSlide6.xml" Id="R9b27c181b2ce46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6afd457f2495f" /><Relationship Type="http://schemas.openxmlformats.org/officeDocument/2006/relationships/image" Target="/ppt/media/image7.png" Id="R129a77c4997c47e8" /><Relationship Type="http://schemas.openxmlformats.org/officeDocument/2006/relationships/notesSlide" Target="/ppt/notesSlides/notesSlide7.xml" Id="R61424ce1abe64b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4ed2d11c145c1" /><Relationship Type="http://schemas.openxmlformats.org/officeDocument/2006/relationships/image" Target="/ppt/media/image8.png" Id="R7291a87c69584a33" /><Relationship Type="http://schemas.openxmlformats.org/officeDocument/2006/relationships/notesSlide" Target="/ppt/notesSlides/notesSlide8.xml" Id="Rbbfff20e9f7247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56afe651a4ebe" /><Relationship Type="http://schemas.openxmlformats.org/officeDocument/2006/relationships/image" Target="/ppt/media/image9.png" Id="R5869d847788f49c0" /><Relationship Type="http://schemas.openxmlformats.org/officeDocument/2006/relationships/notesSlide" Target="/ppt/notesSlides/notesSlide9.xml" Id="Raab7de56eed44c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01a8ef8f2481f" /><Relationship Type="http://schemas.openxmlformats.org/officeDocument/2006/relationships/image" Target="/ppt/media/image10.png" Id="Rce80499e059f4dfc" /><Relationship Type="http://schemas.openxmlformats.org/officeDocument/2006/relationships/notesSlide" Target="/ppt/notesSlides/notesSlide10.xml" Id="R125a9145a9ea49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5aad8291c4d02" /><Relationship Type="http://schemas.openxmlformats.org/officeDocument/2006/relationships/image" Target="/ppt/media/image11.png" Id="Re2ec7dd1124e4707" /><Relationship Type="http://schemas.openxmlformats.org/officeDocument/2006/relationships/notesSlide" Target="/ppt/notesSlides/notesSlide11.xml" Id="R8665b7974c5648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6bd39c4b34740" /><Relationship Type="http://schemas.openxmlformats.org/officeDocument/2006/relationships/image" Target="/ppt/media/image12.png" Id="R69bb19a66de44d17" /><Relationship Type="http://schemas.openxmlformats.org/officeDocument/2006/relationships/notesSlide" Target="/ppt/notesSlides/notesSlide12.xml" Id="R1ac797822af340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e41a8b9dd4b9f" /><Relationship Type="http://schemas.openxmlformats.org/officeDocument/2006/relationships/image" Target="/ppt/media/image13.png" Id="Rf1a4704ca52f400b" /><Relationship Type="http://schemas.openxmlformats.org/officeDocument/2006/relationships/notesSlide" Target="/ppt/notesSlides/notesSlide13.xml" Id="R24b603012ecc46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45a87bb564b80" /><Relationship Type="http://schemas.openxmlformats.org/officeDocument/2006/relationships/image" Target="/ppt/media/image14.png" Id="R22a987c9039e4168" /><Relationship Type="http://schemas.openxmlformats.org/officeDocument/2006/relationships/notesSlide" Target="/ppt/notesSlides/notesSlide14.xml" Id="R8765499ae51d45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99f92399d4687" /><Relationship Type="http://schemas.openxmlformats.org/officeDocument/2006/relationships/image" Target="/ppt/media/image15.png" Id="R7184b1acf4234193" /><Relationship Type="http://schemas.openxmlformats.org/officeDocument/2006/relationships/notesSlide" Target="/ppt/notesSlides/notesSlide15.xml" Id="R0dc841fbd3d44dd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04e8a72a24af9" /><Relationship Type="http://schemas.openxmlformats.org/officeDocument/2006/relationships/image" Target="/ppt/media/image16.png" Id="R85925c394a3a43b3" /><Relationship Type="http://schemas.openxmlformats.org/officeDocument/2006/relationships/notesSlide" Target="/ppt/notesSlides/notesSlide16.xml" Id="Re6fdbb4d51904d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22BE88E-999C-4585-89EE-6CE62C5F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63ABB4B-6727-47FE-A9FA-40084CDD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04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AC1E8C7-AA50-43DB-8987-85B88B10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MISSION: WIRE UP THE SCHOOL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5a4710d5f4dd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9D66B18-E695-4CEC-A757-B741F81D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16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AC5AFFEA-E37F-498B-AB66-60706922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LAN hardware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39562E03-E187-4CA8-A5E3-E0155CD2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F895587C-2D2E-4F33-B5B1-0152A0BF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is a school LAN connected?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7d61d021b46ab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94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30DB35A-AA0D-4484-A32E-0D1BD764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9EE58-1E0D-44F5-BD64-5574E595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04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299D008-E52C-44B4-A0AD-26BA6BBC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d4e4e8f1e4e9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8177C97-B618-4065-99F8-857EF5DA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AF0EC816-5949-4839-81A9-9CF1A613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A439AFA-9BA5-4722-A37B-4813F482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the hardware needed to connect a LAN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333E6B4-5A2F-46B4-8D84-15669E72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5C68E1AA-94A4-4FFC-AD9A-67C51043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purpose of each piece of hardware and the jobs it does</a:t>
            </a:r>
          </a:p>
        </p:txBody>
      </p:sp>
    </p:spTree>
    <p:extLst>
      <p:ext uri="{BB962C8B-B14F-4D97-AF65-F5344CB8AC3E}">
        <p14:creationId xmlns:p14="http://schemas.microsoft.com/office/powerpoint/2010/main" val="101111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C8857A7-3346-435B-9124-0A2304C6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07FF07E-F0BA-4A5E-B0EB-922188B8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04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61A1BCB-7D80-4BEC-BEA8-8C65E11B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efd848429494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CCE2B95-72BE-4D9F-BB20-527191E3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16</a:t>
            </a:r>
          </a:p>
        </p:txBody>
      </p:sp>
      <p:sp>
        <p:nvSpPr>
          <p:cNvPr id="6" name="starter">
            <a:extLst xmlns:a="http://schemas.openxmlformats.org/drawingml/2006/main">
              <a:ext uri="{FF2B5EF4-FFF2-40B4-BE49-F238E27FC236}">
                <a16:creationId xmlns:a16="http://schemas.microsoft.com/office/drawing/2014/main" id="{091E9211-004B-4F4F-8D19-B1A09691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school has one building for Years 7 to 9 and another 200 metres away for Years 10 and 11. Suggest how you would connect the two, and why.</a:t>
            </a:r>
          </a:p>
        </p:txBody>
      </p:sp>
    </p:spTree>
    <p:extLst>
      <p:ext uri="{BB962C8B-B14F-4D97-AF65-F5344CB8AC3E}">
        <p14:creationId xmlns:p14="http://schemas.microsoft.com/office/powerpoint/2010/main" val="174196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E8AB1A9-62BD-4781-9369-4D268B70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2798CAB-1C29-403C-A990-BE850606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F0DE1FD-29CD-4E04-BB3A-866D023E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5737f01cd48b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0E55276-A3B4-435E-97E6-8043C7F1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96A2C969-E1B2-4FF2-B9A9-D58D4731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3E0CF693-2028-4122-BE86-3C5EEE2F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a fibre optic link between the buildings. It can carry data over 200 metres with high bandwidth.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13D58708-78B2-46AE-AA59-06D3C381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45B00DB0-77F1-48E6-9A94-B08A214E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Ordinary copper Ethernet runs are much shorter and can suffer more interference.</a:t>
            </a:r>
          </a:p>
        </p:txBody>
      </p:sp>
    </p:spTree>
    <p:extLst>
      <p:ext uri="{BB962C8B-B14F-4D97-AF65-F5344CB8AC3E}">
        <p14:creationId xmlns:p14="http://schemas.microsoft.com/office/powerpoint/2010/main" val="459822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34B2C58-8B77-484F-9FB8-E0B4C9C1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77BFE26-B391-437D-9581-3558E410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04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D8A4AE5-54A7-4A56-A996-6E3E5F8E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6d221ac104ef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BCE0B1-C944-4F8E-870A-DFA02F2A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16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FB6FBD3B-F460-4E38-A755-93B689C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bd376ba9ec24185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66A9461E-8DCC-44B8-BCD6-C27F901B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Mission: wire up the school in Topic 1.3.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18FA11BE-4DED-4AA2-9B7C-BCB066CA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2947D021-B08A-4B36-9368-9E5372A1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EF055466-229B-47C8-AD92-42672FE9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86A8B539-6067-4884-8175-9C4CB2C5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16), then complete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28B91EF5-E0C6-4E34-9828-29AF4E72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DA25D9D0-9D30-4223-ACCE-E5FAE532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2010529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D4E0D36-EC0C-49B9-B38B-025C3465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00CD78F-C28F-4D04-94EA-ADCB33AA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04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964ED82-C05F-4CC5-B368-19143A22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558c471414e2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73BC40F-57AE-49D3-8178-A7786C36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16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C540ADDF-B105-43EB-A8AE-A14D01E6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Complete the hardware summary and compare UTP cable with fibre optic cable on your worksheet.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34744397-30A2-4CDA-B382-FB7FE459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7224172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EA3F9AF-4CAF-4CAC-BB1A-7CE309B2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CD73BD2-3D88-43D7-9D4C-3127ECE4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04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6A99E8A-294C-4E26-BC6F-9AA507C7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a77c4997c47e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B07A20-C393-41E7-ABA0-AB73BB37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16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37D31F37-FB9A-4B68-B114-93F68ED0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router fails but the switch and file server still work. Which tasks can continue?</a:t>
            </a:r>
          </a:p>
        </p:txBody>
      </p:sp>
    </p:spTree>
    <p:extLst>
      <p:ext uri="{BB962C8B-B14F-4D97-AF65-F5344CB8AC3E}">
        <p14:creationId xmlns:p14="http://schemas.microsoft.com/office/powerpoint/2010/main" val="20731589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67A09F5-D73A-4921-B54F-1597D5AB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A4BB7AA-7115-493D-9B67-E2A64ADA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5943FC7-4264-4405-ACD7-99218E39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1a87c69584a3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CF1C94F-CA71-4A7A-9E5B-7F80315C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53DE055D-C79D-41F4-AB60-37C657BD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3C1451B0-D0E2-4FA4-8F3C-2D357C61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Switch: local frames and MAC addresses. Router: packets between networks and IP addresses. WAP: Wi-Fi into the LAN.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309803EB-2486-4D36-BCFE-6905F7A6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B0DD963E-FBB4-49CD-B7C9-79811CD5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NIC: a device's wired or wireless interface. UTP: twisted copper pairs for shorter links.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A2C79CFA-018F-4920-A773-E3092987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E369FAD7-43FD-425C-A397-46F31A8F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Fibre: light over longer distances, high bandwidth and resistance to electrical interference.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D7690D9F-7FE1-4FFE-8F63-9B117560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ACABC8D5-AD2D-4B1E-B76D-76A339D6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Devices can still use local LAN resources, such as the file server or printer, but cannot reach another network or the internet through the failed router.</a:t>
            </a:r>
          </a:p>
        </p:txBody>
      </p:sp>
    </p:spTree>
    <p:extLst>
      <p:ext uri="{BB962C8B-B14F-4D97-AF65-F5344CB8AC3E}">
        <p14:creationId xmlns:p14="http://schemas.microsoft.com/office/powerpoint/2010/main" val="1662986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01EE998-6FF8-47BB-96E8-57DDC55D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C363B21-1CC4-41C0-A2E6-9A1F6925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04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11DD983-4EEE-489D-B3C7-14E542A0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9d847788f49c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F182A7C-A305-4DF6-AF02-9C489D9A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16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C7AE1041-3BAA-4073-8AA3-212F21EB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5A9A4F7D-1FD3-4D26-852E-5DE9DA7E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Switch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3A0D66D6-1ED1-4F62-8BB4-4B990805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switch connects devices on one LAN and forwards frames to the right port. PCs on a failed switch lose that connection.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604ED255-2EE6-41F4-A075-CEBDFC12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UTP cable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3E713EDA-7AAA-4721-AD24-5AE4CCAB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UTP uses pairs of twisted copper wires. A 2 km run is beyond a normal Ethernet cable's practical length; fibre suits the distance.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6C2041B5-8562-40F4-A9C5-6FE0C971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Router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F4944B42-29D2-4AC6-BE9B-D95815D0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router connects different networks. Local printing may still work through switches, but a website outside the LAN cannot load.</a:t>
            </a:r>
          </a:p>
        </p:txBody>
      </p:sp>
    </p:spTree>
    <p:extLst>
      <p:ext uri="{BB962C8B-B14F-4D97-AF65-F5344CB8AC3E}">
        <p14:creationId xmlns:p14="http://schemas.microsoft.com/office/powerpoint/2010/main" val="7711806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DAF5364-B7B9-4CF8-A2B3-84827BF0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ADBCD97-462A-4DAA-A1DC-FE159C23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04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BDA2507-0B95-4234-9117-BF9B299D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0499e059f4df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FA77286-5DCB-4910-941F-A41DA047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16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3DAD96C8-B82B-402C-B47B-0295743A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1399B956-0AF1-46A2-948E-DDEC9EBF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Fibre optic cable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7ADDCC2C-A4FC-4D8D-BAE6-B8A61499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Fibre carries light pulses, works over long distances and resists electrical interference. It is suitable between buildings.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09FC4954-3F6D-4B71-AE12-7FAB7CC9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Wireless access point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BF26C8F9-AF9B-43B6-A043-E7541649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WAP connects wireless devices to the wired LAN. Several WAPs cover separate rooms and handle users more effectively.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86A23D8C-051D-4CC8-9E71-2859B3A4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Network interface card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7E6B5106-37C7-482E-B90D-93E973F8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NIC gives a device a network interface and MAC address. A PC with only a wired NIC must use an Ethernet cable.</a:t>
            </a:r>
          </a:p>
        </p:txBody>
      </p:sp>
    </p:spTree>
    <p:extLst>
      <p:ext uri="{BB962C8B-B14F-4D97-AF65-F5344CB8AC3E}">
        <p14:creationId xmlns:p14="http://schemas.microsoft.com/office/powerpoint/2010/main" val="13608079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1272170-3925-47C4-985C-21BF9FE3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0C764D4-C0E7-4DE4-A830-80AD0DD5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4B6C84E-AC2A-475B-8F5F-6CD2D929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c7dd1124e470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A492CF-20D9-4304-B519-FD08D308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9D592FE9-016C-4A9F-BBB3-72D95FB6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EAD21329-22A2-4AE3-AA5C-FECBD668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laptop sends the request by Wi-Fi to the wireless access point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AEEF46E8-4F98-4D67-B76B-DCF44775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0D5B57D6-619E-4764-BD41-F395B516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WAP passes it along a UTP cable to the switch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720A0D25-69E7-4D64-84E2-81D796E9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DFE0A0A6-FC45-46C5-B04A-5623B273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switch forwards it to the router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BE419511-F1AC-4543-A7BF-BCB7C361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F52BE20-8161-4523-823F-7CEEBE09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router sends it along fibre optic cable to the internet</a:t>
            </a:r>
          </a:p>
        </p:txBody>
      </p:sp>
    </p:spTree>
    <p:extLst>
      <p:ext uri="{BB962C8B-B14F-4D97-AF65-F5344CB8AC3E}">
        <p14:creationId xmlns:p14="http://schemas.microsoft.com/office/powerpoint/2010/main" val="14400215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B243947-3BB4-41C5-9AE2-90962820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626BD57-16C3-43E5-BAB4-FC611AB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04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1E615DD-906A-482C-9C79-959335ED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b19a66de44d1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484AFF-9380-4DFA-9B5C-C053D383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16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56F150E-CF1B-43D7-B923-11837B87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E5C00C72-0BC7-4B11-AF69-83C47FEB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State the purpose of a router.  [1]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871755CF-A7CA-4E46-8385-81D6E498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Explain the difference between a switch and a router.  [2]</a:t>
            </a:r>
          </a:p>
        </p:txBody>
      </p:sp>
    </p:spTree>
    <p:extLst>
      <p:ext uri="{BB962C8B-B14F-4D97-AF65-F5344CB8AC3E}">
        <p14:creationId xmlns:p14="http://schemas.microsoft.com/office/powerpoint/2010/main" val="12999566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76160F4-D782-44F4-9165-7A0E8A23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4B3A8F2-283B-4C9C-81E1-AF8D3441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04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0FBDED4-A0C0-4F1A-B71A-B11A5216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4704ca52f400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B4A8C72-BBA5-4B7C-9E43-6E4423BD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16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3F50E9BE-FF16-453C-9FBC-D58E67AC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6BAD41C9-C36C-412F-8D0B-905DB791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How do you set up a LAN? Describe the hardware a small office would need and what each piece does.  [6]</a:t>
            </a:r>
          </a:p>
        </p:txBody>
      </p:sp>
    </p:spTree>
    <p:extLst>
      <p:ext uri="{BB962C8B-B14F-4D97-AF65-F5344CB8AC3E}">
        <p14:creationId xmlns:p14="http://schemas.microsoft.com/office/powerpoint/2010/main" val="7389996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11866D6-4C87-4A50-8B34-19FC8F4E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402DFAD-2868-4AEB-9E5C-984F7405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9638161-79E7-4180-93BF-2F9AA69C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987c9039e416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3B86A8-3566-4CE8-ADAC-F88E3E55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16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10969A03-E8FD-4379-B6B8-2BA52804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D9FC484A-9F9E-4B09-8508-3B48F4CA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A router forwards data between different networks.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3E98F2A1-ACDB-4134-8F12-53815062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A switch connects devices within a LAN and uses MAC addresses. A router connects networks and uses IP addresses to forward packets.</a:t>
            </a:r>
          </a:p>
        </p:txBody>
      </p:sp>
    </p:spTree>
    <p:extLst>
      <p:ext uri="{BB962C8B-B14F-4D97-AF65-F5344CB8AC3E}">
        <p14:creationId xmlns:p14="http://schemas.microsoft.com/office/powerpoint/2010/main" val="20757709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56C245F-E6EC-4BAF-80A4-4A01302D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53A3AF2-2A96-4604-B847-2FED7EE3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00EB179-BDE2-4307-BE6D-77663929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4b1acf423419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5D36D88-7D22-4091-9610-C5D2C383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16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CCC60737-69EC-42CA-B121-F7901F7B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92C22C9F-55D9-40DE-9493-02DA6B13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57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Give each PC a NIC and connect wired PCs by UTP to a switch. Add a WAP for wireless devices and a router for internet access. A server or shared printer can connect to the switch if needed.</a:t>
            </a:r>
          </a:p>
        </p:txBody>
      </p:sp>
    </p:spTree>
    <p:extLst>
      <p:ext uri="{BB962C8B-B14F-4D97-AF65-F5344CB8AC3E}">
        <p14:creationId xmlns:p14="http://schemas.microsoft.com/office/powerpoint/2010/main" val="12501914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F311D4E-02BD-4E46-8BD0-316FCB0A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CB6678F-29CF-4E55-80EC-24518B0D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04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9B980E9-4F15-48B0-A7A6-47EA0032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25c394a3a43b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7093ABE-8AE3-4CCB-AF1F-43ADB5DE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16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44A63302-B872-4C36-9116-E62B8DD8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E133D5B2-0CE9-48C4-929F-91DE7F83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E474F60E-F07F-415C-9F8D-BD4BDD85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hardware needed to connect a LAN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0F1D60CF-8F66-4F5F-B281-83E36589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5603D9C0-E2A6-4FFE-AA3C-843FB5C6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What a switch, router, WAP and NIC each do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72AE965C-EE2E-41A7-BC2B-C64C6E92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96554078-C690-465A-AD4F-0D07078D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differences between UTP and fibre optic</a:t>
            </a:r>
          </a:p>
        </p:txBody>
      </p:sp>
    </p:spTree>
    <p:extLst>
      <p:ext uri="{BB962C8B-B14F-4D97-AF65-F5344CB8AC3E}">
        <p14:creationId xmlns:p14="http://schemas.microsoft.com/office/powerpoint/2010/main" val="42706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2026-09-25T14:19:17.4910000Z</dcterms:created>
  <dcterms:modified xsi:type="dcterms:W3CDTF">2026-09-25T14:19:17.4910000Z</dcterms:modified>
</coreProperties>
</file>
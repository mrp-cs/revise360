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Cracking lab.
Open the experience at revise360.co.uk and hand out NS_L06_CrackingLab_Worksheet.docx.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a brute-force attack?.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Dictionary attacks.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How long would it take?.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Password policies.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Fighting back.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Behind the scenes.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Every extra character multiplies the number of possible combinations.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How long would it take?, and work through its example again, aloud, with the class watching, then re-ask this question.
The course's own response to a wrong answer here: With 95 possible characters, each extra one multiplies the possibilities by 95.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(ns-l06-s3-c2),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1.4 Network security  |  Lesson 6</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Cracking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brute-force attack simply tries passwords until one works. In the cracking lab you'll see how fast that is, what makes a password strong, and how a login page fights back.</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brute-force attack work?</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a brute-force attack is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identify and protect against brute-force attacks</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066544"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Brute force</a:t>
            </a:r>
            <a:endParaRPr lang="en-US" sz="1200" dirty="0"/>
          </a:p>
        </p:txBody>
      </p:sp>
      <p:sp>
        <p:nvSpPr>
          <p:cNvPr id="16" name="Shape 14"/>
          <p:cNvSpPr/>
          <p:nvPr/>
        </p:nvSpPr>
        <p:spPr>
          <a:xfrm>
            <a:off x="2743200" y="4535424"/>
            <a:ext cx="2944368"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743200" y="4535424"/>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Dictionary attack</a:t>
            </a:r>
            <a:endParaRPr lang="en-US" sz="1200" dirty="0"/>
          </a:p>
        </p:txBody>
      </p:sp>
      <p:sp>
        <p:nvSpPr>
          <p:cNvPr id="18" name="Shape 16"/>
          <p:cNvSpPr/>
          <p:nvPr/>
        </p:nvSpPr>
        <p:spPr>
          <a:xfrm>
            <a:off x="5815584" y="4535424"/>
            <a:ext cx="1627632"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5815584" y="4535424"/>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Password</a:t>
            </a:r>
            <a:endParaRPr lang="en-US" sz="1200" dirty="0"/>
          </a:p>
        </p:txBody>
      </p:sp>
      <p:sp>
        <p:nvSpPr>
          <p:cNvPr id="20" name="Shape 18"/>
          <p:cNvSpPr/>
          <p:nvPr/>
        </p:nvSpPr>
        <p:spPr>
          <a:xfrm>
            <a:off x="7571232" y="4535424"/>
            <a:ext cx="1481328"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7571232"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Lockout</a:t>
            </a:r>
            <a:endParaRPr lang="en-US" sz="1200" dirty="0"/>
          </a:p>
        </p:txBody>
      </p:sp>
      <p:sp>
        <p:nvSpPr>
          <p:cNvPr id="22" name="Shape 20"/>
          <p:cNvSpPr/>
          <p:nvPr/>
        </p:nvSpPr>
        <p:spPr>
          <a:xfrm>
            <a:off x="9180576" y="4535424"/>
            <a:ext cx="1920240"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9180576" y="4535424"/>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Two-factor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Estimate how many guesses a computer would need to find a 4-digit PIN, then a 6-letter lower-case password. What does that tell you about password length?</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Cracking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a brute-force attack?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Software tries every possible combination of characters until it finds the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 clever trick is needed: just speed, and modern computers are very fast.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It's often automated and aimed at thousands of accounts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brute-force attack described as 'trial and error'?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brute-force attack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Dictionary attacks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dictionary attack tries lists of common passwords and real words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Lists from previous data breaches are used, because people reuse passwords.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'password', '123456' and 'qwerty' are tried within the first second.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'Liverpool2015' a weaker password than it looks?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dictionary attack works by...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How long would it take?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extra character multiplies the number of possible passwords.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Using upper case, numbers and symbols increases the choices per character.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short password can fall in seconds; a long passphrase could take centuries.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Use the starter site to test a password you don't use. How could you improve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Password strength depends on...</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Password policies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Organisations set rules: a minimum length, a mix of character types, and no reuse.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Passphrases of three random words are long, strong and memorable.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Password managers create and store a different strong password for every site.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three rules for a school password policy, and explain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good password policy says...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Fighting back</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Account lockouts: after a few failed attempts the account is locked or delayed.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CAPTCHA tests block automated software.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Two-factor authentication means a stolen password isn't enough.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Rate limiting slows down repeated attempts from the same source.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a delay of a few seconds after a failed login make brute force much harder?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Login pages defend against brute force by...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Behind the scenes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Websites should store a hash of your password, not the password itself.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Hashing is one-way: you can check a password, but not work it out from the hash.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'salt' adds random data so identical passwords have different hashes.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it serious if a website stores passwords as plain text?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Websites should store passwords by...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does adding one character make such a difference?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Every extra character multiplies the number of possible combinations</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confuses the attacker</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makes the password encrypted</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blocks the login page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Password strength</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Six passwords have been submitted to the security team. Tap the star and put them in order, weakest first.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Billions per second</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powerful computer with graphics cards can test billions of password guesses per second against a stolen list of hashes.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top password</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Lists of leaked passwords are still topped by '123456'. It's usually the first guess an attacker makes.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Have I been pwned</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Free services let you check whether your email address has appeared in a known data breach, so you know which passwords to change.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random words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UK's National Cyber Security Centre recommends three random words as a password: long, strong and easy to remember.</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how a brute-force attack works.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two measures a website can use to make brute-force attacks impractical.</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long passphrase is harder to crack than a short complex password.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1.4 Network security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 brute-force attack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makes a password strong</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login pages defend against brute force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Cracking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1.4 Network security  |  Lesson 6 — Cracking lab</dc:title>
  <dc:subject>OCR J277 GCSE Computer Science</dc:subject>
  <dc:creator>Revise 360 Ltd</dc:creator>
  <cp:lastModifiedBy>Revise 360 Ltd</cp:lastModifiedBy>
  <cp:revision>1</cp:revision>
  <dcterms:created xsi:type="dcterms:W3CDTF">2026-10-03T17:08:49Z</dcterms:created>
  <dcterms:modified xsi:type="dcterms:W3CDTF">2026-10-03T17:08:49Z</dcterms:modified>
</cp:coreProperties>
</file>
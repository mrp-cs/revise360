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6: Cracking lab.
Open the experience at revise360.co.uk and hand out NS_L06_CrackingLab_Worksheet.docx.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is a brute-force attack?.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Dictionary attacks.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How long would it take?.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Password policies.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Fighting back.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Behind the scenes.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Cracking 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brute-force attack simply tries passwords until one works. In the cracking lab you'll see how fast that is, what makes a password strong, and how a login page fights back.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a brute-force attack work?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what a brute-force attack is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identify and protect against brute-force attacks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4535424"/>
            <a:ext cx="29443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453542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Dictionary attack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15584" y="4535424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15584" y="45354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71232" y="4535424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4535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80576" y="453542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0576" y="4535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Two-factor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 how many guesses a computer would need to find a 4-digit PIN, then a 6-letter lower-case password. What does that tell you about password length?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Cracking lab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 brute-force attack?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tries every possible combination of characters until it finds the password.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clever trick is needed: just speed, and modern computers are very fast.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It's often automated and aimed at thousands of accounts at once.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brute-force attack described as 'trial and error'?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brute-force attack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Dictionary attacks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dictionary attack tries lists of common passwords and real words first.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Lists from previous data breaches are used, because people reuse passwords.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'password', '123456' and 'qwerty' are tried within the first second.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'Liverpool2015' a weaker password than it looks?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dictionary attack works by...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long would it take?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extra character multiplies the number of possible passwords.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upper case, numbers and symbols increases the choices per character.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short password can fall in seconds; a long passphrase could take centuries.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starter site to test a password you don't use. How could you improve it?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 strength depends on...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 policies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Organisations set rules: a minimum length, a mix of character types, and no reuse.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Passphrases of three random words are long, strong and memorable.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 managers create and store a different strong password for every site.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three rules for a school password policy, and explain each.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good password policy says...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Fighting back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 lockouts: after a few failed attempts the account is locked or delayed.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CAPTCHA tests block automated software.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Two-factor authentication means a stolen password isn't enough.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limiting slows down repeated attempts from the same source.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delay of a few seconds after a failed login make brute force much harder?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pages defend against brute force by...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Behind the scenes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Websites should store a hash of your password, not the password itself.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Hashing is one-way: you can check a password, but not work it out from the hash.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'salt' adds random data so identical passwords have different hashes.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it serious if a website stores passwords as plain text?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Websites should store passwords by...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 strength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passwords have been submitted to the security team. Tap the star and put them in order, weakest first.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Billions per second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powerful computer with graphics cards can test billions of password guesses per second against a stolen list of hashes.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top password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Lists of leaked passwords are still topped by '123456'. It's usually the first guess an attacker makes.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Have I been pwned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services let you check whether your email address has appeared in a known data breach, so you know which passwords to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random words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UK's National Cyber Security Centre recommends three random words as a password: long, strong and easy to remember.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how a brute-force attack works.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two measures a website can use to make brute-force attacks impractical.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 long passphrase is harder to crack than a short complex password.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 brute-force attack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makes a password strong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login pages defend against brute force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Cracking lab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1.4 Network security  |  Lesson 6 — Cracking lab</dc:title>
  <dc:subject>OCR J277 GCSE Computer Science</dc:subject>
  <dc:creator>Revise 360 Ltd</dc:creator>
  <cp:lastModifiedBy>Revise 360 Ltd</cp:lastModifiedBy>
  <cp:revision>1</cp:revision>
  <dcterms:created xsi:type="dcterms:W3CDTF">2026-10-01T02:34:50Z</dcterms:created>
  <dcterms:modified xsi:type="dcterms:W3CDTF">2026-10-01T02:34:50Z</dcterms:modified>
</cp:coreProperties>
</file>
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8: Packet sniffers.
Open the experience at revise360.co.uk and hand out NS_L08_PacketSniffers_Worksheet.docx.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Data interception and theft.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Packet sniffing.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Man in the middle.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What attackers gain.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Encryption is the answer.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Other protections.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An open network with a convincing name and no password.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Man in the middle, and work through its example again, aloud, with the class watching, then re-ask this question.
The course's own response to a wrong answer here: Open networks give attackers the easiest route in.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(ns-l08-s3-c2),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1.4 Network security  |  Lesson 8</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Packet sniffers</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Every message you send crosses networks you don't control. Find out how attackers capture data in transit, what they can do with it, and why encryption is the answer.</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1  |  Computer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is data captured in transit, and how can it be protected?</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threat that data interception and theft poses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to identify and protect against data interception</a:t>
            </a:r>
            <a:endParaRPr lang="en-US" sz="1900" dirty="0"/>
          </a:p>
        </p:txBody>
      </p:sp>
      <p:sp>
        <p:nvSpPr>
          <p:cNvPr id="13" name="Text 11"/>
          <p:cNvSpPr txBox="1"/>
          <p:nvPr/>
        </p:nvSpPr>
        <p:spPr>
          <a:xfrm>
            <a:off x="548640" y="4151376"/>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4" name="Shape 12"/>
          <p:cNvSpPr/>
          <p:nvPr/>
        </p:nvSpPr>
        <p:spPr>
          <a:xfrm>
            <a:off x="548640" y="4535424"/>
            <a:ext cx="2212848" cy="402336"/>
          </a:xfrm>
          <a:prstGeom prst="roundRect">
            <a:avLst>
              <a:gd name="adj" fmla="val 50000"/>
            </a:avLst>
          </a:prstGeom>
          <a:solidFill>
            <a:srgbClr val="FFFFFF"/>
          </a:solidFill>
          <a:ln w="12700">
            <a:solidFill>
              <a:srgbClr val="2D63FF"/>
            </a:solidFill>
            <a:prstDash val="solid"/>
          </a:ln>
        </p:spPr>
      </p:sp>
      <p:sp>
        <p:nvSpPr>
          <p:cNvPr id="15" name="Text 13"/>
          <p:cNvSpPr txBox="1"/>
          <p:nvPr/>
        </p:nvSpPr>
        <p:spPr>
          <a:xfrm>
            <a:off x="548640" y="4535424"/>
            <a:ext cx="221284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Interception</a:t>
            </a:r>
            <a:endParaRPr lang="en-US" sz="1200" dirty="0"/>
          </a:p>
        </p:txBody>
      </p:sp>
      <p:sp>
        <p:nvSpPr>
          <p:cNvPr id="16" name="Shape 14"/>
          <p:cNvSpPr/>
          <p:nvPr/>
        </p:nvSpPr>
        <p:spPr>
          <a:xfrm>
            <a:off x="2889504" y="4535424"/>
            <a:ext cx="2651760" cy="402336"/>
          </a:xfrm>
          <a:prstGeom prst="roundRect">
            <a:avLst>
              <a:gd name="adj" fmla="val 50000"/>
            </a:avLst>
          </a:prstGeom>
          <a:solidFill>
            <a:srgbClr val="FFFFFF"/>
          </a:solidFill>
          <a:ln w="12700">
            <a:solidFill>
              <a:srgbClr val="2D63FF"/>
            </a:solidFill>
            <a:prstDash val="solid"/>
          </a:ln>
        </p:spPr>
      </p:sp>
      <p:sp>
        <p:nvSpPr>
          <p:cNvPr id="17" name="Text 15"/>
          <p:cNvSpPr txBox="1"/>
          <p:nvPr/>
        </p:nvSpPr>
        <p:spPr>
          <a:xfrm>
            <a:off x="2889504" y="4535424"/>
            <a:ext cx="265176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Packet sniffing</a:t>
            </a:r>
            <a:endParaRPr lang="en-US" sz="1200" dirty="0"/>
          </a:p>
        </p:txBody>
      </p:sp>
      <p:sp>
        <p:nvSpPr>
          <p:cNvPr id="18" name="Shape 16"/>
          <p:cNvSpPr/>
          <p:nvPr/>
        </p:nvSpPr>
        <p:spPr>
          <a:xfrm>
            <a:off x="5669280" y="4535424"/>
            <a:ext cx="1920240" cy="402336"/>
          </a:xfrm>
          <a:prstGeom prst="roundRect">
            <a:avLst>
              <a:gd name="adj" fmla="val 50000"/>
            </a:avLst>
          </a:prstGeom>
          <a:solidFill>
            <a:srgbClr val="FFFFFF"/>
          </a:solidFill>
          <a:ln w="12700">
            <a:solidFill>
              <a:srgbClr val="2D63FF"/>
            </a:solidFill>
            <a:prstDash val="solid"/>
          </a:ln>
        </p:spPr>
      </p:sp>
      <p:sp>
        <p:nvSpPr>
          <p:cNvPr id="19" name="Text 17"/>
          <p:cNvSpPr txBox="1"/>
          <p:nvPr/>
        </p:nvSpPr>
        <p:spPr>
          <a:xfrm>
            <a:off x="5669280" y="4535424"/>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Encryption</a:t>
            </a:r>
            <a:endParaRPr lang="en-US" sz="1200" dirty="0"/>
          </a:p>
        </p:txBody>
      </p:sp>
      <p:sp>
        <p:nvSpPr>
          <p:cNvPr id="20" name="Shape 18"/>
          <p:cNvSpPr/>
          <p:nvPr/>
        </p:nvSpPr>
        <p:spPr>
          <a:xfrm>
            <a:off x="7717536" y="4535424"/>
            <a:ext cx="2944368" cy="402336"/>
          </a:xfrm>
          <a:prstGeom prst="roundRect">
            <a:avLst>
              <a:gd name="adj" fmla="val 50000"/>
            </a:avLst>
          </a:prstGeom>
          <a:solidFill>
            <a:srgbClr val="FFFFFF"/>
          </a:solidFill>
          <a:ln w="12700">
            <a:solidFill>
              <a:srgbClr val="2D63FF"/>
            </a:solidFill>
            <a:prstDash val="solid"/>
          </a:ln>
        </p:spPr>
      </p:sp>
      <p:sp>
        <p:nvSpPr>
          <p:cNvPr id="21" name="Text 19"/>
          <p:cNvSpPr txBox="1"/>
          <p:nvPr/>
        </p:nvSpPr>
        <p:spPr>
          <a:xfrm>
            <a:off x="7717536" y="4535424"/>
            <a:ext cx="294436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Man in the middle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You are working on a train and open your email over the free Wi-Fi. List everything that could go wrong, and what would prevent each one.</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Packet sniffers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Data interception and theft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Data is captured as it travels across a network, without the sender or receiver knowing.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Attackers can also steal data at rest: from a stolen laptop, USB stick or printout.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aim is usually personal details, passwords or company secrets.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definition of data interception and theft.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Data interception and theft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Packet sniffing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Packet sniffer software captures the packets travelling on a network.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Network managers use it legitimately to find faults; attackers use the same tools to steal data.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Unsecured or public Wi-Fi makes sniffing much easier.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Name a piece of software or hardware used for packet sniffing.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Packet sniffing means...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Man in the middle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attacker sits between you and the service, passing messages on.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Both sides think they're talking directly to each other.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fake Wi-Fi hotspot, such as 'Free Airport WiFi', is a common trick.</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is a fake hotspot so effective?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man-in-the-middle attack 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What attackers gain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Usernames and passwords typed into unencrypted sites.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Bank details, private messages and company documents.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Enough personal information to commit identity fraud.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What could someone do with an intercepted school login?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Intercepted data can be used to...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Encryption is the answer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Encryption scrambles data so intercepted packets are useless without the key.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HTTPS encrypts traffic between a browser and a website; WPA2 encrypts Wi-Fi.</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VPN encrypts everything between your device and a trusted server.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does encryption not stop interception, but still protect you?</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Encryption protects data by...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Other protections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Don't send sensitive data over open Wi-Fi; use mobile data or a VPN.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Log off, lock screens and shred printouts.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Physical security: locked server rooms and cabinets.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Access levels mean a stolen login only reaches part of the data.</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List five things a company could do to reduce data interception and theft.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protect against interception and theft, organisations...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Which warning sign might suggest a fake hotspot?</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network that asks for WPA2 security</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network with a padlock icon</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network named after your own router</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An open network with a convincing name and no password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Safe or risky?</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habits from around the office. Tap the star and sort each one into safe or risky for data interception and theft.</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Wireshark</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Wireshark is a free packet sniffer used by network managers worldwide. The same tool in the wrong hands is an attacker's dream.</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HTTPS everywhere</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Most websites now use HTTPS by default, which is why intercepting browsing is far less useful than it once was.</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Evil twin</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fake hotspot with the same name as a real one is called an evil twin. Phones may join it automatically.</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Data protection law</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UK law requires organisations to protect personal data. Serious breaches can lead to very large fines.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how data can be intercepted as it travels across a network.</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why encryption makes intercepted data useless to an attacker.</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two further measures that reduce the risk of data theft in an office.</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1.4 Network security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data interception and theft is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How packet sniffing works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Protecting data in transit</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Packet sniffers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1.4 Network security  |  Lesson 8 — Packet sniffers</dc:title>
  <dc:subject>OCR J277 GCSE Computer Science</dc:subject>
  <dc:creator>Revise 360 Ltd</dc:creator>
  <cp:lastModifiedBy>Revise 360 Ltd</cp:lastModifiedBy>
  <cp:revision>1</cp:revision>
  <dcterms:created xsi:type="dcterms:W3CDTF">2026-10-03T17:08:49Z</dcterms:created>
  <dcterms:modified xsi:type="dcterms:W3CDTF">2026-10-03T17:08:49Z</dcterms:modified>
</cp:coreProperties>
</file>
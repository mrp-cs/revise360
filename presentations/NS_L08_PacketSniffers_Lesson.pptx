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8: Packet sniffers.
Open the experience at revise360.co.uk and hand out NS_L08_PacketSniffers_Worksheet.docx.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Data interception and theft.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Packet sniffing.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Man in the middle.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What attackers gain.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Encryption is the answer.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Other protections.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8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Packet sniffers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message you send crosses networks you don't control. Find out how attackers capture data in transit, what they can do with it, and why encryption is the answer.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OCR J277 Paper 1  |  Computer systems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is data captured in transit, and how can it be protected?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the threat that data interception and theft poses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to identify and protect against data interception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15137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535424"/>
            <a:ext cx="221284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535424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Interception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889504" y="4535424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889504" y="4535424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Packet sniffing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0" y="4535424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669280" y="453542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Encryption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17536" y="4535424"/>
            <a:ext cx="294436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17536" y="4535424"/>
            <a:ext cx="2944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Man in the middle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 are working on a train and open your email over the free Wi-Fi. List everything that could go wrong, and what would prevent each one.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Packet sniffers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Read, then write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wall, write the key fact and your answer to the challenge on the worksheet.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tap the badge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answer the questions once you have written. Your first answer is the one that counts.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down at the end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starred final challenge is on the floor. Predict on paper first.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 interception and theft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 is captured as it travels across a network, without the sender or receiver knowing.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Attackers can also steal data at rest: from a stolen laptop, USB stick or printout.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aim is usually personal details, passwords or company secrets.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definition of data interception and theft.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 interception and theft is...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Packet sniffing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Packet sniffer software captures the packets travelling on a network.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Network managers use it legitimately to find faults; attackers use the same tools to steal data.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Unsecured or public Wi-Fi makes sniffing much easier.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 a piece of software or hardware used for packet sniffing.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Packet sniffing means...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Man in the middle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attacker sits between you and the service, passing messages on.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Both sides think they're talking directly to each other.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fake Wi-Fi hotspot, such as 'Free Airport WiFi', is a common trick.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is a fake hotspot so effective?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man-in-the-middle attack is...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attackers gain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Usernames and passwords typed into unencrypted sites.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Bank details, private messages and company documents.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Enough personal information to commit identity fraud.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could someone do with an intercepted school login?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Intercepted data can be used to...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Encryption is the answer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Encryption scrambles data so intercepted packets are useless without the key.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HTTPS encrypts traffic between a browser and a website; WPA2 encrypts Wi-Fi.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VPN encrypts everything between your device and a trusted server.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encryption not stop interception, but still protect you?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Encryption protects data by...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Other protections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Don't send sensitive data over open Wi-Fi; use mobile data or a VPN.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 off, lock screens and shred printouts.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Physical security: locked server rooms and cabinets.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Access levels mean a stolen login only reaches part of the data.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List five things a company could do to reduce data interception and theft.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protect against interception and theft, organisations...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Safe or risky?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habits from around the office. Tap the star and sort each one into safe or risky for data interception and theft.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Wireshark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Wireshark is a free packet sniffer used by network managers worldwide. The same tool in the wrong hands is an attacker's dream.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HTTPS everywhere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Most websites now use HTTPS by default, which is why intercepting browsing is far less useful than it once was.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Evil twin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fake hotspot with the same name as a real one is called an evil twin. Phones may join it automatically.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 protection law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UK law requires organisations to protect personal data. Serious breaches can lead to very large fines.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 how data can be intercepted as it travels across a network.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why encryption makes intercepted data useless to an attacker.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 two further measures that reduce the risk of data theft in an office.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data interception and theft is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packet sniffing works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Protecting data in transit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Packet sniffers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1.4 Network security  |  Lesson 8 — Packet sniffers</dc:title>
  <dc:subject>OCR J277 GCSE Computer Science</dc:subject>
  <dc:creator>Revise 360 Ltd</dc:creator>
  <cp:lastModifiedBy>Revise 360 Ltd</cp:lastModifiedBy>
  <cp:revision>1</cp:revision>
  <dcterms:created xsi:type="dcterms:W3CDTF">2026-10-01T02:34:50Z</dcterms:created>
  <dcterms:modified xsi:type="dcterms:W3CDTF">2026-10-01T02:34:50Z</dcterms:modified>
</cp:coreProperties>
</file>
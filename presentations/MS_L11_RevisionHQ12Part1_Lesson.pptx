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0619f5d9b247fd" /><Relationship Type="http://schemas.openxmlformats.org/officeDocument/2006/relationships/extended-properties" Target="/docProps/app.xml" Id="R7565cb1a87204e7f" /><Relationship Type="http://schemas.openxmlformats.org/officeDocument/2006/relationships/officeDocument" Target="/ppt/presentation.xml" Id="R29174687eb0a47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55a6e8065f4bdf"/>
  </p:sldMasterIdLst>
  <p:notesMasterIdLst>
    <p:notesMasterId xmlns:r="http://schemas.openxmlformats.org/officeDocument/2006/relationships" r:id="R877bf56a3444455f"/>
  </p:notesMasterIdLst>
  <p:sldIdLst>
    <p:sldId xmlns:r="http://schemas.openxmlformats.org/officeDocument/2006/relationships" id="256" r:id="R1a7a35c4d14c4583"/>
    <p:sldId xmlns:r="http://schemas.openxmlformats.org/officeDocument/2006/relationships" id="257" r:id="R655cb98e46214a8a"/>
    <p:sldId xmlns:r="http://schemas.openxmlformats.org/officeDocument/2006/relationships" id="258" r:id="Rffa892991ec74941"/>
    <p:sldId xmlns:r="http://schemas.openxmlformats.org/officeDocument/2006/relationships" id="259" r:id="Ree2788a49a134b0e"/>
    <p:sldId xmlns:r="http://schemas.openxmlformats.org/officeDocument/2006/relationships" id="260" r:id="R150ff32b8d154f57"/>
    <p:sldId xmlns:r="http://schemas.openxmlformats.org/officeDocument/2006/relationships" id="261" r:id="R31202db301f842da"/>
    <p:sldId xmlns:r="http://schemas.openxmlformats.org/officeDocument/2006/relationships" id="262" r:id="R67e9d5103fcc47c4"/>
    <p:sldId xmlns:r="http://schemas.openxmlformats.org/officeDocument/2006/relationships" id="263" r:id="Rfaef0dc602d74489"/>
    <p:sldId xmlns:r="http://schemas.openxmlformats.org/officeDocument/2006/relationships" id="264" r:id="R8dd8730f1a324295"/>
    <p:sldId xmlns:r="http://schemas.openxmlformats.org/officeDocument/2006/relationships" id="265" r:id="Re2c22323fb584e88"/>
    <p:sldId xmlns:r="http://schemas.openxmlformats.org/officeDocument/2006/relationships" id="266" r:id="R216fab0dc7464706"/>
    <p:sldId xmlns:r="http://schemas.openxmlformats.org/officeDocument/2006/relationships" id="267" r:id="R24c18cc39d9d4436"/>
    <p:sldId xmlns:r="http://schemas.openxmlformats.org/officeDocument/2006/relationships" id="268" r:id="Rdef896dfc9774c73"/>
    <p:sldId xmlns:r="http://schemas.openxmlformats.org/officeDocument/2006/relationships" id="269" r:id="Rb91d1a2daac1410c"/>
    <p:sldId xmlns:r="http://schemas.openxmlformats.org/officeDocument/2006/relationships" id="270" r:id="R14c23f2722d1460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f5d1cab48e4f4b" /><Relationship Type="http://schemas.openxmlformats.org/officeDocument/2006/relationships/slideMaster" Target="/ppt/slideMasters/slideMaster1.xml" Id="R4e55a6e8065f4bdf" /><Relationship Type="http://schemas.openxmlformats.org/officeDocument/2006/relationships/notesMaster" Target="/ppt/notesMasters/notesMaster1.xml" Id="R877bf56a3444455f" /><Relationship Type="http://schemas.openxmlformats.org/officeDocument/2006/relationships/presProps" Target="/ppt/presProps.xml" Id="R57571933c888484b" /><Relationship Type="http://schemas.openxmlformats.org/officeDocument/2006/relationships/tableStyles" Target="/ppt/tableStyles.xml" Id="R0875a5492b874151" /><Relationship Type="http://schemas.openxmlformats.org/officeDocument/2006/relationships/slide" Target="/ppt/slides/slide1.xml" Id="R1a7a35c4d14c4583" /><Relationship Type="http://schemas.openxmlformats.org/officeDocument/2006/relationships/slide" Target="/ppt/slides/slide2.xml" Id="R655cb98e46214a8a" /><Relationship Type="http://schemas.openxmlformats.org/officeDocument/2006/relationships/slide" Target="/ppt/slides/slide3.xml" Id="Rffa892991ec74941" /><Relationship Type="http://schemas.openxmlformats.org/officeDocument/2006/relationships/slide" Target="/ppt/slides/slide4.xml" Id="Ree2788a49a134b0e" /><Relationship Type="http://schemas.openxmlformats.org/officeDocument/2006/relationships/slide" Target="/ppt/slides/slide5.xml" Id="R150ff32b8d154f57" /><Relationship Type="http://schemas.openxmlformats.org/officeDocument/2006/relationships/slide" Target="/ppt/slides/slide6.xml" Id="R31202db301f842da" /><Relationship Type="http://schemas.openxmlformats.org/officeDocument/2006/relationships/slide" Target="/ppt/slides/slide7.xml" Id="R67e9d5103fcc47c4" /><Relationship Type="http://schemas.openxmlformats.org/officeDocument/2006/relationships/slide" Target="/ppt/slides/slide8.xml" Id="Rfaef0dc602d74489" /><Relationship Type="http://schemas.openxmlformats.org/officeDocument/2006/relationships/slide" Target="/ppt/slides/slide9.xml" Id="R8dd8730f1a324295" /><Relationship Type="http://schemas.openxmlformats.org/officeDocument/2006/relationships/slide" Target="/ppt/slides/slide10.xml" Id="Re2c22323fb584e88" /><Relationship Type="http://schemas.openxmlformats.org/officeDocument/2006/relationships/slide" Target="/ppt/slides/slide11.xml" Id="R216fab0dc7464706" /><Relationship Type="http://schemas.openxmlformats.org/officeDocument/2006/relationships/slide" Target="/ppt/slides/slide12.xml" Id="R24c18cc39d9d4436" /><Relationship Type="http://schemas.openxmlformats.org/officeDocument/2006/relationships/slide" Target="/ppt/slides/slide13.xml" Id="Rdef896dfc9774c73" /><Relationship Type="http://schemas.openxmlformats.org/officeDocument/2006/relationships/slide" Target="/ppt/slides/slide14.xml" Id="Rb91d1a2daac1410c" /><Relationship Type="http://schemas.openxmlformats.org/officeDocument/2006/relationships/slide" Target="/ppt/slides/slide15.xml" Id="R14c23f2722d1460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0839b63d2a40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47ad51f6e9493e" /><Relationship Type="http://schemas.openxmlformats.org/officeDocument/2006/relationships/notesMaster" Target="/ppt/notesMasters/notesMaster1.xml" Id="R1e4c635fa37e49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20ed74abf14e99" /><Relationship Type="http://schemas.openxmlformats.org/officeDocument/2006/relationships/notesMaster" Target="/ppt/notesMasters/notesMaster1.xml" Id="R038e881f38e94c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1025e6bd8e4474" /><Relationship Type="http://schemas.openxmlformats.org/officeDocument/2006/relationships/notesMaster" Target="/ppt/notesMasters/notesMaster1.xml" Id="R03c06df6ad9045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2e820aab674955" /><Relationship Type="http://schemas.openxmlformats.org/officeDocument/2006/relationships/notesMaster" Target="/ppt/notesMasters/notesMaster1.xml" Id="Ra9ce5c69499d40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6ef94280394c30" /><Relationship Type="http://schemas.openxmlformats.org/officeDocument/2006/relationships/notesMaster" Target="/ppt/notesMasters/notesMaster1.xml" Id="R3b57eb7a5c3146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bbf67baba148c2" /><Relationship Type="http://schemas.openxmlformats.org/officeDocument/2006/relationships/notesMaster" Target="/ppt/notesMasters/notesMaster1.xml" Id="R7c76801d9f0d491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6d159fac064af2" /><Relationship Type="http://schemas.openxmlformats.org/officeDocument/2006/relationships/notesMaster" Target="/ppt/notesMasters/notesMaster1.xml" Id="R353a1148da9645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e4de0b571649cd" /><Relationship Type="http://schemas.openxmlformats.org/officeDocument/2006/relationships/notesMaster" Target="/ppt/notesMasters/notesMaster1.xml" Id="R5fa2e5c4c2154a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adde4b5f2b4590" /><Relationship Type="http://schemas.openxmlformats.org/officeDocument/2006/relationships/notesMaster" Target="/ppt/notesMasters/notesMaster1.xml" Id="R2b7f7ef5526744c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5025bf089f4ea7" /><Relationship Type="http://schemas.openxmlformats.org/officeDocument/2006/relationships/notesMaster" Target="/ppt/notesMasters/notesMaster1.xml" Id="Rff76cc820e73456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b624dc64c7d4058" /><Relationship Type="http://schemas.openxmlformats.org/officeDocument/2006/relationships/notesMaster" Target="/ppt/notesMasters/notesMaster1.xml" Id="R57c23c8aaa72436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e79733f63bc4c49" /><Relationship Type="http://schemas.openxmlformats.org/officeDocument/2006/relationships/notesMaster" Target="/ppt/notesMasters/notesMaster1.xml" Id="R95aa673686e3456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d8a663be4894778" /><Relationship Type="http://schemas.openxmlformats.org/officeDocument/2006/relationships/notesMaster" Target="/ppt/notesMasters/notesMaster1.xml" Id="Rafc5dce836e04a9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90e375f662140e1" /><Relationship Type="http://schemas.openxmlformats.org/officeDocument/2006/relationships/notesMaster" Target="/ppt/notesMasters/notesMaster1.xml" Id="R76047dc3e0f742e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aa4f70e2e7744f6" /><Relationship Type="http://schemas.openxmlformats.org/officeDocument/2006/relationships/notesMaster" Target="/ppt/notesMasters/notesMaster1.xml" Id="R3286fbbb361a4f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image is a straight-on perspective preview of the actual experience. Start with the worksheet starter.</a:t>
            </a:r>
          </a:p>
          <a:p xmlns:a="http://schemas.openxmlformats.org/drawingml/2006/main">
            <a:r>
              <a:t>Sources: Revise 360 experiences/ms-l11.json and worksheets/MS_L11_RevisionHQ12Part1_Worksheet.docx.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outcomes follow the wording of the lesson worksheet.</a:t>
            </a:r>
          </a:p>
          <a:p xmlns:a="http://schemas.openxmlformats.org/drawingml/2006/main">
            <a:r>
              <a:t>Sources: Revise 360 experiences/ms-l11.json and worksheets/MS_L11_RevisionHQ12Part1_Worksheet.docx.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Allow students to answer the exact worksheet starter before showing the sample answers.</a:t>
            </a:r>
          </a:p>
          <a:p xmlns:a="http://schemas.openxmlformats.org/drawingml/2006/main">
            <a:r>
              <a:t>Sources: Revise 360 experiences/ms-l11.json and worksheets/MS_L11_RevisionHQ12Part1_Worksheet.docx.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Accept equivalent correct responses. These examples respond to the worksheet starter.</a:t>
            </a:r>
          </a:p>
          <a:p xmlns:a="http://schemas.openxmlformats.org/drawingml/2006/main">
            <a:r>
              <a:t>Sources: Revise 360 experiences/ms-l11.json and worksheets/MS_L11_RevisionHQ12Part1_Worksheet.docx.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Leave this board slide visible during the experience. The OPEN EXPERIENCE label is a clickable link. Everyone should complete the experience and reach the plenary near the end of the lesson. First on-screen responses count.</a:t>
            </a:r>
          </a:p>
          <a:p xmlns:a="http://schemas.openxmlformats.org/drawingml/2006/main">
            <a:r>
              <a:t>Sources: Revise 360 experiences/ms-l11.json and worksheets/MS_L11_RevisionHQ12Part1_Worksheet.docx.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follows the task after the score on the worksheet. For revision, students use their results and outstanding work list.</a:t>
            </a:r>
          </a:p>
          <a:p xmlns:a="http://schemas.openxmlformats.org/drawingml/2006/main">
            <a:r>
              <a:t>Sources: Revise 360 experiences/ms-l11.json and worksheets/MS_L11_RevisionHQ12Part1_Worksheet.docx.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question to deepen or correct the worksheet response before the plenary.</a:t>
            </a:r>
          </a:p>
          <a:p xmlns:a="http://schemas.openxmlformats.org/drawingml/2006/main">
            <a:r>
              <a:t>Sources: Revise 360 experiences/ms-l11.json and worksheets/MS_L11_RevisionHQ12Part1_Worksheet.docx.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sample answers or a sample revision action. Ratings and open choices may vary with a justified device and context.</a:t>
            </a:r>
          </a:p>
          <a:p xmlns:a="http://schemas.openxmlformats.org/drawingml/2006/main">
            <a:r>
              <a:t>Sources: Revise 360 experiences/ms-l11.json and worksheets/MS_L11_RevisionHQ12Part1_Worksheet.docx.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after students have completed the experience. These concise points answer the station challenges and help students improve their own wording.</a:t>
            </a:r>
          </a:p>
          <a:p xmlns:a="http://schemas.openxmlformats.org/drawingml/2006/main">
            <a:r>
              <a:t>Sources: Revise 360 experiences/ms-l11.json and worksheets/MS_L11_RevisionHQ12Part1_Worksheet.docx.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after students have completed the experience. These concise points answer the station challenges and help students improve their own wording.</a:t>
            </a:r>
          </a:p>
          <a:p xmlns:a="http://schemas.openxmlformats.org/drawingml/2006/main">
            <a:r>
              <a:t>Sources: Revise 360 experiences/ms-l11.json and worksheets/MS_L11_RevisionHQ12Part1_Worksheet.docx.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Answers are in the same order as the worksheet final challenge and the experience star task. Pixel and sound sketches should be checked against the interactive pattern or wave.</a:t>
            </a:r>
          </a:p>
          <a:p xmlns:a="http://schemas.openxmlformats.org/drawingml/2006/main">
            <a:r>
              <a:t>Sources: Revise 360 experiences/ms-l11.json and worksheets/MS_L11_RevisionHQ12Part1_Worksheet.docx.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exam-practice questions from the worksheet. Allow independent writing before displaying the answer slides.</a:t>
            </a:r>
          </a:p>
          <a:p xmlns:a="http://schemas.openxmlformats.org/drawingml/2006/main">
            <a:r>
              <a:t>Sources: Revise 360 experiences/ms-l11.json and worksheets/MS_L11_RevisionHQ12Part1_Worksheet.docx.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answer points, not an official OCR mark scheme. Ask students to correct or improve one answer.</a:t>
            </a:r>
          </a:p>
          <a:p xmlns:a="http://schemas.openxmlformats.org/drawingml/2006/main">
            <a:r>
              <a:t>Sources: Revise 360 experiences/ms-l11.json and worksheets/MS_L11_RevisionHQ12Part1_Worksheet.docx.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checklist follows the revision worksheet. Students mark red, amber or green and select a next task from their results.</a:t>
            </a:r>
          </a:p>
          <a:p xmlns:a="http://schemas.openxmlformats.org/drawingml/2006/main">
            <a:r>
              <a:t>Sources: Revise 360 experiences/ms-l11.json and worksheets/MS_L11_RevisionHQ12Part1_Worksheet.docx.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exact confidence objectives from the worksheet. Students identify one area to revisit.</a:t>
            </a:r>
          </a:p>
          <a:p xmlns:a="http://schemas.openxmlformats.org/drawingml/2006/main">
            <a:r>
              <a:t>Sources: Revise 360 experiences/ms-l11.json and worksheets/MS_L11_RevisionHQ12Part1_Worksheet.docx. Answers are indicative classroom examples, not an official OCR mark scheme. Calculations follow the worksheet’s decimal kB/MB/GB convention unless stated.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546eea8d4040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7f0f3fe0534a5c" /><Relationship Type="http://schemas.openxmlformats.org/officeDocument/2006/relationships/slideLayout" Target="/ppt/slideLayouts/slideLayout1.xml" Id="R4145adf11a6645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45adf11a6645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2a50194884e09" /><Relationship Type="http://schemas.openxmlformats.org/officeDocument/2006/relationships/image" Target="/ppt/media/image.png" Id="R10e0f472f9d84fe6" /><Relationship Type="http://schemas.openxmlformats.org/officeDocument/2006/relationships/image" Target="/ppt/media/image.jpeg" Id="R121d116aa23f44a9" /><Relationship Type="http://schemas.openxmlformats.org/officeDocument/2006/relationships/notesSlide" Target="/ppt/notesSlides/notesSlide1.xml" Id="Rb1a886d43de642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00608a28f4477" /><Relationship Type="http://schemas.openxmlformats.org/officeDocument/2006/relationships/image" Target="/ppt/media/image2.png" Id="Rdb7487f290a64dea" /><Relationship Type="http://schemas.openxmlformats.org/officeDocument/2006/relationships/notesSlide" Target="/ppt/notesSlides/notesSlide2.xml" Id="R38ec0c9746404c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c5e7e37aa4db9" /><Relationship Type="http://schemas.openxmlformats.org/officeDocument/2006/relationships/image" Target="/ppt/media/image3.png" Id="R5b918534ecbf4e5a" /><Relationship Type="http://schemas.openxmlformats.org/officeDocument/2006/relationships/notesSlide" Target="/ppt/notesSlides/notesSlide3.xml" Id="R624afdf37cba49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2bd6b6bf84598" /><Relationship Type="http://schemas.openxmlformats.org/officeDocument/2006/relationships/image" Target="/ppt/media/image4.png" Id="R5d83050737594851" /><Relationship Type="http://schemas.openxmlformats.org/officeDocument/2006/relationships/notesSlide" Target="/ppt/notesSlides/notesSlide4.xml" Id="Re8bacd15380142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d4938024a436d" /><Relationship Type="http://schemas.openxmlformats.org/officeDocument/2006/relationships/image" Target="/ppt/media/image5.png" Id="R4b4aaa1d83fd4b48" /><Relationship Type="http://schemas.openxmlformats.org/officeDocument/2006/relationships/hyperlink" Target="https://mrp-cs.github.io/Revise360/experience.html?id=ms-l11" TargetMode="External" Id="R364b3ee2745c41d2" /><Relationship Type="http://schemas.openxmlformats.org/officeDocument/2006/relationships/notesSlide" Target="/ppt/notesSlides/notesSlide5.xml" Id="R8ba73fa3d11d44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cf07e928d94671" /><Relationship Type="http://schemas.openxmlformats.org/officeDocument/2006/relationships/image" Target="/ppt/media/image6.png" Id="Ra27f5ebfb67c462d" /><Relationship Type="http://schemas.openxmlformats.org/officeDocument/2006/relationships/notesSlide" Target="/ppt/notesSlides/notesSlide6.xml" Id="R13be0eab060444b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4a85715674619" /><Relationship Type="http://schemas.openxmlformats.org/officeDocument/2006/relationships/image" Target="/ppt/media/image7.png" Id="Rc62ccfe3c695432c" /><Relationship Type="http://schemas.openxmlformats.org/officeDocument/2006/relationships/notesSlide" Target="/ppt/notesSlides/notesSlide7.xml" Id="Re69a2824dda442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75761b6bbf40af" /><Relationship Type="http://schemas.openxmlformats.org/officeDocument/2006/relationships/image" Target="/ppt/media/image8.png" Id="Rc0d66f8ca08d4c94" /><Relationship Type="http://schemas.openxmlformats.org/officeDocument/2006/relationships/notesSlide" Target="/ppt/notesSlides/notesSlide8.xml" Id="Rbf5748ac1cdd4b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438518e514073" /><Relationship Type="http://schemas.openxmlformats.org/officeDocument/2006/relationships/image" Target="/ppt/media/image9.png" Id="Rfab04061d40146fd" /><Relationship Type="http://schemas.openxmlformats.org/officeDocument/2006/relationships/notesSlide" Target="/ppt/notesSlides/notesSlide9.xml" Id="R7fdba4cff647420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48a214fb74d8f" /><Relationship Type="http://schemas.openxmlformats.org/officeDocument/2006/relationships/image" Target="/ppt/media/image10.png" Id="R36689d1f80da42f1" /><Relationship Type="http://schemas.openxmlformats.org/officeDocument/2006/relationships/notesSlide" Target="/ppt/notesSlides/notesSlide10.xml" Id="R049d9b5aebed431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8e10f99f114a74" /><Relationship Type="http://schemas.openxmlformats.org/officeDocument/2006/relationships/image" Target="/ppt/media/image11.png" Id="R8b7e8b4e918e4f89" /><Relationship Type="http://schemas.openxmlformats.org/officeDocument/2006/relationships/notesSlide" Target="/ppt/notesSlides/notesSlide11.xml" Id="R41ac281bf65a451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aff6c8b409445f" /><Relationship Type="http://schemas.openxmlformats.org/officeDocument/2006/relationships/image" Target="/ppt/media/image12.png" Id="R64911746607e4ae7" /><Relationship Type="http://schemas.openxmlformats.org/officeDocument/2006/relationships/notesSlide" Target="/ppt/notesSlides/notesSlide12.xml" Id="R87650535b03942a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521846cf84036" /><Relationship Type="http://schemas.openxmlformats.org/officeDocument/2006/relationships/image" Target="/ppt/media/image13.png" Id="R04e40115cfe54d68" /><Relationship Type="http://schemas.openxmlformats.org/officeDocument/2006/relationships/notesSlide" Target="/ppt/notesSlides/notesSlide13.xml" Id="R73a14636d47e411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13bb7ed95246e6" /><Relationship Type="http://schemas.openxmlformats.org/officeDocument/2006/relationships/image" Target="/ppt/media/image14.png" Id="Recfe2da82b2f4ca0" /><Relationship Type="http://schemas.openxmlformats.org/officeDocument/2006/relationships/notesSlide" Target="/ppt/notesSlides/notesSlide14.xml" Id="R33a62fd8bf3c4b0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898f8aabff47ca" /><Relationship Type="http://schemas.openxmlformats.org/officeDocument/2006/relationships/image" Target="/ppt/media/image15.png" Id="Rd154a0e4a53841d7" /><Relationship Type="http://schemas.openxmlformats.org/officeDocument/2006/relationships/notesSlide" Target="/ppt/notesSlides/notesSlide15.xml" Id="Rd30e9ad8ed5d4a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9907586-E67C-40F2-884F-37C355261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4BE50762-447F-4357-AF6B-83ADD60B3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1.2   /   LESSON 11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BC14A5C-4371-44C0-BDFC-146C5E38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REVISION HQ 1.2 PART 1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e0f472f9d84fe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0742785-4500-4ACE-9035-7D8E95BF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 / 15</a:t>
            </a:r>
          </a:p>
        </p:txBody>
      </p:sp>
      <p:sp>
        <p:nvSpPr>
          <p:cNvPr id="6" name="subject">
            <a:extLst xmlns:a="http://schemas.openxmlformats.org/drawingml/2006/main">
              <a:ext uri="{FF2B5EF4-FFF2-40B4-BE49-F238E27FC236}">
                <a16:creationId xmlns:a16="http://schemas.microsoft.com/office/drawing/2014/main" id="{ED610020-16A3-4FEC-B4C6-E5271B45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Catch-up and revision: lessons 1 to 10</a:t>
            </a:r>
          </a:p>
        </p:txBody>
      </p:sp>
      <p:sp>
        <p:nvSpPr>
          <p:cNvPr id="7" name="cover-key-label">
            <a:extLst xmlns:a="http://schemas.openxmlformats.org/drawingml/2006/main">
              <a:ext uri="{FF2B5EF4-FFF2-40B4-BE49-F238E27FC236}">
                <a16:creationId xmlns:a16="http://schemas.microsoft.com/office/drawing/2014/main" id="{B2D72A1C-9283-4D28-9F8A-C86155BD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REVISION FOCUS</a:t>
            </a:r>
          </a:p>
        </p:txBody>
      </p:sp>
      <p:sp>
        <p:nvSpPr>
          <p:cNvPr id="8" name="cover-key-question">
            <a:extLst xmlns:a="http://schemas.openxmlformats.org/drawingml/2006/main">
              <a:ext uri="{FF2B5EF4-FFF2-40B4-BE49-F238E27FC236}">
                <a16:creationId xmlns:a16="http://schemas.microsoft.com/office/drawing/2014/main" id="{1C3AA59A-4AAB-4CE4-924D-34E573D0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Which areas need more practice?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1d116aa23f44a9"/>
          <a:stretch xmlns:a="http://schemas.openxmlformats.org/drawingml/2006/main"/>
        </p:blipFill>
        <p:spPr>
          <a:xfrm xmlns:a="http://schemas.openxmlformats.org/drawingml/2006/main">
            <a:off x="6076950" y="1819275"/>
            <a:ext cx="5400675" cy="3600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0993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4A8BCEF-EF68-4AEE-9FD3-5A47250D9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CFB4466B-68F5-4F66-B052-B7E24510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11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5CD3A08-76AF-44F3-B459-3C679170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By the end of this lesson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7487f290a64dea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D4D3048-67C8-454E-9491-C62492F7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 / 15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B01EA622-0F11-4581-89D8-B972091E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E3C2C835-3A85-4D4D-A3CA-1C0D9DD9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know which parts of the topic I am secure on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3AB201E3-9499-436D-92C9-53CACBA1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004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D0A3ABE9-18EE-4098-8797-C7E5388D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0045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finish any outstanding tasks from lessons 1 to 10</a:t>
            </a:r>
          </a:p>
        </p:txBody>
      </p:sp>
    </p:spTree>
    <p:extLst>
      <p:ext uri="{BB962C8B-B14F-4D97-AF65-F5344CB8AC3E}">
        <p14:creationId xmlns:p14="http://schemas.microsoft.com/office/powerpoint/2010/main" val="11033524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A906C2EE-EF5F-4F9A-B410-1C3E0029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A1C6A7A-27B9-4AC4-842F-4A8E95E1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11   /   WORKSHEET STARTER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6A917D1-173A-43A9-AEE0-B0B54FAC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before the experience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918534ecbf4e5a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2A362AF-2CBD-40D5-8CD6-EF86A909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3 / 15</a:t>
            </a:r>
          </a:p>
        </p:txBody>
      </p:sp>
      <p:sp>
        <p:nvSpPr>
          <p:cNvPr id="6" name="worksheet-starter">
            <a:extLst xmlns:a="http://schemas.openxmlformats.org/drawingml/2006/main">
              <a:ext uri="{FF2B5EF4-FFF2-40B4-BE49-F238E27FC236}">
                <a16:creationId xmlns:a16="http://schemas.microsoft.com/office/drawing/2014/main" id="{069D12A7-0E46-48FE-AAC8-F83C165FD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57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Without notes, write down the eight units of storage in order, and the eight place values of an 8-bit number.</a:t>
            </a:r>
          </a:p>
        </p:txBody>
      </p:sp>
    </p:spTree>
    <p:extLst>
      <p:ext uri="{BB962C8B-B14F-4D97-AF65-F5344CB8AC3E}">
        <p14:creationId xmlns:p14="http://schemas.microsoft.com/office/powerpoint/2010/main" val="19120079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5C1230B-0BB3-4FDF-858C-14813412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09CDD1B5-A338-451F-9AB0-10CAD8CE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11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D836231F-478E-4CBA-AF9A-7F24D948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sample answers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83050737594851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35A7623-004B-44CE-84EA-FAB33AE70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4 / 15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2F562DDE-87B6-4625-8B61-8CFD7786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AD034108-459A-41FE-A190-43184E86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336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Units: bit, nibble, byte, kilobyte, megabyte, gigabyte, terabyte, petabyte.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ABCF024F-2D6C-4CB7-AA4A-0BAC0113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4C6C4E6D-568E-4219-B205-A274B55C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338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8-bit place values from left to right: 128, 64, 32, 16, 8, 4, 2, 1.</a:t>
            </a:r>
          </a:p>
        </p:txBody>
      </p:sp>
    </p:spTree>
    <p:extLst>
      <p:ext uri="{BB962C8B-B14F-4D97-AF65-F5344CB8AC3E}">
        <p14:creationId xmlns:p14="http://schemas.microsoft.com/office/powerpoint/2010/main" val="18880828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948EDC9-BB37-4DFB-81B3-C158657E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351F258-94B6-4C10-B65C-04E56E24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1.2   /   LESSON 11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C39DC13F-DE6E-4895-8218-A86569502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Worksheet + experience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4aaa1d83fd4b4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E227F1D0-EE23-4EC8-8F5F-43C7AAD6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5 / 15</a:t>
            </a:r>
          </a:p>
        </p:txBody>
      </p:sp>
      <p:sp>
        <p:nvSpPr>
          <p:cNvPr id="6" name="open-label">
            <a:extLst xmlns:a="http://schemas.openxmlformats.org/drawingml/2006/main">
              <a:ext uri="{FF2B5EF4-FFF2-40B4-BE49-F238E27FC236}">
                <a16:creationId xmlns:a16="http://schemas.microsoft.com/office/drawing/2014/main" id="{F667ACF3-0881-43DE-A198-859E57FF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01   </a:t>
            </a: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364b3ee2745c41d2"/>
              </a:rPr>
              <a:t>OPEN EXPERIENCE ↗</a:t>
            </a:r>
          </a:p>
        </p:txBody>
      </p:sp>
      <p:sp>
        <p:nvSpPr>
          <p:cNvPr id="7" name="open-body">
            <a:extLst xmlns:a="http://schemas.openxmlformats.org/drawingml/2006/main">
              <a:ext uri="{FF2B5EF4-FFF2-40B4-BE49-F238E27FC236}">
                <a16:creationId xmlns:a16="http://schemas.microsoft.com/office/drawing/2014/main" id="{56B92B06-F5ED-4475-AC4F-717E8592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 Revision HQ 1.2 part 1 in Topic 1.2. Keep the worksheet beside you.</a:t>
            </a:r>
          </a:p>
        </p:txBody>
      </p:sp>
      <p:sp>
        <p:nvSpPr>
          <p:cNvPr id="8" name="station-label">
            <a:extLst xmlns:a="http://schemas.openxmlformats.org/drawingml/2006/main">
              <a:ext uri="{FF2B5EF4-FFF2-40B4-BE49-F238E27FC236}">
                <a16:creationId xmlns:a16="http://schemas.microsoft.com/office/drawing/2014/main" id="{C7CD91EB-FF66-44B7-A9D2-ADB4B11C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02   SIX STATIONS</a:t>
            </a:r>
          </a:p>
        </p:txBody>
      </p:sp>
      <p:sp>
        <p:nvSpPr>
          <p:cNvPr id="9" name="station-body">
            <a:extLst xmlns:a="http://schemas.openxmlformats.org/drawingml/2006/main">
              <a:ext uri="{FF2B5EF4-FFF2-40B4-BE49-F238E27FC236}">
                <a16:creationId xmlns:a16="http://schemas.microsoft.com/office/drawing/2014/main" id="{FA161BFA-E211-4F1E-8CF4-9467BC30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Read each panel. Write THREE key facts IN YOUR OWN WORDS and answer the worksheet challenge before tapping its badge.</a:t>
            </a:r>
          </a:p>
        </p:txBody>
      </p:sp>
      <p:sp>
        <p:nvSpPr>
          <p:cNvPr id="10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D31A70B5-58A0-4EF7-915C-FCE927786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03   FINAL CHALLENGE</a:t>
            </a:r>
          </a:p>
        </p:txBody>
      </p:sp>
      <p:sp>
        <p:nvSpPr>
          <p:cNvPr id="11" name="finish-body">
            <a:extLst xmlns:a="http://schemas.openxmlformats.org/drawingml/2006/main">
              <a:ext uri="{FF2B5EF4-FFF2-40B4-BE49-F238E27FC236}">
                <a16:creationId xmlns:a16="http://schemas.microsoft.com/office/drawing/2014/main" id="{AE836390-FD08-4C0D-AFC3-08AAA2BF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Complete the ★ task before tapping the star. Copy your score (out of 21), then finish the worksheet task or review.</a:t>
            </a:r>
          </a:p>
        </p:txBody>
      </p:sp>
      <p:sp>
        <p:nvSpPr>
          <p:cNvPr id="12" name="plenary-label">
            <a:extLst xmlns:a="http://schemas.openxmlformats.org/drawingml/2006/main">
              <a:ext uri="{FF2B5EF4-FFF2-40B4-BE49-F238E27FC236}">
                <a16:creationId xmlns:a16="http://schemas.microsoft.com/office/drawing/2014/main" id="{FDECD859-546C-466F-8A09-8CE5F5035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04   PLENARY</a:t>
            </a:r>
          </a:p>
        </p:txBody>
      </p:sp>
      <p:sp>
        <p:nvSpPr>
          <p:cNvPr id="13" name="plenary-body">
            <a:extLst xmlns:a="http://schemas.openxmlformats.org/drawingml/2006/main">
              <a:ext uri="{FF2B5EF4-FFF2-40B4-BE49-F238E27FC236}">
                <a16:creationId xmlns:a16="http://schemas.microsoft.com/office/drawing/2014/main" id="{D9FC598B-5F48-4444-B72E-B8BF4234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Finish the experience in this lesson. Near the end, close it for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18655746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0525A57-2425-43BA-9A30-FD59DB75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9AE5D4F-A249-4E84-BE38-D37D73B4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11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B0F33F7B-BAE0-45CF-B180-C9536BDE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Apply your learning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7f5ebfb67c462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C5BE50B-2A20-4E62-8E50-260940A7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6 / 15</a:t>
            </a:r>
          </a:p>
        </p:txBody>
      </p:sp>
      <p:sp>
        <p:nvSpPr>
          <p:cNvPr id="6" name="application-prompt">
            <a:extLst xmlns:a="http://schemas.openxmlformats.org/drawingml/2006/main">
              <a:ext uri="{FF2B5EF4-FFF2-40B4-BE49-F238E27FC236}">
                <a16:creationId xmlns:a16="http://schemas.microsoft.com/office/drawing/2014/main" id="{9A476D59-C243-4EEF-BF8F-C0884214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95525"/>
            <a:ext cx="105727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Record each station score, then choose one area to revisit from the outstanding programs checklist.</a:t>
            </a:r>
          </a:p>
        </p:txBody>
      </p:sp>
      <p:sp>
        <p:nvSpPr>
          <p:cNvPr id="7" name="application-note">
            <a:extLst xmlns:a="http://schemas.openxmlformats.org/drawingml/2006/main">
              <a:ext uri="{FF2B5EF4-FFF2-40B4-BE49-F238E27FC236}">
                <a16:creationId xmlns:a16="http://schemas.microsoft.com/office/drawing/2014/main" id="{F2550F1B-C420-418D-BF27-7FBEEA21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57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Use the task and table on your worksheet.</a:t>
            </a:r>
          </a:p>
        </p:txBody>
      </p:sp>
    </p:spTree>
    <p:extLst>
      <p:ext uri="{BB962C8B-B14F-4D97-AF65-F5344CB8AC3E}">
        <p14:creationId xmlns:p14="http://schemas.microsoft.com/office/powerpoint/2010/main" val="8043779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66E2EE2D-DF70-4891-AB80-374F07B8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4104679-3AF5-472C-824E-7D0D1178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11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2D65389-BDB5-4757-920D-37EB12351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and improve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2ccfe3c695432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51F5598-B7A0-49D2-B836-457369904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7 / 15</a:t>
            </a:r>
          </a:p>
        </p:txBody>
      </p:sp>
      <p:sp>
        <p:nvSpPr>
          <p:cNvPr id="6" name="review-prompt">
            <a:extLst xmlns:a="http://schemas.openxmlformats.org/drawingml/2006/main">
              <a:ext uri="{FF2B5EF4-FFF2-40B4-BE49-F238E27FC236}">
                <a16:creationId xmlns:a16="http://schemas.microsoft.com/office/drawing/2014/main" id="{C670CA1C-CE91-4192-B389-5DA47975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105727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Convert 149 to 8-bit binary, then explain why virtual memory can keep a program open but slow it down.</a:t>
            </a:r>
          </a:p>
        </p:txBody>
      </p:sp>
    </p:spTree>
    <p:extLst>
      <p:ext uri="{BB962C8B-B14F-4D97-AF65-F5344CB8AC3E}">
        <p14:creationId xmlns:p14="http://schemas.microsoft.com/office/powerpoint/2010/main" val="11181598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A5FF35E-EE86-44A4-AE7F-2A61DF73E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A1FE54C-38F4-4571-9961-C55A9CE1B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11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BE62C065-E572-4264-B3E1-4724B472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Application: sample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d66f8ca08d4c94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A5F81A7-8536-4A01-B0EC-69E5D3091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8 / 15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C4A7D39E-A40C-4892-8FC1-DABA65CC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E5E8774D-B489-45BE-BB84-D7A94A73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47850"/>
            <a:ext cx="9925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Use the score and experience feedback to choose a specific station. A lower score is a reason to review that concept.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7D384A38-A4C4-43D7-A090-2A861D2BE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146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88B4984A-2958-4743-BB38-9F03CF2C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14675"/>
            <a:ext cx="9925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Write a concrete next step, such as “redo the Units lab conversions and check every unit step.”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14C5EF44-DEE8-4D84-B7B4-682556D8F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57E6D817-62FB-42AD-8F1D-10BD0A93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81500"/>
            <a:ext cx="9925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149 = 10010101. Virtual memory holds pages on secondary storage when RAM is full; moving them back into RAM takes time.</a:t>
            </a:r>
          </a:p>
        </p:txBody>
      </p:sp>
    </p:spTree>
    <p:extLst>
      <p:ext uri="{BB962C8B-B14F-4D97-AF65-F5344CB8AC3E}">
        <p14:creationId xmlns:p14="http://schemas.microsoft.com/office/powerpoint/2010/main" val="1843427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A3D5F776-7ACB-46BD-A18E-B889290F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F42C7EA-B38D-4559-9F70-7BAFEDDF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11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D22F33A-0815-4966-AD02-E0A858C6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1–3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b04061d40146f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6FC98F1-1F8D-4057-965F-C1251E15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9 / 15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A7D8F6A3-995A-4913-BB8B-04A7DF03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0">
            <a:extLst xmlns:a="http://schemas.openxmlformats.org/drawingml/2006/main">
              <a:ext uri="{FF2B5EF4-FFF2-40B4-BE49-F238E27FC236}">
                <a16:creationId xmlns:a16="http://schemas.microsoft.com/office/drawing/2014/main" id="{2A21B09A-D12D-48F0-9F99-62028C89E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Primary storage</a:t>
            </a:r>
          </a:p>
        </p:txBody>
      </p:sp>
      <p:sp>
        <p:nvSpPr>
          <p:cNvPr id="8" name="station-answer-0">
            <a:extLst xmlns:a="http://schemas.openxmlformats.org/drawingml/2006/main">
              <a:ext uri="{FF2B5EF4-FFF2-40B4-BE49-F238E27FC236}">
                <a16:creationId xmlns:a16="http://schemas.microsoft.com/office/drawing/2014/main" id="{CC3B87AC-E4B8-4957-86A0-69138BE1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RAM is volatile, read/write working memory; ROM is non-volatile, normally read-only boot memory.</a:t>
            </a:r>
          </a:p>
        </p:txBody>
      </p:sp>
      <p:sp>
        <p:nvSpPr>
          <p:cNvPr id="9" name="station-name-1">
            <a:extLst xmlns:a="http://schemas.openxmlformats.org/drawingml/2006/main">
              <a:ext uri="{FF2B5EF4-FFF2-40B4-BE49-F238E27FC236}">
                <a16:creationId xmlns:a16="http://schemas.microsoft.com/office/drawing/2014/main" id="{AC000FE8-55EA-433D-823F-AB89E8CA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Virtual memory</a:t>
            </a:r>
          </a:p>
        </p:txBody>
      </p:sp>
      <p:sp>
        <p:nvSpPr>
          <p:cNvPr id="10" name="station-answer-1">
            <a:extLst xmlns:a="http://schemas.openxmlformats.org/drawingml/2006/main">
              <a:ext uri="{FF2B5EF4-FFF2-40B4-BE49-F238E27FC236}">
                <a16:creationId xmlns:a16="http://schemas.microsoft.com/office/drawing/2014/main" id="{25E5DF59-0F5C-4FB7-9B24-3C392209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Virtual memory borrows secondary storage when RAM is full. Swapping pages is slower than accessing RAM.</a:t>
            </a:r>
          </a:p>
        </p:txBody>
      </p:sp>
      <p:sp>
        <p:nvSpPr>
          <p:cNvPr id="11" name="station-name-2">
            <a:extLst xmlns:a="http://schemas.openxmlformats.org/drawingml/2006/main">
              <a:ext uri="{FF2B5EF4-FFF2-40B4-BE49-F238E27FC236}">
                <a16:creationId xmlns:a16="http://schemas.microsoft.com/office/drawing/2014/main" id="{E84B9FA4-85CC-4AC9-81B7-BA0D36BE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Secondary storage</a:t>
            </a:r>
          </a:p>
        </p:txBody>
      </p:sp>
      <p:sp>
        <p:nvSpPr>
          <p:cNvPr id="12" name="station-answer-2">
            <a:extLst xmlns:a="http://schemas.openxmlformats.org/drawingml/2006/main">
              <a:ext uri="{FF2B5EF4-FFF2-40B4-BE49-F238E27FC236}">
                <a16:creationId xmlns:a16="http://schemas.microsoft.com/office/drawing/2014/main" id="{8B1B05D4-2B72-4D09-BB15-0F83F3686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 SSD suits a carried laptop because it is fast and has no moving parts to damage.</a:t>
            </a:r>
          </a:p>
        </p:txBody>
      </p:sp>
    </p:spTree>
    <p:extLst>
      <p:ext uri="{BB962C8B-B14F-4D97-AF65-F5344CB8AC3E}">
        <p14:creationId xmlns:p14="http://schemas.microsoft.com/office/powerpoint/2010/main" val="16119061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E55001F-B758-4119-8812-963EF7F0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61DF4B4-A62D-4B5E-A18B-091DC3A4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11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873E2BC-FF3B-4BB4-8314-D8D1173C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4–6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689d1f80da42f1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C122205-0719-474C-985E-861453A0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10 / 15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E5CD76A9-53E7-4710-97B8-A988DEE5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3">
            <a:extLst xmlns:a="http://schemas.openxmlformats.org/drawingml/2006/main">
              <a:ext uri="{FF2B5EF4-FFF2-40B4-BE49-F238E27FC236}">
                <a16:creationId xmlns:a16="http://schemas.microsoft.com/office/drawing/2014/main" id="{16C2C9EE-4983-4E0A-98D4-0EEB9225B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Units and capacity</a:t>
            </a:r>
          </a:p>
        </p:txBody>
      </p:sp>
      <p:sp>
        <p:nvSpPr>
          <p:cNvPr id="8" name="station-answer-3">
            <a:extLst xmlns:a="http://schemas.openxmlformats.org/drawingml/2006/main">
              <a:ext uri="{FF2B5EF4-FFF2-40B4-BE49-F238E27FC236}">
                <a16:creationId xmlns:a16="http://schemas.microsoft.com/office/drawing/2014/main" id="{87B38670-94DB-4852-A988-1934229AA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400 × 300 × 8 = 960,000 bits = 120,000 bytes = 120 kB.</a:t>
            </a:r>
          </a:p>
        </p:txBody>
      </p:sp>
      <p:sp>
        <p:nvSpPr>
          <p:cNvPr id="9" name="station-name-4">
            <a:extLst xmlns:a="http://schemas.openxmlformats.org/drawingml/2006/main">
              <a:ext uri="{FF2B5EF4-FFF2-40B4-BE49-F238E27FC236}">
                <a16:creationId xmlns:a16="http://schemas.microsoft.com/office/drawing/2014/main" id="{99083145-23F4-40C9-88A9-BBC8B9BB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  Binary and addition</a:t>
            </a:r>
          </a:p>
        </p:txBody>
      </p:sp>
      <p:sp>
        <p:nvSpPr>
          <p:cNvPr id="10" name="station-answer-4">
            <a:extLst xmlns:a="http://schemas.openxmlformats.org/drawingml/2006/main">
              <a:ext uri="{FF2B5EF4-FFF2-40B4-BE49-F238E27FC236}">
                <a16:creationId xmlns:a16="http://schemas.microsoft.com/office/drawing/2014/main" id="{E8D58156-028E-453C-8A0D-27697465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173 = 10101101. Adding 00001111 (15) gives 10111100 (188), with no overflow.</a:t>
            </a:r>
          </a:p>
        </p:txBody>
      </p:sp>
      <p:sp>
        <p:nvSpPr>
          <p:cNvPr id="11" name="station-name-5">
            <a:extLst xmlns:a="http://schemas.openxmlformats.org/drawingml/2006/main">
              <a:ext uri="{FF2B5EF4-FFF2-40B4-BE49-F238E27FC236}">
                <a16:creationId xmlns:a16="http://schemas.microsoft.com/office/drawing/2014/main" id="{6CA85D23-4EA4-4289-9F06-42F26A68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  Shifts and hex</a:t>
            </a:r>
          </a:p>
        </p:txBody>
      </p:sp>
      <p:sp>
        <p:nvSpPr>
          <p:cNvPr id="12" name="station-answer-5">
            <a:extLst xmlns:a="http://schemas.openxmlformats.org/drawingml/2006/main">
              <a:ext uri="{FF2B5EF4-FFF2-40B4-BE49-F238E27FC236}">
                <a16:creationId xmlns:a16="http://schemas.microsoft.com/office/drawing/2014/main" id="{74067FAC-0F0E-4EC6-A568-27B1FC75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Split 11010110 into 1101 and 0110: D6 in hexadecimal.</a:t>
            </a:r>
          </a:p>
        </p:txBody>
      </p:sp>
    </p:spTree>
    <p:extLst>
      <p:ext uri="{BB962C8B-B14F-4D97-AF65-F5344CB8AC3E}">
        <p14:creationId xmlns:p14="http://schemas.microsoft.com/office/powerpoint/2010/main" val="1427624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9904AE3-981B-47E1-B83F-6C8F0612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4188CF22-B091-4C01-BC82-80A0411B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11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7FC3E1D-256D-423B-A45A-9CC43C74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challenge: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7e8b4e918e4f89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500426B8-E633-493C-9611-A2396448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11 / 15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9C2655AF-751D-4312-A445-24E83817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B6F298B6-F0BF-4368-82EA-ACA96725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Convert 149 into 8-bit binary → 10010101. 128 + 16 + 4 + 1 = 149.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8BC56D77-C7F8-4FA6-BEBA-5960A48C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384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888379C4-2772-4855-B75F-31145EDE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38475"/>
            <a:ext cx="99250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180 + 95 = 275, so there is an overflow.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AF18EC17-27D8-4A84-8411-2BA01AAD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76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CA5364DF-0A69-4EDC-9C28-3751E930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57675"/>
            <a:ext cx="992505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Convert 10110010 into hexadecimal → B2. 1011 = B and 0010 = 2, so B2.</a:t>
            </a:r>
          </a:p>
        </p:txBody>
      </p:sp>
    </p:spTree>
    <p:extLst>
      <p:ext uri="{BB962C8B-B14F-4D97-AF65-F5344CB8AC3E}">
        <p14:creationId xmlns:p14="http://schemas.microsoft.com/office/powerpoint/2010/main" val="1383318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1ABEAD73-BB79-4B68-9E40-1BF8D593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667B595-CE00-4F7D-A5EF-045DAC06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11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C2F9D2B-9AD4-4A59-85F2-9D74A435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911746607e4ae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1F2749C-0438-46B5-BD6A-CF54796B0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12 / 15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300F520C-F893-417B-8A87-87FA773C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Close the experience. Answer from memory on the worksheet.</a:t>
            </a:r>
          </a:p>
        </p:txBody>
      </p:sp>
      <p:sp>
        <p:nvSpPr>
          <p:cNvPr id="7" name="question-0">
            <a:extLst xmlns:a="http://schemas.openxmlformats.org/drawingml/2006/main">
              <a:ext uri="{FF2B5EF4-FFF2-40B4-BE49-F238E27FC236}">
                <a16:creationId xmlns:a16="http://schemas.microsoft.com/office/drawing/2014/main" id="{4E6A3932-73ED-48CF-8A5C-CDE75B84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 Convert 149 into 8-bit binary.  [1]</a:t>
            </a:r>
          </a:p>
        </p:txBody>
      </p:sp>
      <p:sp>
        <p:nvSpPr>
          <p:cNvPr id="8" name="question-1">
            <a:extLst xmlns:a="http://schemas.openxmlformats.org/drawingml/2006/main">
              <a:ext uri="{FF2B5EF4-FFF2-40B4-BE49-F238E27FC236}">
                <a16:creationId xmlns:a16="http://schemas.microsoft.com/office/drawing/2014/main" id="{4BD9D558-A9B5-4168-947F-1CD90009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 Explain why a computer uses virtual memory.  [3]</a:t>
            </a:r>
          </a:p>
        </p:txBody>
      </p:sp>
    </p:spTree>
    <p:extLst>
      <p:ext uri="{BB962C8B-B14F-4D97-AF65-F5344CB8AC3E}">
        <p14:creationId xmlns:p14="http://schemas.microsoft.com/office/powerpoint/2010/main" val="18619327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C9935EF-C1CD-4901-B58A-58FB31C1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8BC450F-57A3-4906-8DAC-9423FE04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11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04DFF0E4-D06B-41DF-BD89-B4F9C8FA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e40115cfe54d6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7D2A23B-30AE-49AE-BECB-B0AB34AE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13 / 15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4490ECFE-1327-4A11-B22F-340DB7F4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804EFA74-B208-48CD-9795-A08599EE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149 = 128 + 16 + 4 + 1 = 10010101.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3E02400A-E580-467D-B24E-B74EFDEE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When RAM is full, virtual memory holds less-used pages on secondary storage so more programs can remain open. Needed pages must be brought back into RAM, which is slower.</a:t>
            </a:r>
          </a:p>
        </p:txBody>
      </p:sp>
    </p:spTree>
    <p:extLst>
      <p:ext uri="{BB962C8B-B14F-4D97-AF65-F5344CB8AC3E}">
        <p14:creationId xmlns:p14="http://schemas.microsoft.com/office/powerpoint/2010/main" val="207708114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8F382BE3-790E-40CF-AC76-EDE15E56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5A967DB-36BC-4FD0-874D-285E67AF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11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92720DA-A42B-4E42-9033-03FD1CEE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Revision checklist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fe2da82b2f4ca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F53B973-65F6-4541-994D-1FF10BE6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14 / 15</a:t>
            </a:r>
          </a:p>
        </p:txBody>
      </p:sp>
      <p:sp>
        <p:nvSpPr>
          <p:cNvPr id="6" name="rag">
            <a:extLst xmlns:a="http://schemas.openxmlformats.org/drawingml/2006/main">
              <a:ext uri="{FF2B5EF4-FFF2-40B4-BE49-F238E27FC236}">
                <a16:creationId xmlns:a16="http://schemas.microsoft.com/office/drawing/2014/main" id="{A98AAB92-415F-40ED-8D9A-0F223674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RAG the Topic 1.2 areas on your worksheet.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67D2FCFB-9625-4D06-9286-3151193B4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1C3A9A3D-B448-47FB-A564-2C988323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47875"/>
            <a:ext cx="992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RAM and ROM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601C7FDF-D590-45C9-92C8-F61BC825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527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68137256-AF41-4E8C-980F-0A460639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52700"/>
            <a:ext cx="992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Virtual memory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3D7BDFD6-12F8-429A-9630-1B8D6488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575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B8EECD21-6D4A-4B01-9201-F1C53DA4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057525"/>
            <a:ext cx="992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Types of secondary storage</a:t>
            </a:r>
          </a:p>
        </p:txBody>
      </p:sp>
      <p:sp>
        <p:nvSpPr>
          <p:cNvPr id="13" name="number-4">
            <a:extLst xmlns:a="http://schemas.openxmlformats.org/drawingml/2006/main">
              <a:ext uri="{FF2B5EF4-FFF2-40B4-BE49-F238E27FC236}">
                <a16:creationId xmlns:a16="http://schemas.microsoft.com/office/drawing/2014/main" id="{F8371BF9-D4D1-40D7-91E8-72A54944F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6957D1C3-5F23-414D-AEFB-033FEB82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62350"/>
            <a:ext cx="992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Characteristics and suitability</a:t>
            </a:r>
          </a:p>
        </p:txBody>
      </p:sp>
      <p:sp>
        <p:nvSpPr>
          <p:cNvPr id="15" name="number-5">
            <a:extLst xmlns:a="http://schemas.openxmlformats.org/drawingml/2006/main">
              <a:ext uri="{FF2B5EF4-FFF2-40B4-BE49-F238E27FC236}">
                <a16:creationId xmlns:a16="http://schemas.microsoft.com/office/drawing/2014/main" id="{041B8677-E56D-448E-8527-2B762264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671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5.</a:t>
            </a:r>
          </a:p>
        </p:txBody>
      </p:sp>
      <p:sp>
        <p:nvSpPr>
          <p:cNvPr id="16" name="item-5">
            <a:extLst xmlns:a="http://schemas.openxmlformats.org/drawingml/2006/main">
              <a:ext uri="{FF2B5EF4-FFF2-40B4-BE49-F238E27FC236}">
                <a16:creationId xmlns:a16="http://schemas.microsoft.com/office/drawing/2014/main" id="{AE379090-2610-4756-8092-2959909B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67175"/>
            <a:ext cx="992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Units of storage</a:t>
            </a:r>
          </a:p>
        </p:txBody>
      </p:sp>
      <p:sp>
        <p:nvSpPr>
          <p:cNvPr id="17" name="number-6">
            <a:extLst xmlns:a="http://schemas.openxmlformats.org/drawingml/2006/main">
              <a:ext uri="{FF2B5EF4-FFF2-40B4-BE49-F238E27FC236}">
                <a16:creationId xmlns:a16="http://schemas.microsoft.com/office/drawing/2014/main" id="{B60824D3-6E23-4B68-B5EA-54ED7782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6.</a:t>
            </a:r>
          </a:p>
        </p:txBody>
      </p:sp>
      <p:sp>
        <p:nvSpPr>
          <p:cNvPr id="18" name="item-6">
            <a:extLst xmlns:a="http://schemas.openxmlformats.org/drawingml/2006/main">
              <a:ext uri="{FF2B5EF4-FFF2-40B4-BE49-F238E27FC236}">
                <a16:creationId xmlns:a16="http://schemas.microsoft.com/office/drawing/2014/main" id="{E608B685-79BB-43C2-BCA3-B32C7494A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72000"/>
            <a:ext cx="992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Capacity calculations</a:t>
            </a:r>
          </a:p>
        </p:txBody>
      </p:sp>
      <p:sp>
        <p:nvSpPr>
          <p:cNvPr id="19" name="number-7">
            <a:extLst xmlns:a="http://schemas.openxmlformats.org/drawingml/2006/main">
              <a:ext uri="{FF2B5EF4-FFF2-40B4-BE49-F238E27FC236}">
                <a16:creationId xmlns:a16="http://schemas.microsoft.com/office/drawing/2014/main" id="{2A6EC014-4B49-4368-99EF-D9B38C23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768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7.</a:t>
            </a:r>
          </a:p>
        </p:txBody>
      </p:sp>
      <p:sp>
        <p:nvSpPr>
          <p:cNvPr id="20" name="item-7">
            <a:extLst xmlns:a="http://schemas.openxmlformats.org/drawingml/2006/main">
              <a:ext uri="{FF2B5EF4-FFF2-40B4-BE49-F238E27FC236}">
                <a16:creationId xmlns:a16="http://schemas.microsoft.com/office/drawing/2014/main" id="{9702C2D1-7336-4ED9-AC7F-08418522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76825"/>
            <a:ext cx="992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Binary conversion and addition</a:t>
            </a:r>
          </a:p>
        </p:txBody>
      </p:sp>
      <p:sp>
        <p:nvSpPr>
          <p:cNvPr id="21" name="number-8">
            <a:extLst xmlns:a="http://schemas.openxmlformats.org/drawingml/2006/main">
              <a:ext uri="{FF2B5EF4-FFF2-40B4-BE49-F238E27FC236}">
                <a16:creationId xmlns:a16="http://schemas.microsoft.com/office/drawing/2014/main" id="{9236E4C3-3BBC-43F8-9AF0-4A14A02A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8.</a:t>
            </a:r>
          </a:p>
        </p:txBody>
      </p:sp>
      <p:sp>
        <p:nvSpPr>
          <p:cNvPr id="22" name="item-8">
            <a:extLst xmlns:a="http://schemas.openxmlformats.org/drawingml/2006/main">
              <a:ext uri="{FF2B5EF4-FFF2-40B4-BE49-F238E27FC236}">
                <a16:creationId xmlns:a16="http://schemas.microsoft.com/office/drawing/2014/main" id="{34F7C376-4EC4-4509-AE17-E10AAB4F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581650"/>
            <a:ext cx="992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Shifts and hexadecimal</a:t>
            </a:r>
          </a:p>
        </p:txBody>
      </p:sp>
    </p:spTree>
    <p:extLst>
      <p:ext uri="{BB962C8B-B14F-4D97-AF65-F5344CB8AC3E}">
        <p14:creationId xmlns:p14="http://schemas.microsoft.com/office/powerpoint/2010/main" val="13645418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1D63311-834B-44F6-A73C-7A4BD099D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1AEF735-CBB5-4EB0-8B00-EB6FBA16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1.2   /   LESSON 11   /   SELF-CHECK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A91235A3-6630-4748-B228-339B1B91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confident am I?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54a0e4a53841d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EDFD662-63E4-462B-B659-415E8A38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15 / 15</a:t>
            </a:r>
          </a:p>
        </p:txBody>
      </p:sp>
      <p:sp>
        <p:nvSpPr>
          <p:cNvPr id="6" name="confidence-intro">
            <a:extLst xmlns:a="http://schemas.openxmlformats.org/drawingml/2006/main">
              <a:ext uri="{FF2B5EF4-FFF2-40B4-BE49-F238E27FC236}">
                <a16:creationId xmlns:a16="http://schemas.microsoft.com/office/drawing/2014/main" id="{D77B50A5-2DAB-456B-B30F-9B1C5251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Select Not yet, Getting there or Confident for each objective on the worksheet.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2413868D-EB15-434C-9790-B013CBD8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1D005771-AA69-4C20-B80F-7329601D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Memory and storage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FEBBC05F-13AE-4887-8FC1-A46325DD2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B27934CE-5DFE-4068-A1EB-D42D9331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433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Units and capacity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0B13123F-CA4C-4D50-AE78-2D5660C7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4FB89A8D-7145-4B3C-8BCE-29780481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720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Binary, shifts and hex</a:t>
            </a:r>
          </a:p>
        </p:txBody>
      </p:sp>
    </p:spTree>
    <p:extLst>
      <p:ext uri="{BB962C8B-B14F-4D97-AF65-F5344CB8AC3E}">
        <p14:creationId xmlns:p14="http://schemas.microsoft.com/office/powerpoint/2010/main" val="11282449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2026-09-25T13:18:15.3270000Z</dcterms:created>
  <dcterms:modified xsi:type="dcterms:W3CDTF">2026-09-25T13:18:15.3270000Z</dcterms:modified>
</coreProperties>
</file>
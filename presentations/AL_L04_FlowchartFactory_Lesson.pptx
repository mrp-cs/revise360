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4: Flowchart factory.
Open the experience at revise360.co.uk and hand out AL_L04_FlowchartFactory_Worksheet.docx.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The five symbols.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Reading a flowchart.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Decisions.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Loops in flowcharts.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Flowchart or pseudocode?.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Drawing a flowchart in the exam.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Flowchart factory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flowchart shows an algorithm as a picture, with a shape for each kind of step. Learn the five symbols, then build and read flowcharts that branch and repeat.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2  |  Computational thinking, algorithms and programming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can an algorithm be described without ambiguity?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the flowchart symbols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make a flowchart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to construct a program from a flowchart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Flowchart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50592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50592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06240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15584" y="5468112"/>
            <a:ext cx="221284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15584" y="546811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Input/output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56448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56448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Draw a diagram showing how you decide what to wear each morning. Where does your diagram branch?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Flowchart factory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five symbols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Rounded box: start or stop, called a terminal.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Parallelogram: input or output.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Rectangle: a process. Diamond: a decision. Double-sided box: a subprogram.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Draw all five symbols and label what each one is for.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flowchart symbols are...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Reading a flowchart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at the terminal marked Start and follow the arrows.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a diamond, read the condition and take the yes or no path.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when you reach the terminal marked Stop.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Follow a flowchart by hand with an input of 7 and record the output.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read a flowchart, I...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diamond holds a condition that is either true or false.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Label the two arrows leaving it, usually Yes and No.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Nested decisions let a flowchart pick between more than two outcomes.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Draw a flowchart that reports pass, merit or distinction from a mark.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decision in a flowchart...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Loops in flowcharts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loop is drawn as an arrow back to an earlier point.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condition decides whether to go round again or carry on.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a way out, the flowchart describes a program that never stops.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Draw a flowchart that adds up ten numbers entered by the user.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loop in a flowchart is drawn as...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Flowchart or pseudocode?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Flowcharts show the shape of an algorithm, which suits explaining it to someone else.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They get unwieldy for long algorithms, where pseudocode is clearer.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Both describe the same thing; the exam may ask for either.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one advantage of a flowchart and one of pseudocode.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Flowcharts and pseudocode differ because...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Drawing a flowchart in the exam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the right shape for each kind of step: marks are lost for a rectangle where a diamond belongs.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Label both arrows leaving a decision.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and stop with terminals, and check every path reaches a stop.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Draw a flowchart for a login system that allows three attempts.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drawing a flowchart, I must...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flowchart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ticket machine charges £2 for under-16s and £4 for everyone else. Tap the star and put its flowchart together.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Older than software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Flowcharts were used to plan industrial processes in the 1920s, long before they were used for programs.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shapes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symbols are set out in an international standard, which is why a flowchart drawn in one country is readable in another.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diamonds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diamond was chosen because two arrows can leave it cleanly, one from each side.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 big to draw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programs are far too large to flowchart. They are used for the tricky part, not the whole thing.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what the diamond symbol represents in a flowchart.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[1]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why a decision symbol must have two arrows leaving it.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cinema charges £5 for under-18s and £9 for everyone else. Draw a flowchart for a program that inputs an age and outputs the price.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[6]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 Algorithms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five flowchart symbols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Reading a flowchart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Drawing flowcharts with decisions and loops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Flowchart factory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2.1 Algorithms  |  Lesson 4 — Flowchart factory</dc:title>
  <dc:subject>OCR J277 GCSE Computer Science</dc:subject>
  <dc:creator>Revise 360 Ltd</dc:creator>
  <cp:lastModifiedBy>Revise 360 Ltd</cp:lastModifiedBy>
  <cp:revision>1</cp:revision>
  <dcterms:created xsi:type="dcterms:W3CDTF">2026-10-01T02:35:31Z</dcterms:created>
  <dcterms:modified xsi:type="dcterms:W3CDTF">2026-10-01T02:35:31Z</dcterms:modified>
</cp:coreProperties>
</file>
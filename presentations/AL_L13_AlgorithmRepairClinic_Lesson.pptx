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f83a3667234f64" /><Relationship Type="http://schemas.openxmlformats.org/officeDocument/2006/relationships/extended-properties" Target="/docProps/app.xml" Id="R9e5da610ada24b9c" /><Relationship Type="http://schemas.openxmlformats.org/officeDocument/2006/relationships/officeDocument" Target="/ppt/presentation.xml" Id="R49c213ae14a64f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ba1c43c05444ea"/>
  </p:sldMasterIdLst>
  <p:notesMasterIdLst>
    <p:notesMasterId xmlns:r="http://schemas.openxmlformats.org/officeDocument/2006/relationships" r:id="Rb92a122ad3234bd0"/>
  </p:notesMasterIdLst>
  <p:sldIdLst>
    <p:sldId xmlns:r="http://schemas.openxmlformats.org/officeDocument/2006/relationships" id="256" r:id="R836f5baa60954ade"/>
    <p:sldId xmlns:r="http://schemas.openxmlformats.org/officeDocument/2006/relationships" id="257" r:id="R6c8f547bcecd4ff3"/>
    <p:sldId xmlns:r="http://schemas.openxmlformats.org/officeDocument/2006/relationships" id="258" r:id="R08654901e56641a6"/>
    <p:sldId xmlns:r="http://schemas.openxmlformats.org/officeDocument/2006/relationships" id="259" r:id="R20c1211697c84f9a"/>
    <p:sldId xmlns:r="http://schemas.openxmlformats.org/officeDocument/2006/relationships" id="260" r:id="R823b578ecfdd4a2f"/>
    <p:sldId xmlns:r="http://schemas.openxmlformats.org/officeDocument/2006/relationships" id="261" r:id="R4c824679b2ca45c0"/>
    <p:sldId xmlns:r="http://schemas.openxmlformats.org/officeDocument/2006/relationships" id="262" r:id="R5c73f3a5b8774b9f"/>
    <p:sldId xmlns:r="http://schemas.openxmlformats.org/officeDocument/2006/relationships" id="263" r:id="R9d9d2722cc9d4f5c"/>
    <p:sldId xmlns:r="http://schemas.openxmlformats.org/officeDocument/2006/relationships" id="264" r:id="R9b7e4ebea8c64321"/>
    <p:sldId xmlns:r="http://schemas.openxmlformats.org/officeDocument/2006/relationships" id="265" r:id="Rb94fc39d06e24e32"/>
    <p:sldId xmlns:r="http://schemas.openxmlformats.org/officeDocument/2006/relationships" id="266" r:id="R902e43ee66394a99"/>
    <p:sldId xmlns:r="http://schemas.openxmlformats.org/officeDocument/2006/relationships" id="267" r:id="R5533c4ecf7b64e0e"/>
    <p:sldId xmlns:r="http://schemas.openxmlformats.org/officeDocument/2006/relationships" id="268" r:id="R417e66e493194214"/>
    <p:sldId xmlns:r="http://schemas.openxmlformats.org/officeDocument/2006/relationships" id="269" r:id="Rf7fae6cfcab34004"/>
    <p:sldId xmlns:r="http://schemas.openxmlformats.org/officeDocument/2006/relationships" id="270" r:id="Rb491607970c644bb"/>
    <p:sldId xmlns:r="http://schemas.openxmlformats.org/officeDocument/2006/relationships" id="271" r:id="Rfc92b8def414456f"/>
    <p:sldId xmlns:r="http://schemas.openxmlformats.org/officeDocument/2006/relationships" id="272" r:id="R6087c10d86d34849"/>
    <p:sldId xmlns:r="http://schemas.openxmlformats.org/officeDocument/2006/relationships" id="273" r:id="Rb46f643e2d7444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9738c88064ad8" /><Relationship Type="http://schemas.openxmlformats.org/officeDocument/2006/relationships/slideMaster" Target="/ppt/slideMasters/slideMaster1.xml" Id="Rb7ba1c43c05444ea" /><Relationship Type="http://schemas.openxmlformats.org/officeDocument/2006/relationships/notesMaster" Target="/ppt/notesMasters/notesMaster1.xml" Id="Rb92a122ad3234bd0" /><Relationship Type="http://schemas.openxmlformats.org/officeDocument/2006/relationships/presProps" Target="/ppt/presProps.xml" Id="R130e8a9aff1c4273" /><Relationship Type="http://schemas.openxmlformats.org/officeDocument/2006/relationships/tableStyles" Target="/ppt/tableStyles.xml" Id="R59f96c417a734c14" /><Relationship Type="http://schemas.openxmlformats.org/officeDocument/2006/relationships/slide" Target="/ppt/slides/slide1.xml" Id="R836f5baa60954ade" /><Relationship Type="http://schemas.openxmlformats.org/officeDocument/2006/relationships/slide" Target="/ppt/slides/slide2.xml" Id="R6c8f547bcecd4ff3" /><Relationship Type="http://schemas.openxmlformats.org/officeDocument/2006/relationships/slide" Target="/ppt/slides/slide3.xml" Id="R08654901e56641a6" /><Relationship Type="http://schemas.openxmlformats.org/officeDocument/2006/relationships/slide" Target="/ppt/slides/slide4.xml" Id="R20c1211697c84f9a" /><Relationship Type="http://schemas.openxmlformats.org/officeDocument/2006/relationships/slide" Target="/ppt/slides/slide5.xml" Id="R823b578ecfdd4a2f" /><Relationship Type="http://schemas.openxmlformats.org/officeDocument/2006/relationships/slide" Target="/ppt/slides/slide6.xml" Id="R4c824679b2ca45c0" /><Relationship Type="http://schemas.openxmlformats.org/officeDocument/2006/relationships/slide" Target="/ppt/slides/slide7.xml" Id="R5c73f3a5b8774b9f" /><Relationship Type="http://schemas.openxmlformats.org/officeDocument/2006/relationships/slide" Target="/ppt/slides/slide8.xml" Id="R9d9d2722cc9d4f5c" /><Relationship Type="http://schemas.openxmlformats.org/officeDocument/2006/relationships/slide" Target="/ppt/slides/slide9.xml" Id="R9b7e4ebea8c64321" /><Relationship Type="http://schemas.openxmlformats.org/officeDocument/2006/relationships/slide" Target="/ppt/slides/slide10.xml" Id="Rb94fc39d06e24e32" /><Relationship Type="http://schemas.openxmlformats.org/officeDocument/2006/relationships/slide" Target="/ppt/slides/slide11.xml" Id="R902e43ee66394a99" /><Relationship Type="http://schemas.openxmlformats.org/officeDocument/2006/relationships/slide" Target="/ppt/slides/slide12.xml" Id="R5533c4ecf7b64e0e" /><Relationship Type="http://schemas.openxmlformats.org/officeDocument/2006/relationships/slide" Target="/ppt/slides/slide13.xml" Id="R417e66e493194214" /><Relationship Type="http://schemas.openxmlformats.org/officeDocument/2006/relationships/slide" Target="/ppt/slides/slide14.xml" Id="Rf7fae6cfcab34004" /><Relationship Type="http://schemas.openxmlformats.org/officeDocument/2006/relationships/slide" Target="/ppt/slides/slide15.xml" Id="Rb491607970c644bb" /><Relationship Type="http://schemas.openxmlformats.org/officeDocument/2006/relationships/slide" Target="/ppt/slides/slide16.xml" Id="Rfc92b8def414456f" /><Relationship Type="http://schemas.openxmlformats.org/officeDocument/2006/relationships/slide" Target="/ppt/slides/slide17.xml" Id="R6087c10d86d34849" /><Relationship Type="http://schemas.openxmlformats.org/officeDocument/2006/relationships/slide" Target="/ppt/slides/slide18.xml" Id="Rb46f643e2d7444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7098842ebc47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b7d98ced334811" /><Relationship Type="http://schemas.openxmlformats.org/officeDocument/2006/relationships/notesMaster" Target="/ppt/notesMasters/notesMaster1.xml" Id="R6c252e3afda94c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07bfc6d89d4260" /><Relationship Type="http://schemas.openxmlformats.org/officeDocument/2006/relationships/notesMaster" Target="/ppt/notesMasters/notesMaster1.xml" Id="Rcefd2cce2ea74f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d7a835272049fb" /><Relationship Type="http://schemas.openxmlformats.org/officeDocument/2006/relationships/notesMaster" Target="/ppt/notesMasters/notesMaster1.xml" Id="R1ae6ae3349b345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b7c816cbab470d" /><Relationship Type="http://schemas.openxmlformats.org/officeDocument/2006/relationships/notesMaster" Target="/ppt/notesMasters/notesMaster1.xml" Id="R5651f9dcd8bc4f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312dfd4e5a4148" /><Relationship Type="http://schemas.openxmlformats.org/officeDocument/2006/relationships/notesMaster" Target="/ppt/notesMasters/notesMaster1.xml" Id="Re3d1b672424d40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4b7dc21c654a0c" /><Relationship Type="http://schemas.openxmlformats.org/officeDocument/2006/relationships/notesMaster" Target="/ppt/notesMasters/notesMaster1.xml" Id="R8742cc419fdb40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4ad515698f477a" /><Relationship Type="http://schemas.openxmlformats.org/officeDocument/2006/relationships/notesMaster" Target="/ppt/notesMasters/notesMaster1.xml" Id="R484dc2e632b140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51dc2a87c549a9" /><Relationship Type="http://schemas.openxmlformats.org/officeDocument/2006/relationships/notesMaster" Target="/ppt/notesMasters/notesMaster1.xml" Id="R9adc8e27eb0b4a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b40dd93cbf41e1" /><Relationship Type="http://schemas.openxmlformats.org/officeDocument/2006/relationships/notesMaster" Target="/ppt/notesMasters/notesMaster1.xml" Id="R8155b5745f1941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81ea7607e1441b" /><Relationship Type="http://schemas.openxmlformats.org/officeDocument/2006/relationships/notesMaster" Target="/ppt/notesMasters/notesMaster1.xml" Id="Ree4eb290bbae45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071add72d3468f" /><Relationship Type="http://schemas.openxmlformats.org/officeDocument/2006/relationships/notesMaster" Target="/ppt/notesMasters/notesMaster1.xml" Id="Rc6648c5f0fbb4a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8355a913814d46" /><Relationship Type="http://schemas.openxmlformats.org/officeDocument/2006/relationships/notesMaster" Target="/ppt/notesMasters/notesMaster1.xml" Id="Ra37abca1fae548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fb340961a944e3" /><Relationship Type="http://schemas.openxmlformats.org/officeDocument/2006/relationships/notesMaster" Target="/ppt/notesMasters/notesMaster1.xml" Id="Rdb90f7e8c9764f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61d8b98a244c25" /><Relationship Type="http://schemas.openxmlformats.org/officeDocument/2006/relationships/notesMaster" Target="/ppt/notesMasters/notesMaster1.xml" Id="Re25dbda55b0d42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1825117dad4ae1" /><Relationship Type="http://schemas.openxmlformats.org/officeDocument/2006/relationships/notesMaster" Target="/ppt/notesMasters/notesMaster1.xml" Id="R807d8abe4de344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132664f0244cab" /><Relationship Type="http://schemas.openxmlformats.org/officeDocument/2006/relationships/notesMaster" Target="/ppt/notesMasters/notesMaster1.xml" Id="Re22576f2e5e246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137b60b0a24176" /><Relationship Type="http://schemas.openxmlformats.org/officeDocument/2006/relationships/notesMaster" Target="/ppt/notesMasters/notesMaster1.xml" Id="Rd8ea9e6404aa48c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6bf05a5e9943c4" /><Relationship Type="http://schemas.openxmlformats.org/officeDocument/2006/relationships/notesMaster" Target="/ppt/notesMasters/notesMaster1.xml" Id="R94e2718762914e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13: Interpreting, correcting and completing algorithms.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45f0b51794a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121c1ba9ba429c" /><Relationship Type="http://schemas.openxmlformats.org/officeDocument/2006/relationships/slideLayout" Target="/ppt/slideLayouts/slideLayout1.xml" Id="Re8334b47823e46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334b47823e46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1e4d6d40543a4" /><Relationship Type="http://schemas.openxmlformats.org/officeDocument/2006/relationships/image" Target="/ppt/media/image.png" Id="R1aae73fc40cf418f" /><Relationship Type="http://schemas.openxmlformats.org/officeDocument/2006/relationships/image" Target="/ppt/media/image.jpeg" Id="R289b6d7a797a41ab" /><Relationship Type="http://schemas.openxmlformats.org/officeDocument/2006/relationships/notesSlide" Target="/ppt/notesSlides/notesSlide1.xml" Id="Re426b4faa9024b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a6a96bc154e95" /><Relationship Type="http://schemas.openxmlformats.org/officeDocument/2006/relationships/image" Target="/ppt/media/image2.png" Id="R771f937e792b4de5" /><Relationship Type="http://schemas.openxmlformats.org/officeDocument/2006/relationships/notesSlide" Target="/ppt/notesSlides/notesSlide2.xml" Id="R4e308c7ce2624b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1b05a3ce44126" /><Relationship Type="http://schemas.openxmlformats.org/officeDocument/2006/relationships/image" Target="/ppt/media/image3.png" Id="R47b6f9b8fcf7460f" /><Relationship Type="http://schemas.openxmlformats.org/officeDocument/2006/relationships/notesSlide" Target="/ppt/notesSlides/notesSlide3.xml" Id="Rc4d9bc66a81742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e9b52446b4b27" /><Relationship Type="http://schemas.openxmlformats.org/officeDocument/2006/relationships/image" Target="/ppt/media/image4.png" Id="R41b65c754fa04874" /><Relationship Type="http://schemas.openxmlformats.org/officeDocument/2006/relationships/notesSlide" Target="/ppt/notesSlides/notesSlide4.xml" Id="Rfc174f64380e40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8f721ef334d97" /><Relationship Type="http://schemas.openxmlformats.org/officeDocument/2006/relationships/image" Target="/ppt/media/image5.png" Id="Rabd80428a8524829" /><Relationship Type="http://schemas.openxmlformats.org/officeDocument/2006/relationships/notesSlide" Target="/ppt/notesSlides/notesSlide5.xml" Id="R400cd14a72ca4a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48642bce449e0" /><Relationship Type="http://schemas.openxmlformats.org/officeDocument/2006/relationships/image" Target="/ppt/media/image6.png" Id="Rf7755589e18e49f7" /><Relationship Type="http://schemas.openxmlformats.org/officeDocument/2006/relationships/notesSlide" Target="/ppt/notesSlides/notesSlide6.xml" Id="Rfb93553ca1f944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006f0af6c4210" /><Relationship Type="http://schemas.openxmlformats.org/officeDocument/2006/relationships/image" Target="/ppt/media/image7.png" Id="R9cc36784dc624958" /><Relationship Type="http://schemas.openxmlformats.org/officeDocument/2006/relationships/notesSlide" Target="/ppt/notesSlides/notesSlide7.xml" Id="Rc76965ee1fd04c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297193cd945db" /><Relationship Type="http://schemas.openxmlformats.org/officeDocument/2006/relationships/image" Target="/ppt/media/image8.png" Id="R52bce61449574bbb" /><Relationship Type="http://schemas.openxmlformats.org/officeDocument/2006/relationships/notesSlide" Target="/ppt/notesSlides/notesSlide8.xml" Id="R7723d2da33354c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13d5dc8cd4f87" /><Relationship Type="http://schemas.openxmlformats.org/officeDocument/2006/relationships/image" Target="/ppt/media/image9.png" Id="R66333fcb9c53469b" /><Relationship Type="http://schemas.openxmlformats.org/officeDocument/2006/relationships/notesSlide" Target="/ppt/notesSlides/notesSlide9.xml" Id="R1a72613ed5c444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867c1c43c44f9" /><Relationship Type="http://schemas.openxmlformats.org/officeDocument/2006/relationships/image" Target="/ppt/media/image10.png" Id="R2741f992cf734c22" /><Relationship Type="http://schemas.openxmlformats.org/officeDocument/2006/relationships/notesSlide" Target="/ppt/notesSlides/notesSlide10.xml" Id="R79594966edab40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05313bba4495a" /><Relationship Type="http://schemas.openxmlformats.org/officeDocument/2006/relationships/image" Target="/ppt/media/image11.png" Id="R1afb4ad906484ef6" /><Relationship Type="http://schemas.openxmlformats.org/officeDocument/2006/relationships/notesSlide" Target="/ppt/notesSlides/notesSlide11.xml" Id="Rdaf9845be3634e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04e9392ab4320" /><Relationship Type="http://schemas.openxmlformats.org/officeDocument/2006/relationships/image" Target="/ppt/media/image12.png" Id="Rc970516998a648d4" /><Relationship Type="http://schemas.openxmlformats.org/officeDocument/2006/relationships/notesSlide" Target="/ppt/notesSlides/notesSlide12.xml" Id="R149617164f7649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7d38ebbe5410d" /><Relationship Type="http://schemas.openxmlformats.org/officeDocument/2006/relationships/image" Target="/ppt/media/image13.png" Id="R662a2032886d4642" /><Relationship Type="http://schemas.openxmlformats.org/officeDocument/2006/relationships/notesSlide" Target="/ppt/notesSlides/notesSlide13.xml" Id="R1e1745d9b9364a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fd6ed18ee438a" /><Relationship Type="http://schemas.openxmlformats.org/officeDocument/2006/relationships/image" Target="/ppt/media/image14.png" Id="R6661cefdb073404e" /><Relationship Type="http://schemas.openxmlformats.org/officeDocument/2006/relationships/notesSlide" Target="/ppt/notesSlides/notesSlide14.xml" Id="Rc05c498cc66740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e6ee1c0634fdf" /><Relationship Type="http://schemas.openxmlformats.org/officeDocument/2006/relationships/image" Target="/ppt/media/image15.png" Id="Rfbb38443edc24770" /><Relationship Type="http://schemas.openxmlformats.org/officeDocument/2006/relationships/notesSlide" Target="/ppt/notesSlides/notesSlide15.xml" Id="R39de195e59f947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08b9e7a554223" /><Relationship Type="http://schemas.openxmlformats.org/officeDocument/2006/relationships/image" Target="/ppt/media/image16.png" Id="Re347d669da5c498f" /><Relationship Type="http://schemas.openxmlformats.org/officeDocument/2006/relationships/notesSlide" Target="/ppt/notesSlides/notesSlide16.xml" Id="R16a9866886b643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04cf583fe4982" /><Relationship Type="http://schemas.openxmlformats.org/officeDocument/2006/relationships/image" Target="/ppt/media/image17.png" Id="R0b6a8ccea4d149ff" /><Relationship Type="http://schemas.openxmlformats.org/officeDocument/2006/relationships/notesSlide" Target="/ppt/notesSlides/notesSlide17.xml" Id="R0b7d7ee3fdcf47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d6203c76e4ba2" /><Relationship Type="http://schemas.openxmlformats.org/officeDocument/2006/relationships/image" Target="/ppt/media/image18.png" Id="R1a887f791cf646ac" /><Relationship Type="http://schemas.openxmlformats.org/officeDocument/2006/relationships/notesSlide" Target="/ppt/notesSlides/notesSlide18.xml" Id="R7b31540052964d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13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ALGORITHM REPAIR CLINIC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e73fc40cf418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Interpreting, correcting and completing algorithms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Can code run successfully and still give the wrong answer?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b6d7a797a41a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f937e792b4de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Interpret algorithms using sample inputs.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Correct faulty conditions and updates.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Complete missing algorithm steps.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6f9b8fcf7460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total-cost algorithm adds price and quantity. Is this the correct calculation?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65c754fa0487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No. Total cost requires price multiplied by quantity.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80428a852482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Logic error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Refinement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55589e18e49f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Logic error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error in the algorithm that produces unintended behaviour.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Refinement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Improving an algorithm so it meets its requirements more fully.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13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36784dc62495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Algorithm repair clinic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ce61449574bb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33fcb9c53469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Implement the repaired countdown in Python. Confirm it prints 3, 2, 1 and stops. Change the initial value to 1 and check again.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1f992cf734c2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Recheck the correction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correction might accidentally break behaviour that was already correct.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b4ad906484ef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Read what is written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14. y becomes 7, then x is assigned 7 * 2.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Correct an operation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wrong result is 8. The correct total is 15.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Correct a boundary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40, because it should pass but the faulty condition rejects it.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0516998a648d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Complete an update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 = n - 1.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Refine an omitted case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ELSE branch declares B the winner even though the values are equal.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Recheck the correction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correction might accidentally break behaviour that was already correct.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a2032886d464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total = 0 inside a loop causes only the latest input to be kept. What is the fix?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Move total = 0 before the loop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A loop should visit indices 0 to 4. Which OCR loop fits?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for i = 0 to 4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1cefdb073404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x = 3, y = x + 2, x = y * 4, print(x). Give y and the output. [2]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loop starts n = 1 and repeats while n &lt; 4 but never updates n. Explain and correct the fault. [3]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38443edc2477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algorithm reports B wins whenever A is not greater than B. Explain a required refinement.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7d669da5c498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y = 5 (1), output 20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n remains 1 (1), so the condition stays true (1). Add n = n + 1 inside the loop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a8ccea4d149f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Equal values are wrongly treated as a B win (1). Add an equality branch that outputs Draw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13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87f791cf646a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Interpret algorithms using sample inputs.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Correct faulty conditions and updates.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Complete missing algorithm steps.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2026-09-28T13:00:48.4370000Z</dcterms:created>
  <dcterms:modified xsi:type="dcterms:W3CDTF">2026-09-28T13:00:48.4370000Z</dcterms:modified>
</coreProperties>
</file>
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c4cac7e8b74838" /><Relationship Type="http://schemas.openxmlformats.org/officeDocument/2006/relationships/extended-properties" Target="/docProps/app.xml" Id="R577df08d860a41a5" /><Relationship Type="http://schemas.openxmlformats.org/officeDocument/2006/relationships/officeDocument" Target="/ppt/presentation.xml" Id="Re02b640e1dd24b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a6b453595f4ed1"/>
  </p:sldMasterIdLst>
  <p:notesMasterIdLst>
    <p:notesMasterId xmlns:r="http://schemas.openxmlformats.org/officeDocument/2006/relationships" r:id="R38e2fee21d7c42ca"/>
  </p:notesMasterIdLst>
  <p:sldIdLst>
    <p:sldId xmlns:r="http://schemas.openxmlformats.org/officeDocument/2006/relationships" id="256" r:id="Ra1e63516fff34b93"/>
    <p:sldId xmlns:r="http://schemas.openxmlformats.org/officeDocument/2006/relationships" id="257" r:id="Rb5209a45ea2c460b"/>
    <p:sldId xmlns:r="http://schemas.openxmlformats.org/officeDocument/2006/relationships" id="258" r:id="Rcc2f42709c6b4c2e"/>
    <p:sldId xmlns:r="http://schemas.openxmlformats.org/officeDocument/2006/relationships" id="259" r:id="R9743eb61059e4b31"/>
    <p:sldId xmlns:r="http://schemas.openxmlformats.org/officeDocument/2006/relationships" id="260" r:id="R77bd7403bece4868"/>
    <p:sldId xmlns:r="http://schemas.openxmlformats.org/officeDocument/2006/relationships" id="261" r:id="R5b3ea486befd4e42"/>
    <p:sldId xmlns:r="http://schemas.openxmlformats.org/officeDocument/2006/relationships" id="262" r:id="R0444aff3919e483c"/>
    <p:sldId xmlns:r="http://schemas.openxmlformats.org/officeDocument/2006/relationships" id="263" r:id="R8ba1acf198654706"/>
    <p:sldId xmlns:r="http://schemas.openxmlformats.org/officeDocument/2006/relationships" id="264" r:id="Ra150e93b0418415b"/>
    <p:sldId xmlns:r="http://schemas.openxmlformats.org/officeDocument/2006/relationships" id="265" r:id="R082e9d1d0ccb4d65"/>
    <p:sldId xmlns:r="http://schemas.openxmlformats.org/officeDocument/2006/relationships" id="266" r:id="Rf901c604555b49a3"/>
    <p:sldId xmlns:r="http://schemas.openxmlformats.org/officeDocument/2006/relationships" id="267" r:id="R70a352b4424f450e"/>
    <p:sldId xmlns:r="http://schemas.openxmlformats.org/officeDocument/2006/relationships" id="268" r:id="Rbb587dd611ad42d4"/>
    <p:sldId xmlns:r="http://schemas.openxmlformats.org/officeDocument/2006/relationships" id="269" r:id="R5bea443839114bf8"/>
    <p:sldId xmlns:r="http://schemas.openxmlformats.org/officeDocument/2006/relationships" id="270" r:id="R25a73b8577c14dc1"/>
    <p:sldId xmlns:r="http://schemas.openxmlformats.org/officeDocument/2006/relationships" id="271" r:id="Rf869368801c24f09"/>
    <p:sldId xmlns:r="http://schemas.openxmlformats.org/officeDocument/2006/relationships" id="272" r:id="R76e08eaaed0848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980085afc04b1a" /><Relationship Type="http://schemas.openxmlformats.org/officeDocument/2006/relationships/slideMaster" Target="/ppt/slideMasters/slideMaster1.xml" Id="R93a6b453595f4ed1" /><Relationship Type="http://schemas.openxmlformats.org/officeDocument/2006/relationships/notesMaster" Target="/ppt/notesMasters/notesMaster1.xml" Id="R38e2fee21d7c42ca" /><Relationship Type="http://schemas.openxmlformats.org/officeDocument/2006/relationships/presProps" Target="/ppt/presProps.xml" Id="Re471b53a272b48f7" /><Relationship Type="http://schemas.openxmlformats.org/officeDocument/2006/relationships/tableStyles" Target="/ppt/tableStyles.xml" Id="Rc8cc6167fac74b81" /><Relationship Type="http://schemas.openxmlformats.org/officeDocument/2006/relationships/slide" Target="/ppt/slides/slide1.xml" Id="Ra1e63516fff34b93" /><Relationship Type="http://schemas.openxmlformats.org/officeDocument/2006/relationships/slide" Target="/ppt/slides/slide2.xml" Id="Rb5209a45ea2c460b" /><Relationship Type="http://schemas.openxmlformats.org/officeDocument/2006/relationships/slide" Target="/ppt/slides/slide3.xml" Id="Rcc2f42709c6b4c2e" /><Relationship Type="http://schemas.openxmlformats.org/officeDocument/2006/relationships/slide" Target="/ppt/slides/slide4.xml" Id="R9743eb61059e4b31" /><Relationship Type="http://schemas.openxmlformats.org/officeDocument/2006/relationships/slide" Target="/ppt/slides/slide5.xml" Id="R77bd7403bece4868" /><Relationship Type="http://schemas.openxmlformats.org/officeDocument/2006/relationships/slide" Target="/ppt/slides/slide6.xml" Id="R5b3ea486befd4e42" /><Relationship Type="http://schemas.openxmlformats.org/officeDocument/2006/relationships/slide" Target="/ppt/slides/slide7.xml" Id="R0444aff3919e483c" /><Relationship Type="http://schemas.openxmlformats.org/officeDocument/2006/relationships/slide" Target="/ppt/slides/slide8.xml" Id="R8ba1acf198654706" /><Relationship Type="http://schemas.openxmlformats.org/officeDocument/2006/relationships/slide" Target="/ppt/slides/slide9.xml" Id="Ra150e93b0418415b" /><Relationship Type="http://schemas.openxmlformats.org/officeDocument/2006/relationships/slide" Target="/ppt/slides/slide10.xml" Id="R082e9d1d0ccb4d65" /><Relationship Type="http://schemas.openxmlformats.org/officeDocument/2006/relationships/slide" Target="/ppt/slides/slide11.xml" Id="Rf901c604555b49a3" /><Relationship Type="http://schemas.openxmlformats.org/officeDocument/2006/relationships/slide" Target="/ppt/slides/slide12.xml" Id="R70a352b4424f450e" /><Relationship Type="http://schemas.openxmlformats.org/officeDocument/2006/relationships/slide" Target="/ppt/slides/slide13.xml" Id="Rbb587dd611ad42d4" /><Relationship Type="http://schemas.openxmlformats.org/officeDocument/2006/relationships/slide" Target="/ppt/slides/slide14.xml" Id="R5bea443839114bf8" /><Relationship Type="http://schemas.openxmlformats.org/officeDocument/2006/relationships/slide" Target="/ppt/slides/slide15.xml" Id="R25a73b8577c14dc1" /><Relationship Type="http://schemas.openxmlformats.org/officeDocument/2006/relationships/slide" Target="/ppt/slides/slide16.xml" Id="Rf869368801c24f09" /><Relationship Type="http://schemas.openxmlformats.org/officeDocument/2006/relationships/slide" Target="/ppt/slides/slide17.xml" Id="R76e08eaaed0848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c54fc622f940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099adc4fe4467b" /><Relationship Type="http://schemas.openxmlformats.org/officeDocument/2006/relationships/notesMaster" Target="/ppt/notesMasters/notesMaster1.xml" Id="Rd4b97d0c6f644f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5cea3bc7c64cf6" /><Relationship Type="http://schemas.openxmlformats.org/officeDocument/2006/relationships/notesMaster" Target="/ppt/notesMasters/notesMaster1.xml" Id="Raeee0ebfda094c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b497f8f60f4cef" /><Relationship Type="http://schemas.openxmlformats.org/officeDocument/2006/relationships/notesMaster" Target="/ppt/notesMasters/notesMaster1.xml" Id="R6be60e77cae644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de26a9b9e7482f" /><Relationship Type="http://schemas.openxmlformats.org/officeDocument/2006/relationships/notesMaster" Target="/ppt/notesMasters/notesMaster1.xml" Id="R2cb7b4e9dfa943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67c82aae8d4ffc" /><Relationship Type="http://schemas.openxmlformats.org/officeDocument/2006/relationships/notesMaster" Target="/ppt/notesMasters/notesMaster1.xml" Id="Ra16bb9fedb554b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9ab729713f42dc" /><Relationship Type="http://schemas.openxmlformats.org/officeDocument/2006/relationships/notesMaster" Target="/ppt/notesMasters/notesMaster1.xml" Id="Rd660ac56e8744e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e744ff04ba42cc" /><Relationship Type="http://schemas.openxmlformats.org/officeDocument/2006/relationships/notesMaster" Target="/ppt/notesMasters/notesMaster1.xml" Id="Rf1479e8b08034c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ae68e7f8eb4980" /><Relationship Type="http://schemas.openxmlformats.org/officeDocument/2006/relationships/notesMaster" Target="/ppt/notesMasters/notesMaster1.xml" Id="R096ac51c18e446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486f48d09c4123" /><Relationship Type="http://schemas.openxmlformats.org/officeDocument/2006/relationships/notesMaster" Target="/ppt/notesMasters/notesMaster1.xml" Id="R0060a3b5759448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1b1cce90fa42d9" /><Relationship Type="http://schemas.openxmlformats.org/officeDocument/2006/relationships/notesMaster" Target="/ppt/notesMasters/notesMaster1.xml" Id="Re3c4bfb9487f46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d2f7a32e454258" /><Relationship Type="http://schemas.openxmlformats.org/officeDocument/2006/relationships/notesMaster" Target="/ppt/notesMasters/notesMaster1.xml" Id="R4e65362d3ca84b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eed5798de14cde" /><Relationship Type="http://schemas.openxmlformats.org/officeDocument/2006/relationships/notesMaster" Target="/ppt/notesMasters/notesMaster1.xml" Id="R3c4c901ed74142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2f5ee914e143ea" /><Relationship Type="http://schemas.openxmlformats.org/officeDocument/2006/relationships/notesMaster" Target="/ppt/notesMasters/notesMaster1.xml" Id="R7533db38a5c64f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a3f47ec22324e93" /><Relationship Type="http://schemas.openxmlformats.org/officeDocument/2006/relationships/notesMaster" Target="/ppt/notesMasters/notesMaster1.xml" Id="R6d66ffd6fcc74a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8a89f7d9724b68" /><Relationship Type="http://schemas.openxmlformats.org/officeDocument/2006/relationships/notesMaster" Target="/ppt/notesMasters/notesMaster1.xml" Id="Rdd684d858a174a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34ab438e684451" /><Relationship Type="http://schemas.openxmlformats.org/officeDocument/2006/relationships/notesMaster" Target="/ppt/notesMasters/notesMaster1.xml" Id="R8da64f7095a845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ae14c684ee4864" /><Relationship Type="http://schemas.openxmlformats.org/officeDocument/2006/relationships/notesMaster" Target="/ppt/notesMasters/notesMaster1.xml" Id="Re5422920afbc4f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two terms printed on the worksheet before marking them.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students attempt the definitions; accept accurate wording in their own words.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experiences/ms-l05.json and worksheets/MS_L05_PickTheStorage_Worksheet.docx.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2372e379048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922cf17ba942fd" /><Relationship Type="http://schemas.openxmlformats.org/officeDocument/2006/relationships/slideLayout" Target="/ppt/slideLayouts/slideLayout1.xml" Id="Re430eab5d46c47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30eab5d46c47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75d6621e24d56" /><Relationship Type="http://schemas.openxmlformats.org/officeDocument/2006/relationships/image" Target="/ppt/media/image.png" Id="R24efc3e8824a431e" /><Relationship Type="http://schemas.openxmlformats.org/officeDocument/2006/relationships/image" Target="/ppt/media/image.jpeg" Id="R009057c3c8834e70" /><Relationship Type="http://schemas.openxmlformats.org/officeDocument/2006/relationships/notesSlide" Target="/ppt/notesSlides/notesSlide1.xml" Id="R26cc374bbde047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e02699a944d8f" /><Relationship Type="http://schemas.openxmlformats.org/officeDocument/2006/relationships/image" Target="/ppt/media/image2.png" Id="R918853fca7784b4e" /><Relationship Type="http://schemas.openxmlformats.org/officeDocument/2006/relationships/notesSlide" Target="/ppt/notesSlides/notesSlide2.xml" Id="R173feb1ffe0a46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1b8017ec24726" /><Relationship Type="http://schemas.openxmlformats.org/officeDocument/2006/relationships/image" Target="/ppt/media/image3.png" Id="R3cb8f218592544f5" /><Relationship Type="http://schemas.openxmlformats.org/officeDocument/2006/relationships/notesSlide" Target="/ppt/notesSlides/notesSlide3.xml" Id="R0a18e6d36dba4e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6d08183004319" /><Relationship Type="http://schemas.openxmlformats.org/officeDocument/2006/relationships/image" Target="/ppt/media/image4.png" Id="R41c5f60767b64d01" /><Relationship Type="http://schemas.openxmlformats.org/officeDocument/2006/relationships/notesSlide" Target="/ppt/notesSlides/notesSlide4.xml" Id="Rfd7127e15ee642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1c57c8f4c4ca6" /><Relationship Type="http://schemas.openxmlformats.org/officeDocument/2006/relationships/image" Target="/ppt/media/image5.png" Id="R7794a1e18ebe4101" /><Relationship Type="http://schemas.openxmlformats.org/officeDocument/2006/relationships/notesSlide" Target="/ppt/notesSlides/notesSlide5.xml" Id="R1393f02d30034a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0170a2db94514" /><Relationship Type="http://schemas.openxmlformats.org/officeDocument/2006/relationships/image" Target="/ppt/media/image6.png" Id="R2d1c50bd0c8c42f3" /><Relationship Type="http://schemas.openxmlformats.org/officeDocument/2006/relationships/notesSlide" Target="/ppt/notesSlides/notesSlide6.xml" Id="R2ec7d00a625544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2efb7e8374c29" /><Relationship Type="http://schemas.openxmlformats.org/officeDocument/2006/relationships/image" Target="/ppt/media/image7.png" Id="R8696dd18c1ed4ac8" /><Relationship Type="http://schemas.openxmlformats.org/officeDocument/2006/relationships/hyperlink" Target="https://mrp-cs.github.io/Revise360/experience.html?id=ms-l05" TargetMode="External" Id="R2566071e5b534c53" /><Relationship Type="http://schemas.openxmlformats.org/officeDocument/2006/relationships/notesSlide" Target="/ppt/notesSlides/notesSlide7.xml" Id="R1550ac2c4f1c49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fc2c6f07148d9" /><Relationship Type="http://schemas.openxmlformats.org/officeDocument/2006/relationships/image" Target="/ppt/media/image8.png" Id="R8671ac99bbfe44df" /><Relationship Type="http://schemas.openxmlformats.org/officeDocument/2006/relationships/notesSlide" Target="/ppt/notesSlides/notesSlide8.xml" Id="R8e90ab8ae31f49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6195d54f04623" /><Relationship Type="http://schemas.openxmlformats.org/officeDocument/2006/relationships/image" Target="/ppt/media/image9.png" Id="Ra05e34cf99184b2a" /><Relationship Type="http://schemas.openxmlformats.org/officeDocument/2006/relationships/notesSlide" Target="/ppt/notesSlides/notesSlide9.xml" Id="Rc127c5dd94c94c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1e4c736614cb2" /><Relationship Type="http://schemas.openxmlformats.org/officeDocument/2006/relationships/image" Target="/ppt/media/image10.png" Id="Rca7ba3d20c344004" /><Relationship Type="http://schemas.openxmlformats.org/officeDocument/2006/relationships/notesSlide" Target="/ppt/notesSlides/notesSlide10.xml" Id="Rc55bede4e31b41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c9d2086c54314" /><Relationship Type="http://schemas.openxmlformats.org/officeDocument/2006/relationships/image" Target="/ppt/media/image11.png" Id="R67772ecee94e4ea2" /><Relationship Type="http://schemas.openxmlformats.org/officeDocument/2006/relationships/notesSlide" Target="/ppt/notesSlides/notesSlide11.xml" Id="R2239731b79fb4b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e6192dbf54b10" /><Relationship Type="http://schemas.openxmlformats.org/officeDocument/2006/relationships/image" Target="/ppt/media/image12.png" Id="R405c2378e2af43eb" /><Relationship Type="http://schemas.openxmlformats.org/officeDocument/2006/relationships/notesSlide" Target="/ppt/notesSlides/notesSlide12.xml" Id="R12ef8795d0804a6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f693e347e4340" /><Relationship Type="http://schemas.openxmlformats.org/officeDocument/2006/relationships/image" Target="/ppt/media/image13.png" Id="R32f112c6647d46b2" /><Relationship Type="http://schemas.openxmlformats.org/officeDocument/2006/relationships/notesSlide" Target="/ppt/notesSlides/notesSlide13.xml" Id="R61458f6c484b4a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d49ff688744b0" /><Relationship Type="http://schemas.openxmlformats.org/officeDocument/2006/relationships/image" Target="/ppt/media/image14.png" Id="R387de7fe3c474bd3" /><Relationship Type="http://schemas.openxmlformats.org/officeDocument/2006/relationships/notesSlide" Target="/ppt/notesSlides/notesSlide14.xml" Id="R91a3a7f0ae434e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75c9ee2ee499b" /><Relationship Type="http://schemas.openxmlformats.org/officeDocument/2006/relationships/image" Target="/ppt/media/image15.png" Id="R1d784edf551f45f5" /><Relationship Type="http://schemas.openxmlformats.org/officeDocument/2006/relationships/notesSlide" Target="/ppt/notesSlides/notesSlide15.xml" Id="R87a9aabf4eef4c9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f15df95c74270" /><Relationship Type="http://schemas.openxmlformats.org/officeDocument/2006/relationships/image" Target="/ppt/media/image16.png" Id="R16484919c7204f84" /><Relationship Type="http://schemas.openxmlformats.org/officeDocument/2006/relationships/notesSlide" Target="/ppt/notesSlides/notesSlide16.xml" Id="Rbf525a11670c45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df948541941a9" /><Relationship Type="http://schemas.openxmlformats.org/officeDocument/2006/relationships/image" Target="/ppt/media/image17.png" Id="R1a887f7a96e64caf" /><Relationship Type="http://schemas.openxmlformats.org/officeDocument/2006/relationships/notesSlide" Target="/ppt/notesSlides/notesSlide17.xml" Id="R13ca50936f6845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FD67DA5-720B-4CE3-B662-D1D81967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CF53F86-901B-442E-AD04-D7EEED93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05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B7A9CC0-69CE-4FF8-8F16-E381925B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PICK THE STORAGE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fc3e8824a431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1866DAE-0278-416D-9C64-555F157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17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BF380255-EED9-4EBB-A3FD-76408F93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Applications of storage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AC4D7E7D-EFD4-499B-B38F-D18FC985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604F9996-0234-476C-80BA-93D5B7C5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What features of secondary storage make devices suitable for different situations?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057c3c8834e70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6335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3306CC1-B3C5-4F7E-8BA6-A6DB8ED7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007CCA-1E11-4956-896B-F91EB7CB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006AAD9-EC15-41AC-95E3-2901DE2C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853fca7784b4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1F7800D-9609-4D6B-8E67-BA6CCCC4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17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66B99EF8-3DE8-4521-819D-111CD270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80019D3-1249-450A-BCEF-C069D1D3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suitability of storage devices for certain applications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E618498-37C7-4E54-8725-63B724D7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99F879F3-760B-48AB-8938-99BBF191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advantages and disadvantages of devices based on their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1066924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9E72192-71B2-4649-8A86-C154AB5D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D82FE1A-1796-442B-9FB0-F70E45AF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18A77D5-7D00-4EA3-8805-E2A0B52B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8f218592544f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60455D9-91D9-4118-9861-AB79B276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17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9C619092-1664-4554-89E4-38B56B81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Pick three devices in the room and say what kind of storage each one uses, and why that suits it.</a:t>
            </a:r>
          </a:p>
        </p:txBody>
      </p:sp>
    </p:spTree>
    <p:extLst>
      <p:ext uri="{BB962C8B-B14F-4D97-AF65-F5344CB8AC3E}">
        <p14:creationId xmlns:p14="http://schemas.microsoft.com/office/powerpoint/2010/main" val="18146424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D48B4FC-78F0-4A5A-86ED-89D6ACC8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9EC55C4-715C-4832-BCAF-45E1A260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B8A9A2C-3380-4DA3-A154-D8E8AED4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5f60767b64d0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5FC8DD6-3399-4A22-94C6-6544788D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17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61B67E7B-9970-45A8-A2A4-3DC78D88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FE54453D-7709-40CE-9A98-ECB2DBE0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Examples: an SSD for a computer OS (speed), a USB flash drive for moving files (portability), and an HDD for shared files (capacity at low cost).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D1BD501-DAA5-49A1-B104-4200E835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09C925E-C62B-42D1-82B5-BBE64C4F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Other devices earn credit when the storage type and reason fit the actual room.</a:t>
            </a:r>
          </a:p>
        </p:txBody>
      </p:sp>
    </p:spTree>
    <p:extLst>
      <p:ext uri="{BB962C8B-B14F-4D97-AF65-F5344CB8AC3E}">
        <p14:creationId xmlns:p14="http://schemas.microsoft.com/office/powerpoint/2010/main" val="70161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0F84B0B-594F-4D9A-9DFF-5EAEFC05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254165F-40EB-48E7-9D02-A846DC80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46F8C76-CD7D-4D81-A4AB-6AB25429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4a1e18ebe410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A33964D-C8BD-41CE-AE2E-602F3662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17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78E39122-F8C7-482F-A08A-5B0784B1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8C9C60F2-E8F7-4813-9205-9979C811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Portability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BD5D9CD7-A321-4DA0-9949-E7490DE9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0C23834E-E448-4FDF-A702-56E35171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Suitability</a:t>
            </a:r>
          </a:p>
        </p:txBody>
      </p:sp>
    </p:spTree>
    <p:extLst>
      <p:ext uri="{BB962C8B-B14F-4D97-AF65-F5344CB8AC3E}">
        <p14:creationId xmlns:p14="http://schemas.microsoft.com/office/powerpoint/2010/main" val="1328214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6711D22-B7DA-4719-9E12-D151D90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B001B22-4E7A-4E71-9148-5E6D5F06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5F56F09-9E7E-4201-8EE6-D5E78124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c50bd0c8c42f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94BC8D5-EB2D-4653-9254-AA644B3F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17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E2548B7C-635B-4C6D-A83F-D2552269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Portability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67BA4E5E-A3D2-427B-BBA4-8DDE3169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Portability: how easy a storage device is to carry and use in different places.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200BF927-6AF4-4467-A18B-0E4F2B8A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Suitability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394F0617-D698-4BC3-B423-42AB4787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Suitability: how well a device’s capacity, speed, durability, portability and cost meet a specific need.</a:t>
            </a:r>
          </a:p>
        </p:txBody>
      </p:sp>
    </p:spTree>
    <p:extLst>
      <p:ext uri="{BB962C8B-B14F-4D97-AF65-F5344CB8AC3E}">
        <p14:creationId xmlns:p14="http://schemas.microsoft.com/office/powerpoint/2010/main" val="1988913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C24CF57-4F34-43F9-BDE8-1C036759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99B7167-F3D1-48E0-BA9B-71133C02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05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009F62C-CB28-48A1-9102-BEB69F52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6dd18c1ed4ac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4A0D0B0-A8DE-4331-91B6-A6683FCE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17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E42329A5-56B0-48BE-B6D2-7E0DFAE7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2566071e5b534c53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2282C02D-6AF6-4C8B-B0D6-22A0054B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Pick the storage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4C660405-C016-4AD0-8A41-9F3FA57E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CCCB3211-3AF2-4A85-B4C3-36E4EA44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85664175-2431-42F8-9519-BE5BC2D1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14A75D78-536B-4DD4-88CC-1D92913F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23),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3420FB7A-463E-443E-8164-8990780F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7B1AD75E-F421-4A3F-AFA9-2BCDB62A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7377108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1338CF5-91EB-410A-8190-679655CE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EAF94BE-DAB2-4A08-949C-2FB4D772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FAF5464-6C6F-4AB4-8CEB-85FDED03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1ac99bbfe44d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E634555-85C2-49A4-B631-536CEF7B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17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373D2D75-9C21-41C8-A4FB-34F1631F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Nine situations. Name the device and justify your choice using a characteristic.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239809C7-83B9-42EF-AB78-9D037799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20445256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CFDFF5B-B84C-4145-A1D4-74BFB7D5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3E1E3B4-BAE1-4522-B8BF-9455287D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9C05292-DFA2-40A7-8692-C8D9762B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e34cf99184b2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96F3DCF-5AD8-4F93-A757-AF418138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17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D76F8998-CD4C-447F-9A09-740E3F2D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is “choose a hard disk because it is cheap” too weak as an exam justification?</a:t>
            </a:r>
          </a:p>
        </p:txBody>
      </p:sp>
    </p:spTree>
    <p:extLst>
      <p:ext uri="{BB962C8B-B14F-4D97-AF65-F5344CB8AC3E}">
        <p14:creationId xmlns:p14="http://schemas.microsoft.com/office/powerpoint/2010/main" val="9166734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A9BE5D2-1030-4E66-A6B4-9535F9C3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DAEBB01-FA8E-45AD-A7D6-80B774DB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68830A2-E57F-49B4-9B22-5BBA0B80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ba3d20c34400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33E1882-962E-43B0-9AF4-88A468B6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17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62C68317-FF70-4AA7-8273-9E628172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B2B36C9E-F43E-4202-8253-55A9B1B7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Film to shops → Blu-ray: cheap to duplicate. Work between sites → USB flash drive: small and portable.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D1309A94-6E3A-41B8-A1AE-3CA816EE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4EDF5D14-D4C7-4DDB-86E2-F5C975E4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MP3 player → flash; video camera → SD card: compact, durable storage. Console game → optical disc for physical distribution.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B6B2B0E-ED0C-4C08-8626-C85FE5AB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2098C78F-E381-4D14-BF93-0E807FFF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School network → HDD: high capacity at low cost per GB. Operating system → SSD: fast access.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2A52ED29-1602-40D2-A942-E950225F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4D994200-09FA-4D3F-B8A2-CEE8AFAE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Training-video archive → magnetic tape: cheap for huge, rarely accessed data. Photo backup → external HDD: high capacity; keep more than one copy.</a:t>
            </a:r>
          </a:p>
        </p:txBody>
      </p:sp>
      <p:sp>
        <p:nvSpPr>
          <p:cNvPr id="14" name="number-5">
            <a:extLst xmlns:a="http://schemas.openxmlformats.org/drawingml/2006/main">
              <a:ext uri="{FF2B5EF4-FFF2-40B4-BE49-F238E27FC236}">
                <a16:creationId xmlns:a16="http://schemas.microsoft.com/office/drawing/2014/main" id="{95FC12B8-7CEB-4E9A-BAD5-99487BD2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5" name="item-5">
            <a:extLst xmlns:a="http://schemas.openxmlformats.org/drawingml/2006/main">
              <a:ext uri="{FF2B5EF4-FFF2-40B4-BE49-F238E27FC236}">
                <a16:creationId xmlns:a16="http://schemas.microsoft.com/office/drawing/2014/main" id="{95B478A1-0ECB-4EF7-9114-7C0D671A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00650"/>
            <a:ext cx="992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Link a named characteristic to the use case: an HDD provides large capacity at low cost per GB for a school’s bulk files, where portability is less important.</a:t>
            </a:r>
          </a:p>
        </p:txBody>
      </p:sp>
    </p:spTree>
    <p:extLst>
      <p:ext uri="{BB962C8B-B14F-4D97-AF65-F5344CB8AC3E}">
        <p14:creationId xmlns:p14="http://schemas.microsoft.com/office/powerpoint/2010/main" val="1796962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2ACE340-C66B-4F79-A5C8-89CA3002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889305E-0B77-47B9-AC2D-200644C6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09322C0-76C4-43C9-8E32-627289B7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72ecee94e4ea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F4B9AEA-26C7-47A1-B673-FDD6CED3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17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DE4FEFFB-18E7-4327-8F2C-D5322A75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F0497E91-7602-4249-99C1-0A31ECF2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How to choose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736F67F5-1260-46FF-B5E3-B1E0699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Ask about the amount of data, required speed, portability, durability, compatibility and budget.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286CE296-2002-4969-B259-582A36AB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Distributing a film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0BFB34CE-63F0-4137-82AD-97683D9A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optical Blu-ray disc can distribute a film widely at a low unit cost and can be read by compatible players.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245748F3-E020-4315-871C-869591CA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Carrying work home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F7BEE0D7-A604-4CA9-8697-20C7A165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USB flash drive or portable SSD carries work easily between sites; protect important work with a backup.</a:t>
            </a:r>
          </a:p>
        </p:txBody>
      </p:sp>
    </p:spTree>
    <p:extLst>
      <p:ext uri="{BB962C8B-B14F-4D97-AF65-F5344CB8AC3E}">
        <p14:creationId xmlns:p14="http://schemas.microsoft.com/office/powerpoint/2010/main" val="9024709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00B1667-4D1D-4E9A-80E4-DF7253AA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4EB8CFE-D674-43DF-9F6A-F1B1D265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EAF674B-2F52-4F66-A8AC-501C4861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c2378e2af43e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C4F7908-802D-4523-98A5-CA7999E0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17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F02BCCFF-1B0B-4C21-8E33-C0D7237D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73BCFDA8-B8B3-419B-A71D-FABD75CC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Music, cameras and consoles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EFD7B504-819F-447A-A3D5-3956071E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MP3 player and camera commonly use flash memory; a physical console game may use an optical disc.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96479C28-A531-468B-BE7C-BA523A5D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Servers and operating systems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1F342BD9-85EF-46B5-B398-4CF52262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server may use HDDs for cheap bulk capacity and SSDs for fast system or frequently used data.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E44969A3-82EE-4DF0-980F-083A2476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Long-term archives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A7529571-7364-44D9-BEF8-FFD26D9E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Magnetic tape can suit very large, seldom-used archives. An external HDD can back up photos; keep a second copy.</a:t>
            </a:r>
          </a:p>
        </p:txBody>
      </p:sp>
    </p:spTree>
    <p:extLst>
      <p:ext uri="{BB962C8B-B14F-4D97-AF65-F5344CB8AC3E}">
        <p14:creationId xmlns:p14="http://schemas.microsoft.com/office/powerpoint/2010/main" val="14646358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177F78D-E9F8-471E-85E4-C2355F75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1890476-9282-4687-BAE3-50E8797A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2E0AB1E-D641-4623-B93D-68417E89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1–5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112c6647d46b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0D26B3F-6B66-4A47-8AA6-3006F157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17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FAD9116D-EB17-4A04-99E3-39A13EAF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0F830176-AFF5-4627-9372-5FB53DD4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Distributing a film to shops → Optical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A3CA828-79E7-4DCD-BC7A-54FB14DD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951E407-DD15-4160-98A0-D87B43E1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574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Transferring work between home and an office → Solid state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96A0DAA1-D16D-44C6-8088-7B99F06C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630970E3-47FF-4289-9CF3-15339754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956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Storing tracks on an MP3 player → Solid state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909F1EBF-B6F7-4364-886A-03DF6A5E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7B0D38A4-21FA-4289-B621-53E67D3C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338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Main storage for a school network → Magnetic</a:t>
            </a:r>
          </a:p>
        </p:txBody>
      </p:sp>
      <p:sp>
        <p:nvSpPr>
          <p:cNvPr id="14" name="number-5">
            <a:extLst xmlns:a="http://schemas.openxmlformats.org/drawingml/2006/main">
              <a:ext uri="{FF2B5EF4-FFF2-40B4-BE49-F238E27FC236}">
                <a16:creationId xmlns:a16="http://schemas.microsoft.com/office/drawing/2014/main" id="{E5E95C06-7470-4906-ACEA-623B4F43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5" name="item-5">
            <a:extLst xmlns:a="http://schemas.openxmlformats.org/drawingml/2006/main">
              <a:ext uri="{FF2B5EF4-FFF2-40B4-BE49-F238E27FC236}">
                <a16:creationId xmlns:a16="http://schemas.microsoft.com/office/drawing/2014/main" id="{A0C1C855-D86C-49C7-9AAF-9B763DC1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Storing video on a video camera → Solid state</a:t>
            </a:r>
          </a:p>
        </p:txBody>
      </p:sp>
    </p:spTree>
    <p:extLst>
      <p:ext uri="{BB962C8B-B14F-4D97-AF65-F5344CB8AC3E}">
        <p14:creationId xmlns:p14="http://schemas.microsoft.com/office/powerpoint/2010/main" val="11815181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3EF12A2-8E9D-4918-A648-6D975544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FDD9FDA-1E66-450C-92A4-06C4E196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53FAFB8-FBEF-40F0-AF58-E1D3043F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 6–9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de7fe3c474bd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1BB2061-5E88-4886-A6E5-1DE2B3D5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17</a:t>
            </a:r>
          </a:p>
        </p:txBody>
      </p:sp>
      <p:sp>
        <p:nvSpPr>
          <p:cNvPr id="6" name="number-6">
            <a:extLst xmlns:a="http://schemas.openxmlformats.org/drawingml/2006/main">
              <a:ext uri="{FF2B5EF4-FFF2-40B4-BE49-F238E27FC236}">
                <a16:creationId xmlns:a16="http://schemas.microsoft.com/office/drawing/2014/main" id="{64621E61-7A26-4DD4-B5B6-6AD2EE9B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7" name="item-6">
            <a:extLst xmlns:a="http://schemas.openxmlformats.org/drawingml/2006/main">
              <a:ext uri="{FF2B5EF4-FFF2-40B4-BE49-F238E27FC236}">
                <a16:creationId xmlns:a16="http://schemas.microsoft.com/office/drawing/2014/main" id="{1A18DD1C-07EE-447B-8C58-364B1A16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Distributing a video game for a console → Optical</a:t>
            </a:r>
          </a:p>
        </p:txBody>
      </p:sp>
      <p:sp>
        <p:nvSpPr>
          <p:cNvPr id="8" name="number-7">
            <a:extLst xmlns:a="http://schemas.openxmlformats.org/drawingml/2006/main">
              <a:ext uri="{FF2B5EF4-FFF2-40B4-BE49-F238E27FC236}">
                <a16:creationId xmlns:a16="http://schemas.microsoft.com/office/drawing/2014/main" id="{B5C3C49A-58AA-492F-85CE-1C0ABB09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9" name="item-7">
            <a:extLst xmlns:a="http://schemas.openxmlformats.org/drawingml/2006/main">
              <a:ext uri="{FF2B5EF4-FFF2-40B4-BE49-F238E27FC236}">
                <a16:creationId xmlns:a16="http://schemas.microsoft.com/office/drawing/2014/main" id="{6932D65E-5ED6-4B62-9435-E9E480AD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992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Storing a computer's operating system → Solid state</a:t>
            </a:r>
          </a:p>
        </p:txBody>
      </p:sp>
      <p:sp>
        <p:nvSpPr>
          <p:cNvPr id="10" name="number-8">
            <a:extLst xmlns:a="http://schemas.openxmlformats.org/drawingml/2006/main">
              <a:ext uri="{FF2B5EF4-FFF2-40B4-BE49-F238E27FC236}">
                <a16:creationId xmlns:a16="http://schemas.microsoft.com/office/drawing/2014/main" id="{5711596F-05B8-4D49-8358-3927FF88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1" name="item-8">
            <a:extLst xmlns:a="http://schemas.openxmlformats.org/drawingml/2006/main">
              <a:ext uri="{FF2B5EF4-FFF2-40B4-BE49-F238E27FC236}">
                <a16:creationId xmlns:a16="http://schemas.microsoft.com/office/drawing/2014/main" id="{369297D7-D35B-4B1C-89EB-267D36A8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81425"/>
            <a:ext cx="992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Long-term storage of training videos → Magnetic</a:t>
            </a:r>
          </a:p>
        </p:txBody>
      </p:sp>
      <p:sp>
        <p:nvSpPr>
          <p:cNvPr id="12" name="number-9">
            <a:extLst xmlns:a="http://schemas.openxmlformats.org/drawingml/2006/main">
              <a:ext uri="{FF2B5EF4-FFF2-40B4-BE49-F238E27FC236}">
                <a16:creationId xmlns:a16="http://schemas.microsoft.com/office/drawing/2014/main" id="{ACD9DBB5-1033-4B0A-9881-E8663F32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9.</a:t>
            </a:r>
          </a:p>
        </p:txBody>
      </p:sp>
      <p:sp>
        <p:nvSpPr>
          <p:cNvPr id="13" name="item-9">
            <a:extLst xmlns:a="http://schemas.openxmlformats.org/drawingml/2006/main">
              <a:ext uri="{FF2B5EF4-FFF2-40B4-BE49-F238E27FC236}">
                <a16:creationId xmlns:a16="http://schemas.microsoft.com/office/drawing/2014/main" id="{AFC10437-7FEA-40C6-8D3E-DC235938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992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Long-term backup of photos → Magnetic</a:t>
            </a:r>
          </a:p>
        </p:txBody>
      </p:sp>
    </p:spTree>
    <p:extLst>
      <p:ext uri="{BB962C8B-B14F-4D97-AF65-F5344CB8AC3E}">
        <p14:creationId xmlns:p14="http://schemas.microsoft.com/office/powerpoint/2010/main" val="5157975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16466EC-04F9-492D-B2EC-4C60ECB4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6E5A509-64B2-4B1C-B285-28E106AB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56C42FA-3C9A-400E-8533-E575F86E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84edf551f45f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0B4BE01-88DF-4600-8E8B-A600683E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17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D200B32F-98F0-4E16-BE0C-9B45AB30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69A1C338-0966-45C7-A897-8EF0BA78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A photographer needs storage for use on location. Recommend a device and justify your choice.  [4]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75B67BB2-6934-414D-864A-08EFD3BC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why a school uses magnetic hard disks rather than SSDs for its main file storage.  [3]</a:t>
            </a:r>
          </a:p>
        </p:txBody>
      </p:sp>
    </p:spTree>
    <p:extLst>
      <p:ext uri="{BB962C8B-B14F-4D97-AF65-F5344CB8AC3E}">
        <p14:creationId xmlns:p14="http://schemas.microsoft.com/office/powerpoint/2010/main" val="225395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876865C-EC4C-4984-BADD-D04DEE0E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287D09E-50B7-4C02-9CB6-71889CB1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32736FA-81A0-4E66-ABB0-311C58FE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84919c7204f8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856E4E2-9B39-439C-AABC-55FB5A6E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17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2C38182-E46D-4299-9C30-F72AA912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01BC5262-7C6F-4BFE-9796-AE018735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A compatible SD card is small and light for use on location, resists knocks because it has no moving parts, and offers enough capacity and write speed for photos.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16BBF800-98FF-44E0-9CEC-956A9AD9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A school may need many terabytes of bulk capacity. HDDs offer a lower cost per GB than SSDs, and maximum speed may matter less for archived or shared files.</a:t>
            </a:r>
          </a:p>
        </p:txBody>
      </p:sp>
    </p:spTree>
    <p:extLst>
      <p:ext uri="{BB962C8B-B14F-4D97-AF65-F5344CB8AC3E}">
        <p14:creationId xmlns:p14="http://schemas.microsoft.com/office/powerpoint/2010/main" val="4803259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4154F58-96DC-41C2-84A4-B7C9C5A0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B2C0C24-7609-4905-A850-5A8B84E2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05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088ADC8-BE5A-40FE-9DAC-08C7E6EC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87f7a96e64ca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0A362A0-EB2A-446D-9ED5-550B6355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17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9AB3EDFA-B4A3-4D7A-8A66-7ED0A4CF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FBB4F77E-5AF6-49A6-9BC9-E4B0A9E2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2F7A9CF1-A70A-42CE-A6E0-236FF3A6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Choosing a device for a situation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9BDBBDB7-A978-432B-B145-E01DE57F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33163FE9-3100-4CFA-8B92-CA181CCC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Justifying with characteristics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22296B6A-276B-4D2B-9D42-30DA84C1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496E1C1F-EAF8-4A1A-9CE5-E573DB6E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Advantages and disadvantages</a:t>
            </a:r>
          </a:p>
        </p:txBody>
      </p:sp>
    </p:spTree>
    <p:extLst>
      <p:ext uri="{BB962C8B-B14F-4D97-AF65-F5344CB8AC3E}">
        <p14:creationId xmlns:p14="http://schemas.microsoft.com/office/powerpoint/2010/main" val="1914156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2026-09-25T13:18:00.2830000Z</dcterms:created>
  <dcterms:modified xsi:type="dcterms:W3CDTF">2026-09-25T13:18:00.2830000Z</dcterms:modified>
</coreProperties>
</file>
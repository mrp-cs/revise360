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12: Validation and authentication.
Open the experience at revise360.co.uk and hand out PR_L12_ValidationAndAuthentication_Worksheet.docx.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Checking the input.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Range checks.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Length and format checks.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Keeping asking.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Authentication.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Putting it together.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Python programming  |  Lesson 12</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Validation and authentication</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Users mistype, and some of them try it on. Work through the six stations and you will write the checks that keep bad data out, the loops that keep asking until it is right, and the authentication that decides who gets in.</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Revise 360 Python course  |  Beyond the OCR J277 specification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Why is refusing bad data better than letting a program stop with an error?</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code a presence check, a type check and a range check</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a length check and a format check differ, and why the length is tested first</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write a validation loop, and an authentication check that allows a set number of attempts</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920240"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Validation</a:t>
            </a:r>
            <a:endParaRPr lang="en-US" sz="1200" dirty="0"/>
          </a:p>
        </p:txBody>
      </p:sp>
      <p:sp>
        <p:nvSpPr>
          <p:cNvPr id="19" name="Shape 17"/>
          <p:cNvSpPr/>
          <p:nvPr/>
        </p:nvSpPr>
        <p:spPr>
          <a:xfrm>
            <a:off x="2596896" y="5468112"/>
            <a:ext cx="2505456"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596896" y="5468112"/>
            <a:ext cx="250545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Presence check</a:t>
            </a:r>
            <a:endParaRPr lang="en-US" sz="1200" dirty="0"/>
          </a:p>
        </p:txBody>
      </p:sp>
      <p:sp>
        <p:nvSpPr>
          <p:cNvPr id="21" name="Shape 19"/>
          <p:cNvSpPr/>
          <p:nvPr/>
        </p:nvSpPr>
        <p:spPr>
          <a:xfrm>
            <a:off x="5230368" y="5468112"/>
            <a:ext cx="192024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5230368"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Type check</a:t>
            </a:r>
            <a:endParaRPr lang="en-US" sz="1200" dirty="0"/>
          </a:p>
        </p:txBody>
      </p:sp>
      <p:sp>
        <p:nvSpPr>
          <p:cNvPr id="23" name="Shape 21"/>
          <p:cNvSpPr/>
          <p:nvPr/>
        </p:nvSpPr>
        <p:spPr>
          <a:xfrm>
            <a:off x="7278624" y="5468112"/>
            <a:ext cx="2066544"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7278624"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Range check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program reads an age with age = int(input()) and the user types the word twelve. Write down what happens to the program, and the check that should have come before the cast.</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Validation and authentication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Plan before you type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task and its brief. Work out the inputs, what happens to them, and exactly what is printed.</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Write it and run it</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Type the program in the editor and press Run to see what it does. Then press Check to mark it against the tests.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 failures</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A test that fails tells you what was expected and what came out. Fix and run it again - that is what programmers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Checking the input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presence check refuses input that is empty once any stray spaces are stripped off.</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type check uses isdigit(), so text typed where a number was wanted cannot crash the program.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casting with int() before checking, which stops the program instead of rejecting the value.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must a type check happen before the value is cast?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Validation can only check that data is sensible, never that it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Range checks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range check refuses anything that falls outside the allowed limits.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Inclusive limits need &gt;= and &lt;=, so the boundary values themselves are accepted.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using &gt; where the rule says 'or more', which rejects a perfectly valid boundary.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two values would you test on a score that must be 1 to 10?</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negative value is sensible for a temperature but never for an age, so the limits of a range check come from...</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Length and format checks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length check counts the characters with len(), against a minimum and a maximum.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format check tests the pattern: which positions must be letters and which must be digits.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checking the pattern before the length, which can read past the end of the string.</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the checks a code of two letters then four digits needs.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isalpha() and isdigit() ask their question of every character at once, so either one is False as soon as one character...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Keeping asking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validation loop reads once, then repeats for as long as the value breaks a rule.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Saying which rule was broken makes the program far easier to use.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leaving the second input() out, so the loop tests the same bad value forever.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should a program say what was wrong rather than just 'invalid'?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loop that reads, checks and asks again until the value passes is the simplest defensive design there is, and it is called a...</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Authentication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Authentication checks who the user is, usually with a username and a password.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attempt counter lets a program lock the account after a set number of tries.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counting the attempts but never stopping, so guessing can carry on forever.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What is the difference between validation and authentication?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Validation checks the data that was typed, while authentication checks the...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Putting it together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Validate each value in its own loop before the program moves on to the next one.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program that keeps going when one line of data is wrong is more useful than one that stops.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validating at the end, when the first bad value has already been used.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checks does a username need, and in which order should they run?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Naming a bad line and carrying on is usually better than stopping, because the run still...</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Which check?</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rules are listed on the floor below you. Tap the star and sort each one into the kind of check it is.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A list of allowed values</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Some values are only valid if they appear on a list the program already holds, which is a lookup check. Comparing exactly means one capital letter makes a value unknown, so decide whether to lower() both sides first.</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Inclusive means both</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'From 1 to 10 inclusive' means 1 and 10 both pass. Test them: that is exactly what boundary data is for. Watch out that isdigit() calls a minus sign a non-digit, so a range allowing negatives needs that sign checked on its own.</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Length, then format</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Checking the length first means a format check can safely look at a particular position in the string.</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Say what was wrong</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loop that only answers 'invalid' leaves the user guessing. Testing the rules one at a time lets the program name the rule that was broken, which is why these checks are usually written as if ... elif ...</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range check for a score that must be from 1 to 10 inclusive is written </a:t>
            </a:r>
            <a:pPr indent="0" marL="0">
              <a:lnSpc>
                <a:spcPct val="118000"/>
              </a:lnSpc>
              <a:buNone/>
            </a:pPr>
            <a:r>
              <a:rPr lang="en-US" sz="1700" dirty="0">
                <a:solidFill>
                  <a:srgbClr val="6B21A8"/>
                </a:solidFill>
                <a:latin typeface="IBM Plex Mono" pitchFamily="34" charset="0"/>
                <a:ea typeface="IBM Plex Mono" pitchFamily="34" charset="-122"/>
                <a:cs typeface="IBM Plex Mono" pitchFamily="34" charset="-120"/>
              </a:rPr>
              <a:t>if</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 </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score</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 </a:t>
            </a:r>
            <a:pPr indent="0" marL="0">
              <a:lnSpc>
                <a:spcPct val="118000"/>
              </a:lnSpc>
              <a:buNone/>
            </a:pPr>
            <a:r>
              <a:rPr lang="en-US" sz="1700" dirty="0">
                <a:solidFill>
                  <a:srgbClr val="3F3F46"/>
                </a:solidFill>
                <a:latin typeface="IBM Plex Mono" pitchFamily="34" charset="0"/>
                <a:ea typeface="IBM Plex Mono" pitchFamily="34" charset="-122"/>
                <a:cs typeface="IBM Plex Mono" pitchFamily="34" charset="-120"/>
              </a:rPr>
              <a:t>&gt;</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 </a:t>
            </a:r>
            <a:pPr indent="0" marL="0">
              <a:lnSpc>
                <a:spcPct val="118000"/>
              </a:lnSpc>
              <a:buNone/>
            </a:pPr>
            <a:r>
              <a:rPr lang="en-US" sz="1700" dirty="0">
                <a:solidFill>
                  <a:srgbClr val="9A3412"/>
                </a:solidFill>
                <a:latin typeface="IBM Plex Mono" pitchFamily="34" charset="0"/>
                <a:ea typeface="IBM Plex Mono" pitchFamily="34" charset="-122"/>
                <a:cs typeface="IBM Plex Mono" pitchFamily="34" charset="-120"/>
              </a:rPr>
              <a:t>1</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 </a:t>
            </a:r>
            <a:pPr indent="0" marL="0">
              <a:lnSpc>
                <a:spcPct val="118000"/>
              </a:lnSpc>
              <a:buNone/>
            </a:pPr>
            <a:r>
              <a:rPr lang="en-US" sz="1700" dirty="0">
                <a:solidFill>
                  <a:srgbClr val="6B21A8"/>
                </a:solidFill>
                <a:latin typeface="IBM Plex Mono" pitchFamily="34" charset="0"/>
                <a:ea typeface="IBM Plex Mono" pitchFamily="34" charset="-122"/>
                <a:cs typeface="IBM Plex Mono" pitchFamily="34" charset="-120"/>
              </a:rPr>
              <a:t>and</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 </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score</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 </a:t>
            </a:r>
            <a:pPr indent="0" marL="0">
              <a:lnSpc>
                <a:spcPct val="118000"/>
              </a:lnSpc>
              <a:buNone/>
            </a:pPr>
            <a:r>
              <a:rPr lang="en-US" sz="1700" dirty="0">
                <a:solidFill>
                  <a:srgbClr val="3F3F46"/>
                </a:solidFill>
                <a:latin typeface="IBM Plex Mono" pitchFamily="34" charset="0"/>
                <a:ea typeface="IBM Plex Mono" pitchFamily="34" charset="-122"/>
                <a:cs typeface="IBM Plex Mono" pitchFamily="34" charset="-120"/>
              </a:rPr>
              <a:t>&lt;</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 </a:t>
            </a:r>
            <a:pPr indent="0" marL="0">
              <a:lnSpc>
                <a:spcPct val="118000"/>
              </a:lnSpc>
              <a:buNone/>
            </a:pPr>
            <a:r>
              <a:rPr lang="en-US" sz="1700" dirty="0">
                <a:solidFill>
                  <a:srgbClr val="9A3412"/>
                </a:solidFill>
                <a:latin typeface="IBM Plex Mono" pitchFamily="34" charset="0"/>
                <a:ea typeface="IBM Plex Mono" pitchFamily="34" charset="-122"/>
                <a:cs typeface="IBM Plex Mono" pitchFamily="34" charset="-120"/>
              </a:rPr>
              <a:t>10</a:t>
            </a:r>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 State the two scores this wrongly refuses, and write the condition corrected.</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keeps asking for a code of exactly one letter followed by two digits, saying what is wrong each time, until a valid code is typed.</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allows three attempts at a four-digit passcode already held in the program, and prints Locked when all three attempts are wrong.</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[5]</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Coding a presence, type and range check</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Coding a length check and a format check</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Writing a validation loop and an authentication check</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Validation and authentication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  Lesson 12 — Validation and authentication</dc:title>
  <dc:subject>OCR J277 GCSE Computer Science</dc:subject>
  <dc:creator>Revise 360 Ltd</dc:creator>
  <cp:lastModifiedBy>Revise 360 Ltd</cp:lastModifiedBy>
  <cp:revision>1</cp:revision>
  <dcterms:created xsi:type="dcterms:W3CDTF">2026-10-03T10:21:23Z</dcterms:created>
  <dcterms:modified xsi:type="dcterms:W3CDTF">2026-10-03T10:21:23Z</dcterms:modified>
</cp:coreProperties>
</file>
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Validation and authentication.
Open the experience at revise360.co.uk and hand out PR_L12_ValidationAndAuthentication_Worksheet.docx.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Validation and authentication</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Work through the six stations and you will write the checks that keep bad data out, the loops that keep asking until it is right, and the authentication that decides who gets in.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check, a type check and a range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length check and a format check differ, and why the length is tested first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validation loop, and an authentication check that allows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Validation and authentication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can only check that data is sensible, never that it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negative value is sensible for a temperature but never for an age, so the limits of a range check come from...</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code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and isdigit() ask their question of every character at once, so either one is False as soon as one character...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reads, checks and asks again until the value passes is the simplest defensive design there is, and it is called 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the data that was typed, while authentication checks the...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checks does a username need, and in which order should they run?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Naming a bad line and carrying on is usually better than stopping, because the run still...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listed on the floor below you.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 list of allowed values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values are only valid if they appear on a list the program already holds, which is a lookup check. Comparing exactly means one capital letter makes a value unknown, so decide whether to lower() both sides first.</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 Watch out that isdigit() calls a minus sign a non-digit, so a range allowing negatives needs that sign checked on its own.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Say what was wrong</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loop that only answers 'invalid' leaves the user guessing. Testing the rules one at a time lets the program name the rule that was broken, which is why these checks are usually written as if ... elif ...</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code of exactly one letter followed by two digits, saying what is wrong each time, until a valid code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a four-digit passcode already held in the program, and prints Locked when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Validation and authentication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Validation and authentication</dc:title>
  <dc:subject>OCR J277 GCSE Computer Science</dc:subject>
  <dc:creator>Revise 360 Ltd</dc:creator>
  <cp:lastModifiedBy>Revise 360 Ltd</cp:lastModifiedBy>
  <cp:revision>1</cp:revision>
  <dcterms:created xsi:type="dcterms:W3CDTF">2026-10-02T16:28:29Z</dcterms:created>
  <dcterms:modified xsi:type="dcterms:W3CDTF">2026-10-02T16:28:29Z</dcterms:modified>
</cp:coreProperties>
</file>
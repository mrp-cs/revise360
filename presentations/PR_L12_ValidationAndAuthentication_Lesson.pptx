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Validation and authentication.
Open the experience at revise360.co.uk and hand out PR_L12_ValidationAndAuthentication_Worksheet.docx.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Validation and authentication</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At the gatehouse you will write the checks that keep bad data out and the loops that keep asking until the data is right.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type, range, length and format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validation loop keeps asking until the value typed in passes every check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an authentication check that allows only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Validation and authentication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is sensible, not that it is true: a wrong but sensible date passes every check.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Negative values are fine for a temperature but never for an age, so a range check must suit its data.</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reference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isdigit() and isnumeric() each answer one format question about a whole string at once.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keeps asking until the data is right is the simplest defensive design there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and authentication checks people, and the exam asks for that difference often.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checks a club sign-up needs for a username and an 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a bad line and counting it is often better than stopping: the report still comes 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pinned up in the gatehouse.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Strip it first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stray space is still a character, so a presence check should strip the input before testing it for empty.</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tries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Locking an account after three wrong passwords stops a program being guessed at one attempt at a time.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satisfaction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tutor group code of exactly one letter followed by two digits until a valid one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the four-digit passcode 2471, and prints Locked if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Validation and authentication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Validation and authentication</dc:title>
  <dc:subject>OCR J277 GCSE Computer Science</dc:subject>
  <dc:creator>Revise 360 Ltd</dc:creator>
  <cp:lastModifiedBy>Revise 360 Ltd</cp:lastModifiedBy>
  <cp:revision>1</cp:revision>
  <dcterms:created xsi:type="dcterms:W3CDTF">2026-10-02T14:04:24Z</dcterms:created>
  <dcterms:modified xsi:type="dcterms:W3CDTF">2026-10-02T14:04:24Z</dcterms:modified>
</cp:coreProperties>
</file>
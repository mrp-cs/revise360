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8: Two-dimensional lists.
Open the experience at revise360.co.uk and hand out PR_L08_TwoDimensionalLists_Worksheet.docx.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A list of lists.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Rows and columns.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Going through a grid.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Totalling a row.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Totalling a column.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Two-dimensional lists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list holds a line of values, but a lot of data arrives in rows and columns. A two-dimensional array stores that by putting a list inside a list. Work through the six stations and you will read one cell, print a whole grid, total any row or column of it and search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comes first when a program reads a cell, and why does swapping the two over give a different answer?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build a two-dimensional list as a list of lists and fill it from input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row index and a column index together pick out one cell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nested loops that print a grid and total any row or column of it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Two-dimensional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2841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841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45152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79008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79008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204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4204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Nested loop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36608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36608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grid g holds two rows: 4, 9, 2 in the first and 7, 1, 6 in the second. Write down what g[0][2], g[1][0] and len(g) each give, and which row and column hold the 6.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Two-dimensional lists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of lists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two-dimensional array is a list whose items are themselves lists.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inner list is one row, and the rows normally all hold the same number of items.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expecting len() on a grid to count the cells, when it counts the rows.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rows and how many columns does [[1, 2, 3], [4, 5, 6]] have?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is stored much the way a database table is, with every row holding one list of...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and columns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grid[row][col] reads one cell, with the row first and the column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grid[row] on its own gives back that whole row as a list.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swapping the two indexes over, which reads a completely different cell.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comes first when you read a cell, the row or the column?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writes a cell as array[1,2], where Python writes that very same cell as...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a grid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nested loops visit every cell: the outer picks the row, the inner the column.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 a new line after the inner loop ends, to start the next row.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putting that new line inside the inner loop, which prints one value per line.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 should be the outer one if you want to print row by row?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of 10 rows by 10 columns holds 100 cells, so a nested loop over it runs...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a row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total one row, loop across the columns with the row index held still.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sum(grid[r]) does the same job in one step, once you know which row you want.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letting the row index change inside the loop, which totals the wrong cells.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stays the same all the way through a row total?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up every row total and the number you are left with is the total of...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a column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total one column, loop down the rows with the column index held still.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runs once for every row, so its range is len(grid).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using the number of columns as the range when travelling down a column.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column total loop over the rows rather than the columns?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row total and a column total are the same few lines with the two indexes...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search a grid, loop every cell and record the row and column where you found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found flag, set before the loops start, says whether anything matched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reporting only the row when the task asks where in the row it was too.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find a word in a grid and report both the row and the column it sits at?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Checking every cell of a grid in turn is really a linear search, only in...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grid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variable called grid holds [[4, 7, 2], [5, 1, 9]]. Tap the star and match each piece of Python to what it gives back.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first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is described as rows by columns, so a 3 by 4 grid has 3 rows of 4 items each.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notations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in the exam writes a cell as array[1,2]. Python writes the same cell as grid[1][2].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long 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is one long line of addresses, so a grid is stored row after row. Reading along a row is the natural direction.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sum() a row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sum() totals a list, so sum(grid[0]) totals a whole row in one step - but a column still needs a loop.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should total column 2 of a grid of 4 rows by 3 columns begins its loop with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6B21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6B21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818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grid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9A34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Explain why this looks at the wrong number of cells,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twelve whole numbers into a grid of three rows of four, then prints the total of each row on a line of its own.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of 2 rows by 3 columns is already stored in a program. Write the code that prints it one row to a line, with single spaces between the values and no brackets.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a list of lists and filling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 cell with a row index and a column index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rows and columns with nested loops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Two-dimensional lists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8 — Two-dimensional lists</dc:title>
  <dc:subject>OCR J277 GCSE Computer Science</dc:subject>
  <dc:creator>Revise 360 Ltd</dc:creator>
  <cp:lastModifiedBy>Revise 360 Ltd</cp:lastModifiedBy>
  <cp:revision>1</cp:revision>
  <dcterms:created xsi:type="dcterms:W3CDTF">2026-10-03T10:21:23Z</dcterms:created>
  <dcterms:modified xsi:type="dcterms:W3CDTF">2026-10-03T10:21:23Z</dcterms:modified>
</cp:coreProperties>
</file>
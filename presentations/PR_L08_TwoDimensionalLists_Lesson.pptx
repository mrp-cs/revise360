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Two-dimensional lists.
Open the experience at revise360.co.uk and hand out PR_L08_TwoDimensionalLists_Worksheet.docx.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A list of lists.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Rows and columns.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Going through a grid.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Totalling a row.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Totalling a column.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15
3.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Totalling a row, and work through its example again, aloud, with the class watching, then re-ask this question.
The course's own response to a wrong answer here: Row 0 is 4, 9 and 2, which comes to 15, and that row holds three values. len(grid) would have said 2.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(pr-l08-s4-c2),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8</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Two-dimensional lists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One list holds a line of values, but a lot of data arrives in rows and columns. A two-dimensional array stores that by putting a list inside a list. Work through the six stations and you will read one cell, print a whole grid, total any row or column of it and search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index comes first when a program reads a cell, and why does swapping the two over give a different answer?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build a two-dimensional list as a list of lists and fill it from input</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row index and a column index together pick out one cell</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nested loops that print a grid and total any row or column of it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65176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65176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Two-dimensional</a:t>
            </a:r>
            <a:endParaRPr lang="en-US" sz="1200" dirty="0"/>
          </a:p>
        </p:txBody>
      </p:sp>
      <p:sp>
        <p:nvSpPr>
          <p:cNvPr id="19" name="Shape 17"/>
          <p:cNvSpPr/>
          <p:nvPr/>
        </p:nvSpPr>
        <p:spPr>
          <a:xfrm>
            <a:off x="3328416" y="5468112"/>
            <a:ext cx="1188720"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328416"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Array</a:t>
            </a:r>
            <a:endParaRPr lang="en-US" sz="1200" dirty="0"/>
          </a:p>
        </p:txBody>
      </p:sp>
      <p:sp>
        <p:nvSpPr>
          <p:cNvPr id="21" name="Shape 19"/>
          <p:cNvSpPr/>
          <p:nvPr/>
        </p:nvSpPr>
        <p:spPr>
          <a:xfrm>
            <a:off x="4645152" y="5468112"/>
            <a:ext cx="10058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645152"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Row</a:t>
            </a:r>
            <a:endParaRPr lang="en-US" sz="1200" dirty="0"/>
          </a:p>
        </p:txBody>
      </p:sp>
      <p:sp>
        <p:nvSpPr>
          <p:cNvPr id="23" name="Shape 21"/>
          <p:cNvSpPr/>
          <p:nvPr/>
        </p:nvSpPr>
        <p:spPr>
          <a:xfrm>
            <a:off x="5779008" y="5468112"/>
            <a:ext cx="133502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7790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Column</a:t>
            </a:r>
            <a:endParaRPr lang="en-US" sz="1200" dirty="0"/>
          </a:p>
        </p:txBody>
      </p:sp>
      <p:sp>
        <p:nvSpPr>
          <p:cNvPr id="25" name="Shape 23"/>
          <p:cNvSpPr/>
          <p:nvPr/>
        </p:nvSpPr>
        <p:spPr>
          <a:xfrm>
            <a:off x="7242048" y="5468112"/>
            <a:ext cx="206654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724204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Nested loop</a:t>
            </a:r>
            <a:endParaRPr lang="en-US" sz="1200" dirty="0"/>
          </a:p>
        </p:txBody>
      </p:sp>
      <p:sp>
        <p:nvSpPr>
          <p:cNvPr id="27" name="Shape 25"/>
          <p:cNvSpPr/>
          <p:nvPr/>
        </p:nvSpPr>
        <p:spPr>
          <a:xfrm>
            <a:off x="9436608" y="5468112"/>
            <a:ext cx="1188720"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943660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Index</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grid g holds two rows: 4, 9, 2 in the first and 7, 1, 6 in the second. Write down what g[0][2], g[1][0] and len(g) each give, and which row and column hold the 6.</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Two-dimensional lists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 list of lists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two-dimensional array is a list whose items are themselves lists.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inner list is one row, and the rows normally all hold the same number of items.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expecting len() on a grid to count the cells, when it counts the rows.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many rows and how many columns does [[1, 2, 3], [4, 5, 6]] have?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grid is stored much the way a database table is, with every row holding one list of...</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Rows and columns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grid[row][col] reads one cell, with the row first and the column second.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grid[row] on its own gives back that whole row as a list.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swapping the two indexes over, which reads a completely different cell.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index comes first when you read a cell, the row or the column?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exam writes a cell as array[1,2], where Python writes that very same cell as...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Going through a grid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Two nested loops visit every cell: the outer picks the row, the inner the column.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Print a new line after the inner loop ends, to start the next row.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putting that new line inside the inner loop, which prints one value per line.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loop should be the outer one if you want to print row by row?</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grid of 10 rows by 10 columns holds 100 cells, so a nested loop over it runs...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Totalling a row</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 total one row, loop across the columns with the row index held still.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sum(grid[r]) does the same job in one step, once you know which row you want.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letting the row index change inside the loop, which totals the wrong cells.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index stays the same all the way through a row total?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Add up every row total and the number you are left with is the total of...</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Totalling a column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 total one column, loop down the rows with the column index held still.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loop runs once for every row, so its range is len(grid).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the number of columns as the range when travelling down a column.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column total loop over the rows rather than the columns?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row total and a column total are the same few lines with the two indexes...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 search a grid, loop every cell and record the row and column where you found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found flag, set before the loops start, says whether anything matched at all.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reporting only the row when the task asks where in the row it was too.</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would you find a word in a grid and report both the row and the column it sits at?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Checking every cell of a grid in turn is really a linear search, only 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2377440"/>
          </a:xfrm>
          <a:prstGeom prst="roundRect">
            <a:avLst>
              <a:gd name="adj" fmla="val 4615"/>
            </a:avLst>
          </a:prstGeom>
          <a:solidFill>
            <a:srgbClr val="FFFFFF"/>
          </a:solidFill>
          <a:ln w="15875">
            <a:solidFill>
              <a:srgbClr val="D9DEE7"/>
            </a:solidFill>
            <a:prstDash val="solid"/>
          </a:ln>
        </p:spPr>
      </p:sp>
      <p:sp>
        <p:nvSpPr>
          <p:cNvPr id="10" name="Text 8"/>
          <p:cNvSpPr txBox="1"/>
          <p:nvPr/>
        </p:nvSpPr>
        <p:spPr>
          <a:xfrm>
            <a:off x="822960" y="2350008"/>
            <a:ext cx="4480560" cy="197510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grid = [[4, 9, 2],</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[7, 8, 1]]</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total = 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for v in grid[0]:</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total = total + v</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print(total)</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print(len(grid[0]))</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15</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2</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15</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3</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16</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3</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Read the grid</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variable called grid holds [[4, 7, 2], [5, 1, 9]]. Tap the star and match each piece of Python to what it gives back.</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Rows first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grid is described as rows by columns, so a 3 by 4 grid has 3 rows of 4 items each.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Two notations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Pseudocode in the exam writes a cell as array[1,2]. Python writes the same cell as grid[1][2].</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One long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Memory is one long line of addresses, so a grid is stored row after row. Reading along a row is the natural direction.</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sum() a row</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sum() totals a list, so sum(grid[0]) totals a whole row in one step - but a column still needs a loop.</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that should total column 2 of a grid of 4 rows by 3 columns begins its loop with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for</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r</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in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range</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len</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grid</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0</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Explain why this looks at the wrong number of cells, and write the line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twelve whole numbers into a grid of three rows of four, then prints the total of each row on a line of its own.</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grid of 2 rows by 3 columns is already stored in a program. Write the code that prints it one row to a line, with single spaces between the values and no brackets.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8</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Building a list of lists and filling it</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Reading a cell with a row index and a column index</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Totalling rows and columns with nested loops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Two-dimensional lists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8 — Two-dimensional lists</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
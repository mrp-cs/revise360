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65288c64324e8e" /><Relationship Type="http://schemas.openxmlformats.org/officeDocument/2006/relationships/extended-properties" Target="/docProps/app.xml" Id="R63432e9091004e3d" /><Relationship Type="http://schemas.openxmlformats.org/officeDocument/2006/relationships/officeDocument" Target="/ppt/presentation.xml" Id="Rfe89ebbb924043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d85e8d81e44f56"/>
  </p:sldMasterIdLst>
  <p:notesMasterIdLst>
    <p:notesMasterId xmlns:r="http://schemas.openxmlformats.org/officeDocument/2006/relationships" r:id="Rf347b056edbd4aca"/>
  </p:notesMasterIdLst>
  <p:sldIdLst>
    <p:sldId xmlns:r="http://schemas.openxmlformats.org/officeDocument/2006/relationships" id="256" r:id="Redccc338192c4d95"/>
    <p:sldId xmlns:r="http://schemas.openxmlformats.org/officeDocument/2006/relationships" id="257" r:id="Ra96922f2fd4a4640"/>
    <p:sldId xmlns:r="http://schemas.openxmlformats.org/officeDocument/2006/relationships" id="258" r:id="Rabe950c1cc674653"/>
    <p:sldId xmlns:r="http://schemas.openxmlformats.org/officeDocument/2006/relationships" id="259" r:id="Rca2e81a6b99d48f9"/>
    <p:sldId xmlns:r="http://schemas.openxmlformats.org/officeDocument/2006/relationships" id="260" r:id="Rf35e38d308344c5f"/>
    <p:sldId xmlns:r="http://schemas.openxmlformats.org/officeDocument/2006/relationships" id="261" r:id="Ra84250c221f54de5"/>
    <p:sldId xmlns:r="http://schemas.openxmlformats.org/officeDocument/2006/relationships" id="262" r:id="R7c41e04b230b49e9"/>
    <p:sldId xmlns:r="http://schemas.openxmlformats.org/officeDocument/2006/relationships" id="263" r:id="R51559ffcdffb44b1"/>
    <p:sldId xmlns:r="http://schemas.openxmlformats.org/officeDocument/2006/relationships" id="264" r:id="R5573dd18bfea47d2"/>
    <p:sldId xmlns:r="http://schemas.openxmlformats.org/officeDocument/2006/relationships" id="265" r:id="R0b8a5f1588554a75"/>
    <p:sldId xmlns:r="http://schemas.openxmlformats.org/officeDocument/2006/relationships" id="266" r:id="Rdc21430020024cee"/>
    <p:sldId xmlns:r="http://schemas.openxmlformats.org/officeDocument/2006/relationships" id="267" r:id="Re2cc7de78fec423e"/>
    <p:sldId xmlns:r="http://schemas.openxmlformats.org/officeDocument/2006/relationships" id="268" r:id="Rab12446d637a47f1"/>
    <p:sldId xmlns:r="http://schemas.openxmlformats.org/officeDocument/2006/relationships" id="269" r:id="Rfb6e7cd6e79a42fd"/>
    <p:sldId xmlns:r="http://schemas.openxmlformats.org/officeDocument/2006/relationships" id="270" r:id="Re31cfb815d98445d"/>
    <p:sldId xmlns:r="http://schemas.openxmlformats.org/officeDocument/2006/relationships" id="271" r:id="R421efae5d0924db3"/>
    <p:sldId xmlns:r="http://schemas.openxmlformats.org/officeDocument/2006/relationships" id="272" r:id="Rb62da209263e4a39"/>
    <p:sldId xmlns:r="http://schemas.openxmlformats.org/officeDocument/2006/relationships" id="273" r:id="R7d23728deb1e4a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5c10693a124efb" /><Relationship Type="http://schemas.openxmlformats.org/officeDocument/2006/relationships/slideMaster" Target="/ppt/slideMasters/slideMaster1.xml" Id="R0ad85e8d81e44f56" /><Relationship Type="http://schemas.openxmlformats.org/officeDocument/2006/relationships/notesMaster" Target="/ppt/notesMasters/notesMaster1.xml" Id="Rf347b056edbd4aca" /><Relationship Type="http://schemas.openxmlformats.org/officeDocument/2006/relationships/presProps" Target="/ppt/presProps.xml" Id="R33b62091bcd44e93" /><Relationship Type="http://schemas.openxmlformats.org/officeDocument/2006/relationships/tableStyles" Target="/ppt/tableStyles.xml" Id="R383cbe2baec34453" /><Relationship Type="http://schemas.openxmlformats.org/officeDocument/2006/relationships/slide" Target="/ppt/slides/slide1.xml" Id="Redccc338192c4d95" /><Relationship Type="http://schemas.openxmlformats.org/officeDocument/2006/relationships/slide" Target="/ppt/slides/slide2.xml" Id="Ra96922f2fd4a4640" /><Relationship Type="http://schemas.openxmlformats.org/officeDocument/2006/relationships/slide" Target="/ppt/slides/slide3.xml" Id="Rabe950c1cc674653" /><Relationship Type="http://schemas.openxmlformats.org/officeDocument/2006/relationships/slide" Target="/ppt/slides/slide4.xml" Id="Rca2e81a6b99d48f9" /><Relationship Type="http://schemas.openxmlformats.org/officeDocument/2006/relationships/slide" Target="/ppt/slides/slide5.xml" Id="Rf35e38d308344c5f" /><Relationship Type="http://schemas.openxmlformats.org/officeDocument/2006/relationships/slide" Target="/ppt/slides/slide6.xml" Id="Ra84250c221f54de5" /><Relationship Type="http://schemas.openxmlformats.org/officeDocument/2006/relationships/slide" Target="/ppt/slides/slide7.xml" Id="R7c41e04b230b49e9" /><Relationship Type="http://schemas.openxmlformats.org/officeDocument/2006/relationships/slide" Target="/ppt/slides/slide8.xml" Id="R51559ffcdffb44b1" /><Relationship Type="http://schemas.openxmlformats.org/officeDocument/2006/relationships/slide" Target="/ppt/slides/slide9.xml" Id="R5573dd18bfea47d2" /><Relationship Type="http://schemas.openxmlformats.org/officeDocument/2006/relationships/slide" Target="/ppt/slides/slide10.xml" Id="R0b8a5f1588554a75" /><Relationship Type="http://schemas.openxmlformats.org/officeDocument/2006/relationships/slide" Target="/ppt/slides/slide11.xml" Id="Rdc21430020024cee" /><Relationship Type="http://schemas.openxmlformats.org/officeDocument/2006/relationships/slide" Target="/ppt/slides/slide12.xml" Id="Re2cc7de78fec423e" /><Relationship Type="http://schemas.openxmlformats.org/officeDocument/2006/relationships/slide" Target="/ppt/slides/slide13.xml" Id="Rab12446d637a47f1" /><Relationship Type="http://schemas.openxmlformats.org/officeDocument/2006/relationships/slide" Target="/ppt/slides/slide14.xml" Id="Rfb6e7cd6e79a42fd" /><Relationship Type="http://schemas.openxmlformats.org/officeDocument/2006/relationships/slide" Target="/ppt/slides/slide15.xml" Id="Re31cfb815d98445d" /><Relationship Type="http://schemas.openxmlformats.org/officeDocument/2006/relationships/slide" Target="/ppt/slides/slide16.xml" Id="R421efae5d0924db3" /><Relationship Type="http://schemas.openxmlformats.org/officeDocument/2006/relationships/slide" Target="/ppt/slides/slide17.xml" Id="Rb62da209263e4a39" /><Relationship Type="http://schemas.openxmlformats.org/officeDocument/2006/relationships/slide" Target="/ppt/slides/slide18.xml" Id="R7d23728deb1e4a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248a20e89e44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ab9d5b8b09458b" /><Relationship Type="http://schemas.openxmlformats.org/officeDocument/2006/relationships/notesMaster" Target="/ppt/notesMasters/notesMaster1.xml" Id="Ra981c5687b2c49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d814365eca465e" /><Relationship Type="http://schemas.openxmlformats.org/officeDocument/2006/relationships/notesMaster" Target="/ppt/notesMasters/notesMaster1.xml" Id="R35e281e2626440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5f3d95ddbf46fe" /><Relationship Type="http://schemas.openxmlformats.org/officeDocument/2006/relationships/notesMaster" Target="/ppt/notesMasters/notesMaster1.xml" Id="Rea3cfa4b2a354c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12f1058a6f4898" /><Relationship Type="http://schemas.openxmlformats.org/officeDocument/2006/relationships/notesMaster" Target="/ppt/notesMasters/notesMaster1.xml" Id="R28adba81634747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6dd13422cd48ef" /><Relationship Type="http://schemas.openxmlformats.org/officeDocument/2006/relationships/notesMaster" Target="/ppt/notesMasters/notesMaster1.xml" Id="R56cad69df68849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3c0148d13749e8" /><Relationship Type="http://schemas.openxmlformats.org/officeDocument/2006/relationships/notesMaster" Target="/ppt/notesMasters/notesMaster1.xml" Id="Rd9e4192def7546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d4aab4971d47f1" /><Relationship Type="http://schemas.openxmlformats.org/officeDocument/2006/relationships/notesMaster" Target="/ppt/notesMasters/notesMaster1.xml" Id="R9239ec38bc904b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3ab3783e054e5d" /><Relationship Type="http://schemas.openxmlformats.org/officeDocument/2006/relationships/notesMaster" Target="/ppt/notesMasters/notesMaster1.xml" Id="R3613a70e9b5746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c5489f10044f6e" /><Relationship Type="http://schemas.openxmlformats.org/officeDocument/2006/relationships/notesMaster" Target="/ppt/notesMasters/notesMaster1.xml" Id="R6f0daa4586fb46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3e8362324041fb" /><Relationship Type="http://schemas.openxmlformats.org/officeDocument/2006/relationships/notesMaster" Target="/ppt/notesMasters/notesMaster1.xml" Id="Rcc9f95cf75f14f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dd8a70905d4c1c" /><Relationship Type="http://schemas.openxmlformats.org/officeDocument/2006/relationships/notesMaster" Target="/ppt/notesMasters/notesMaster1.xml" Id="R8a0e6aa40a3e4a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691f0791c4414f" /><Relationship Type="http://schemas.openxmlformats.org/officeDocument/2006/relationships/notesMaster" Target="/ppt/notesMasters/notesMaster1.xml" Id="R42243f47a9c040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bc8e3b906d458b" /><Relationship Type="http://schemas.openxmlformats.org/officeDocument/2006/relationships/notesMaster" Target="/ppt/notesMasters/notesMaster1.xml" Id="R373128dd602e4c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963996a5984d08" /><Relationship Type="http://schemas.openxmlformats.org/officeDocument/2006/relationships/notesMaster" Target="/ppt/notesMasters/notesMaster1.xml" Id="R3468e9c936de43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e63c62e09f490a" /><Relationship Type="http://schemas.openxmlformats.org/officeDocument/2006/relationships/notesMaster" Target="/ppt/notesMasters/notesMaster1.xml" Id="R722816e34c214a1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59a965d3c54128" /><Relationship Type="http://schemas.openxmlformats.org/officeDocument/2006/relationships/notesMaster" Target="/ppt/notesMasters/notesMaster1.xml" Id="Rf9870a4b5b0d46f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567b906569419c" /><Relationship Type="http://schemas.openxmlformats.org/officeDocument/2006/relationships/notesMaster" Target="/ppt/notesMasters/notesMaster1.xml" Id="R87f31b51626d492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24342c863a74d3f" /><Relationship Type="http://schemas.openxmlformats.org/officeDocument/2006/relationships/notesMaster" Target="/ppt/notesMasters/notesMaster1.xml" Id="Rbcd8ef30221c44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9: Bubble sort.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994ce998849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6dc00fd0754c15" /><Relationship Type="http://schemas.openxmlformats.org/officeDocument/2006/relationships/slideLayout" Target="/ppt/slideLayouts/slideLayout1.xml" Id="R57a364bad11247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a364bad11247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04e313f8d4562" /><Relationship Type="http://schemas.openxmlformats.org/officeDocument/2006/relationships/image" Target="/ppt/media/image.png" Id="Rda6c4963f60c4840" /><Relationship Type="http://schemas.openxmlformats.org/officeDocument/2006/relationships/image" Target="/ppt/media/image.jpeg" Id="Rba580424ec954172" /><Relationship Type="http://schemas.openxmlformats.org/officeDocument/2006/relationships/notesSlide" Target="/ppt/notesSlides/notesSlide1.xml" Id="R7029aac5a21144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f2d310ec64aa5" /><Relationship Type="http://schemas.openxmlformats.org/officeDocument/2006/relationships/image" Target="/ppt/media/image2.png" Id="R8c49a83c1d3c43bf" /><Relationship Type="http://schemas.openxmlformats.org/officeDocument/2006/relationships/notesSlide" Target="/ppt/notesSlides/notesSlide2.xml" Id="R67bafc11eb534a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4525e5f9d430f" /><Relationship Type="http://schemas.openxmlformats.org/officeDocument/2006/relationships/image" Target="/ppt/media/image3.png" Id="Rf8fbfcd1dbc54d56" /><Relationship Type="http://schemas.openxmlformats.org/officeDocument/2006/relationships/notesSlide" Target="/ppt/notesSlides/notesSlide3.xml" Id="Ra865bca9744b47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dd938b4ce435b" /><Relationship Type="http://schemas.openxmlformats.org/officeDocument/2006/relationships/image" Target="/ppt/media/image4.png" Id="Rfb7888183f8d4f22" /><Relationship Type="http://schemas.openxmlformats.org/officeDocument/2006/relationships/notesSlide" Target="/ppt/notesSlides/notesSlide4.xml" Id="R79f500841b4647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343c6a54d4145" /><Relationship Type="http://schemas.openxmlformats.org/officeDocument/2006/relationships/image" Target="/ppt/media/image5.png" Id="Rc5b79328f87d487d" /><Relationship Type="http://schemas.openxmlformats.org/officeDocument/2006/relationships/notesSlide" Target="/ppt/notesSlides/notesSlide5.xml" Id="R94040bf96ac34d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51a88585243b2" /><Relationship Type="http://schemas.openxmlformats.org/officeDocument/2006/relationships/image" Target="/ppt/media/image6.png" Id="R9a00ef7671434bab" /><Relationship Type="http://schemas.openxmlformats.org/officeDocument/2006/relationships/notesSlide" Target="/ppt/notesSlides/notesSlide6.xml" Id="Ra5194574c5cb44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d66f80e29412e" /><Relationship Type="http://schemas.openxmlformats.org/officeDocument/2006/relationships/image" Target="/ppt/media/image7.png" Id="R833cf062b2a74b26" /><Relationship Type="http://schemas.openxmlformats.org/officeDocument/2006/relationships/notesSlide" Target="/ppt/notesSlides/notesSlide7.xml" Id="R2e762a50b01e41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0c6c3f48146a2" /><Relationship Type="http://schemas.openxmlformats.org/officeDocument/2006/relationships/image" Target="/ppt/media/image8.png" Id="R9ee50ab24313453d" /><Relationship Type="http://schemas.openxmlformats.org/officeDocument/2006/relationships/notesSlide" Target="/ppt/notesSlides/notesSlide8.xml" Id="R9aceb6bb18a24e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84aac97bf41c6" /><Relationship Type="http://schemas.openxmlformats.org/officeDocument/2006/relationships/image" Target="/ppt/media/image9.png" Id="Rfeaf825d24384fa4" /><Relationship Type="http://schemas.openxmlformats.org/officeDocument/2006/relationships/notesSlide" Target="/ppt/notesSlides/notesSlide9.xml" Id="Ra3f03752be0c48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3551a135a4198" /><Relationship Type="http://schemas.openxmlformats.org/officeDocument/2006/relationships/image" Target="/ppt/media/image10.png" Id="R59afbfc91b7240f4" /><Relationship Type="http://schemas.openxmlformats.org/officeDocument/2006/relationships/notesSlide" Target="/ppt/notesSlides/notesSlide10.xml" Id="R677c48e546214b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b6757d07a4191" /><Relationship Type="http://schemas.openxmlformats.org/officeDocument/2006/relationships/image" Target="/ppt/media/image11.png" Id="R67abc89b37224286" /><Relationship Type="http://schemas.openxmlformats.org/officeDocument/2006/relationships/notesSlide" Target="/ppt/notesSlides/notesSlide11.xml" Id="R327a38fdf7de45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8f121f52084f6c" /><Relationship Type="http://schemas.openxmlformats.org/officeDocument/2006/relationships/image" Target="/ppt/media/image12.png" Id="R1b62f815c07f48b3" /><Relationship Type="http://schemas.openxmlformats.org/officeDocument/2006/relationships/notesSlide" Target="/ppt/notesSlides/notesSlide12.xml" Id="Re220f34e458140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ed961d6954cc5" /><Relationship Type="http://schemas.openxmlformats.org/officeDocument/2006/relationships/image" Target="/ppt/media/image13.png" Id="R59e6881093314f1e" /><Relationship Type="http://schemas.openxmlformats.org/officeDocument/2006/relationships/notesSlide" Target="/ppt/notesSlides/notesSlide13.xml" Id="Rf968528e017745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f478b3bb14c5a" /><Relationship Type="http://schemas.openxmlformats.org/officeDocument/2006/relationships/image" Target="/ppt/media/image14.png" Id="R7146f566a33d499f" /><Relationship Type="http://schemas.openxmlformats.org/officeDocument/2006/relationships/notesSlide" Target="/ppt/notesSlides/notesSlide14.xml" Id="R9957a7447b654e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ed1a8a85a4d1e" /><Relationship Type="http://schemas.openxmlformats.org/officeDocument/2006/relationships/image" Target="/ppt/media/image15.png" Id="R2761ede443ea4e78" /><Relationship Type="http://schemas.openxmlformats.org/officeDocument/2006/relationships/notesSlide" Target="/ppt/notesSlides/notesSlide15.xml" Id="Rf11eeeba267043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15047038644ba" /><Relationship Type="http://schemas.openxmlformats.org/officeDocument/2006/relationships/image" Target="/ppt/media/image16.png" Id="Rc6d3bacc3944428b" /><Relationship Type="http://schemas.openxmlformats.org/officeDocument/2006/relationships/notesSlide" Target="/ppt/notesSlides/notesSlide16.xml" Id="Rcb1a56d31af44c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b7388a4b8429c" /><Relationship Type="http://schemas.openxmlformats.org/officeDocument/2006/relationships/image" Target="/ppt/media/image17.png" Id="Rdb97c23190e54b57" /><Relationship Type="http://schemas.openxmlformats.org/officeDocument/2006/relationships/notesSlide" Target="/ppt/notesSlides/notesSlide17.xml" Id="Rfd1ea0e16f1d45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b30f1f61943e0" /><Relationship Type="http://schemas.openxmlformats.org/officeDocument/2006/relationships/image" Target="/ppt/media/image18.png" Id="R5f597aaecb5d41ef" /><Relationship Type="http://schemas.openxmlformats.org/officeDocument/2006/relationships/notesSlide" Target="/ppt/notesSlides/notesSlide18.xml" Id="Rcd21283fa6eb45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09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BUBBLE SORT CONVEYOR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c4963f60c484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Bubble sort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Can moving one item at a time eventually put a whole list in order?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80424ec95417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9a83c1d3c43b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Describe adjacent comparisons and swaps.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complete bubble-sort passes.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an early stopping condition.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bfcd1dbc54d5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For ascending order, should neighbouring values 7 and 3 be swapped? Why?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888183f8d4f2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Yes. 7 is greater than 3, so swapping puts the smaller value first.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79328f87d487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Pass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Swap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0ef7671434ba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Pass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One traversal of the part of the list currently being processed.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Swap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Exchanging the positions of two values.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09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cf062b2a74b2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Bubble sort conveyor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50ab24313453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f825d24384fa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review mode to correct any mistakes. Write one correction and explain why the right answer fits. Then complete the plenary from memory.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fbfc91b7240f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Stop when unchanged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Other adjacent pairs may still be out of order. The whole active pass must be checked.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abc89b3722428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Compare neighbours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No. They are already in a valid ascending order.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Complete the first pass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No. 4 and 2 are still out of order, though 5 is in its final position.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Continue the passes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1, 2, 4, 5.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2f815c07f48b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Swaps and comparisons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Three adjacent comparisons and one swap.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Read the swap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preserves the original a[i] so it is not lost when a[i] is overwritten.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Stop when unchanged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Other adjacent pairs may still be out of order. The whole active pass must be checked.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6881093314f1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First full left-to-right bubble pass on [4, 3, 2, 1] gives...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3, 2, 1, 4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Why can the rightmost value then be excluded?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It is the largest and is in its final position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6f566a33d499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Show the first left-to-right pass on [6, 2, 5, 1], recording each swap. [3]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how a swap flag can reduce unnecessary passes. [2]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1ede443ea4e7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why one pass does not necessarily sort a list.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3bacc3944428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2,6,5,1 (1); 2,5,6,1 (1); 2,5,1,6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Reset the flag before a pass and set it on a swap (1). Stop after a whole pass leaves it false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7c23190e54b5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places the largest remaining value at the end (1), but other values can still be out of order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09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97aaecb5d41e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Describe adjacent comparisons and swaps.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complete bubble-sort passes.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an early stopping condition.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2026-09-28T13:00:35.1020000Z</dcterms:created>
  <dcterms:modified xsi:type="dcterms:W3CDTF">2026-09-28T13:00:35.1020000Z</dcterms:modified>
</coreProperties>
</file>
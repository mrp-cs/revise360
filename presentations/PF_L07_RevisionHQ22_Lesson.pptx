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7: Revision HQ 2.2.
Open the experience at revise360.co.uk and hand out PF_L07_RevisionHQ_Worksheet.docx.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Constructs recap.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Types and operators recap.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File handling recap.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Records and SQL recap.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Arrays and sub-programs recap.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Randomness recap.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2.2 Programming fundamentals  |  Lesson 7</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Revision HQ 2.2</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Each station takes one lesson from this topic and goes straight for the part that most often goes wrong, so this is a check rather than a re-teach. Work through all six, then take on a lane draw that needs almost everything you have learned.</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Which parts of 2.2 am I secure on, and which do I need to revise before the test?</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the whole of topic 2.2 well enough to answer without notes</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the mistakes that most often lose marks in programming questions</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which lessons are secure and which still need revision before the test</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1920240"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Constructs</a:t>
            </a:r>
            <a:endParaRPr lang="en-US" sz="1200" dirty="0"/>
          </a:p>
        </p:txBody>
      </p:sp>
      <p:sp>
        <p:nvSpPr>
          <p:cNvPr id="19" name="Shape 17"/>
          <p:cNvSpPr/>
          <p:nvPr/>
        </p:nvSpPr>
        <p:spPr>
          <a:xfrm>
            <a:off x="2596896" y="5468112"/>
            <a:ext cx="1481328"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2596896" y="5468112"/>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Casting</a:t>
            </a:r>
            <a:endParaRPr lang="en-US" sz="1200" dirty="0"/>
          </a:p>
        </p:txBody>
      </p:sp>
      <p:sp>
        <p:nvSpPr>
          <p:cNvPr id="21" name="Shape 19"/>
          <p:cNvSpPr/>
          <p:nvPr/>
        </p:nvSpPr>
        <p:spPr>
          <a:xfrm>
            <a:off x="4206240" y="5468112"/>
            <a:ext cx="2359152"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4206240" y="5468112"/>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File handling</a:t>
            </a:r>
            <a:endParaRPr lang="en-US" sz="1200" dirty="0"/>
          </a:p>
        </p:txBody>
      </p:sp>
      <p:sp>
        <p:nvSpPr>
          <p:cNvPr id="23" name="Shape 21"/>
          <p:cNvSpPr/>
          <p:nvPr/>
        </p:nvSpPr>
        <p:spPr>
          <a:xfrm>
            <a:off x="6693408" y="5468112"/>
            <a:ext cx="1005840"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6693408" y="5468112"/>
            <a:ext cx="10058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SQL</a:t>
            </a:r>
            <a:endParaRPr lang="en-US" sz="1200" dirty="0"/>
          </a:p>
        </p:txBody>
      </p:sp>
      <p:sp>
        <p:nvSpPr>
          <p:cNvPr id="25" name="Shape 23"/>
          <p:cNvSpPr/>
          <p:nvPr/>
        </p:nvSpPr>
        <p:spPr>
          <a:xfrm>
            <a:off x="7827264" y="5468112"/>
            <a:ext cx="1188720" cy="402336"/>
          </a:xfrm>
          <a:prstGeom prst="roundRect">
            <a:avLst>
              <a:gd name="adj" fmla="val 50000"/>
            </a:avLst>
          </a:prstGeom>
          <a:solidFill>
            <a:srgbClr val="FFFFFF"/>
          </a:solidFill>
          <a:ln w="12700">
            <a:solidFill>
              <a:srgbClr val="2D63FF"/>
            </a:solidFill>
            <a:prstDash val="solid"/>
          </a:ln>
        </p:spPr>
      </p:sp>
      <p:sp>
        <p:nvSpPr>
          <p:cNvPr id="26" name="Text 24"/>
          <p:cNvSpPr txBox="1"/>
          <p:nvPr/>
        </p:nvSpPr>
        <p:spPr>
          <a:xfrm>
            <a:off x="7827264" y="5468112"/>
            <a:ext cx="118872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Array</a:t>
            </a:r>
            <a:endParaRPr lang="en-US" sz="1200" dirty="0"/>
          </a:p>
        </p:txBody>
      </p:sp>
      <p:sp>
        <p:nvSpPr>
          <p:cNvPr id="27" name="Shape 25"/>
          <p:cNvSpPr/>
          <p:nvPr/>
        </p:nvSpPr>
        <p:spPr>
          <a:xfrm>
            <a:off x="9144000" y="5468112"/>
            <a:ext cx="2066544" cy="402336"/>
          </a:xfrm>
          <a:prstGeom prst="roundRect">
            <a:avLst>
              <a:gd name="adj" fmla="val 50000"/>
            </a:avLst>
          </a:prstGeom>
          <a:solidFill>
            <a:srgbClr val="FFFFFF"/>
          </a:solidFill>
          <a:ln w="12700">
            <a:solidFill>
              <a:srgbClr val="2D63FF"/>
            </a:solidFill>
            <a:prstDash val="solid"/>
          </a:ln>
        </p:spPr>
      </p:sp>
      <p:sp>
        <p:nvSpPr>
          <p:cNvPr id="28" name="Text 26"/>
          <p:cNvSpPr txBox="1"/>
          <p:nvPr/>
        </p:nvSpPr>
        <p:spPr>
          <a:xfrm>
            <a:off x="9144000"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Sub-program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Without looking back at your notes, write down the three programming constructs, the five data types, and the four operations a program carries out on a file.</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Revision HQ 2.2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Constructs recap</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single equals sign assigns a value to a variable; a double equals sign compares two values and gives True or False.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Selection makes a choice once. Iteration goes back and repeats.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condition-controlled loop must change the variable in its condition somewhere inside the loop, or it never ends.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down the difference between = and == and give an example of each.</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single equals sign... A double equals sign...</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Types and operators recap</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 joins two strings but adds two numbers, so "7" + "2" gives the string 72 while 7 + 2 gives 9.</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input() always returns a string, so a number must be cast before any arithmetic is done with it.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DIV gives how many whole times one number goes into another, and MOD gives the remainder left over.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what int(7.9) gives, and why that is not the same as rounding.</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Casting is needed because...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File handling recap</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Python 3, mode "w" wipes whatever was in the file, and mode "a" adds to the end and keeps what was already there.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a read loop calls readLine() inside the loop and stops when endOfFile() becomes True.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file must be closed, or the last data written may never leave the buffer in memory.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A program saves a new high score each week, but the file only ever holds one score. Explain what is wrong and how to fix it.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mode a file is opened in decides...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Records and SQL recap</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SELECT chooses the fields, FROM chooses the table and WHERE chooses the records.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Text in a WHERE condition goes inside single quotes, and a pattern with a wildcard needs LIKE rather than =.</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AND needs both of its conditions to be True, so it returns the same number of records as OR or fewer.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down the three parts of an SQL query and say what each one decides.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part of a query that decides which records come back is...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Arrays and sub-programs recap</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array of n elements is indexed 0 to n - 1, so the last index is always one less than the size.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function returns a value to the line that called it, and a procedure does not.</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local variable only exists inside its own sub-program, so no other part of the program can read it.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An array holds twelve lane numbers. Give the index of the first and of the last, and write the loop that would visit them all.</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An index goes out of range when...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Randomness recap</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 the OCR Exam Reference Language, random(1, 6) includes both 1 and 6.</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computer produces pseudo-random numbers with an algorithm and a seed, so the same seed gives the same sequence.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random index must stay inside the array, so an array of six elements needs a number from 0 to 5.</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why random(0, 6) is the wrong call for choosing one of six prizes from an array.</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Pseudo-random numbers come from...</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The lane draw</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Sports day needs a fair draw. Eight runners' names are stored in a file, and the program must give each of them a different lane from 1 to 8, chosen at random, then save the finished list. Tap the star and build it.</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Revision that works</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Cover the bullets at a station, say them out loud from memory, then uncover them and check. Reading them again is much easier, and much less useful, than trying to recall them.</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Two marks, two things</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two-mark question that says state the difference wants both sides written down. Saying what casting does without saying why it is needed throws away half the marks.</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Say which language</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Answering a code question in Python instead of the OCR Exam Reference Language is fine, but stick to one of them for the whole answer. Mixing print() with endif loses marks because neither language is being followed.</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Three lines, three jobs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Nearly every SQL mark comes from the same three lines: SELECT for the fields, FROM for the table and WHERE for the records. Write them on separate lines and check each one in turn.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State the difference between a count-controlled loop and a condition-controlled loop.</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club stores its members in a table called Members, with the fields MemberID, Name, Year and Paid. Write an SQL query that returns the name of every member in Year 10 who has not paid.</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Eight runners' names are stored in a file. Write an algorithm that gives each runner a different lane from 1 to 8, chosen at random, and outputs the finished draw. Use the OCR Exam Reference Language or a language you know.</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2.2 Programming fundamentals  |  Lesson 7</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Variables, constants and the three constructs</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Data types, casting, operators and string handling</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Files, records and SQL, arrays, sub-programs and random numbers</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Revision HQ 2.2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2.2 Programming fundamentals  |  Lesson 7 — Revision HQ 2.2</dc:title>
  <dc:subject>OCR J277 GCSE Computer Science</dc:subject>
  <dc:creator>Revise 360 Ltd</dc:creator>
  <cp:lastModifiedBy>Revise 360 Ltd</cp:lastModifiedBy>
  <cp:revision>1</cp:revision>
  <dcterms:created xsi:type="dcterms:W3CDTF">2026-10-01T23:58:37Z</dcterms:created>
  <dcterms:modified xsi:type="dcterms:W3CDTF">2026-10-01T23:58:37Z</dcterms:modified>
</cp:coreProperties>
</file>
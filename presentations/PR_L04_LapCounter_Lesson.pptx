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Lap counter.
Open the experience at revise360.co.uk and hand out PR_L04_LapCounter_Worksheet.docx.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Lap counter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At the lap counter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Lap counter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an announcement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 program structures.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numbers does range(5) actually count through?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 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lists the hall rows from 4 to 9 inclusive?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range does not build a list of its numbers: it works each one out as the loop asks for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1, the other adds a value.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of 10 run 100 times, so nesting multiplies the work rather than adding to it.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best value in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loop, the counter and the total for a report on a set of words.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 again and again.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running on the lap counter.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7 daily rainfall figures in millimetres and prints their total and their mean.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size from the user and prints a solid square of hash characters of that size.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Lap counter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Lap counter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
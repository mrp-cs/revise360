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Lap counter.
Open the experience at revise360.co.uk and hand out PR_L04_LapCounter_Worksheet.docx.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Lap counter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At the lap counter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Lap counter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an announcement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 program structures.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numbers does range(5) actually count through?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 0.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lists the hall rows from 4 to 9 inclusive?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range does not build a list of its numbers: it works each one out as the loop asks for it.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1, the other adds a value.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nested loops of 10 run 100 times, so nesting multiplies the work rather than adding to it.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best value in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the loop, the counter and the total for a report on a set of words.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 again and again.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running on the lap counter.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7 daily rainfall figures in millimetres and prints their total and their mean.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size from the user and prints a solid square of hash characters of that size.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Lap counter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Lap counter</dc:title>
  <dc:subject>OCR J277 GCSE Computer Science</dc:subject>
  <dc:creator>Revise 360 Ltd</dc:creator>
  <cp:lastModifiedBy>Revise 360 Ltd</cp:lastModifiedBy>
  <cp:revision>1</cp:revision>
  <dcterms:created xsi:type="dcterms:W3CDTF">2026-10-02T12:49:28Z</dcterms:created>
  <dcterms:modified xsi:type="dcterms:W3CDTF">2026-10-02T12:49:28Z</dcterms:modified>
</cp:coreProperties>
</file>
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4: Lap counter.
Open the experience at revise360.co.uk and hand out PR_L04_LapCounter_Worksheet.docx.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Share the objectives, then go straight into the starter. Devices stay away for the first five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 start. Take two or three answers before moving on: this is where misconceptions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 on writing before tapping. That single rule is the difference between revision and a quiz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1: Repeating a line.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2: Using the counter.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3: Choosing the range.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4: Running totals.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5: Loops inside loops.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6: Putting it together.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them commit to an answer on paper before they tap the star. Guessing first costs them the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these as a settler, or as something for early finishers to read in the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Timed and silent. Mark against the answer sheet, then ask students to record their weakest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copy their score-screen breakdown onto the worksheet, then rate themselves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17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B9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Lap counter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9184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7CDD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When you know how many times something has to happen, a counting loop does it for you. At the lap counter you will learn to control a for loop and to use the number it counts with.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4846320"/>
            <a:ext cx="2926080" cy="0"/>
          </a:xfrm>
          <a:prstGeom prst="line">
            <a:avLst/>
          </a:prstGeom>
          <a:noFill/>
          <a:ln w="31750">
            <a:solidFill>
              <a:srgbClr val="2D6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 Python course  |  Beyond the OCR J277 specification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the end of this lesson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do you decide what to put inside range() so that a loop counts exactly the values you want?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9659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write a for loop that repeats a block a set number of times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898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how range() decides which values the loop counter takes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3831336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8313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831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build a running total inside a loop, and how to put one loop inside another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08406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words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5468112"/>
            <a:ext cx="177393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5468112"/>
            <a:ext cx="17739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Iteration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450592" y="5468112"/>
            <a:ext cx="2798064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450592" y="5468112"/>
            <a:ext cx="27980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Count-controlled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376672" y="5468112"/>
            <a:ext cx="100584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376672" y="546811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for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510528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510528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range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27264" y="5468112"/>
            <a:ext cx="1481328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827264" y="5468112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Counter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436608" y="5468112"/>
            <a:ext cx="2066544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436608" y="5468112"/>
            <a:ext cx="20665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Nested loop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572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STARTER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457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Five minutes, on paper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234440"/>
            <a:ext cx="1115568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1645920"/>
            <a:ext cx="10149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down every number printed by for i in range(2, 9, 3), then say how many lines of output there are altogether.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7091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devices yet. Write your answer on the worksheet before anyone talks.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Into the experience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Lap counter on revise360.co.uk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56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around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48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Six numbered stations are arranged around you. Turn right for 1 and 2, around for 3 and 4, left for 5 and 6.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before you type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1729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task and its brief. Work out the inputs, what happens to them, and exactly what is printed.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922776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904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it and run it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19709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Type the program in the editor and press Run to see what it does. Then press Check to mark it against the tests.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946904"/>
            <a:ext cx="566928" cy="566928"/>
          </a:xfrm>
          <a:prstGeom prst="ellipse">
            <a:avLst/>
          </a:prstGeom>
          <a:solidFill>
            <a:srgbClr val="F4B94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946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928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failures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22122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test that fails tells you what was expected and what came out. Fix and run it again - that is what programmers do.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Repeating a line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for i in range(4): runs the indented block below it four times.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Count-controlled iteration is used when the number of repeats is known in advance.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leaving the line to repeat outside the loop, so it only runs once.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would you repeat an announcement as many times as the user asks for?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Iteration is the proper name for repetition, and it is one of the three basic program structures.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Using the counter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loop variable holds the count on each pass, so you can print it or calculate with it.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range(n) counts from 0, so the values are 0 up to n - 1.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expecting range(5) to include 5, or to start at 1.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numbers does range(5) actually count through?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Counting from 0 is normal in programming, and it is why the first item of a list is item 0.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Choosing the range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range(start, stop) counts from start up to but not including stop.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third value is the step, so range(10, 0, -2) counts back down in twos.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forgetting stop is never reached, which quietly loses the last value.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range lists the hall rows from 4 to 9 inclusive?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range does not build a list of its numbers: it works each one out as the loop asks for it.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Running totals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running total is set to 0 before the loop and grows inside it.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total = total + value adds this pass's value to whatever is already there.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setting the total back to 0 inside the loop, which loses everything counted so far.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Where must a running total be set to zero, and why there?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counter and a running total work the same way: one adds 1, the other adds a value.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Loops inside loops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nested loop runs the whole inner loop on every single pass of the outer one.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Rows and columns are the usual job: the outer loop picks the row, the inner one the column.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indenting the inner loop's body wrongly, so all the rows run together.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many lines does a loop of 4 columns inside a loop of 3 rows print?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Two nested loops of 10 run 100 times, so nesting multiplies the work rather than adding to it.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Putting it together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Decide what each loop counts before you write it, and name the variable after that.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Build the total, the count and the best value in the same single pass through the data.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printing inside the loop when the task asks for one line at the end.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the loop, the counter and the total for a report on a set of words.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pass that gathers several answers at once beats looping over the same data again and again.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38912"/>
            <a:ext cx="3108960" cy="502920"/>
          </a:xfrm>
          <a:prstGeom prst="roundRect">
            <a:avLst>
              <a:gd name="adj" fmla="val 18182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38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 FINAL CHALLENGE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0972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many times?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111556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2331720"/>
            <a:ext cx="10149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Eight loops are running on the lap counter. Tap the star and sort each one by how many times its block runs.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5262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Predict on paper first, then look down and test it.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Worth knowing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information markers dotted around the room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Three structures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Sequence, selection and iteration are the three building blocks of every program ever written.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i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loop variable is traditionally i, for index, with j and k for nested loops - but a name that says what it counts is clearer.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Counting down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negative step counts backwards, which is how a program works through a list from the end to the start.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37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pass, many answers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single loop can build a total, a count and a highest value all at once, which saves going through the data twice.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Exam practice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Devices away. Answer from memory on the worksheet.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38528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program should print the numbers 1 to 10 but prints 0 to 9 instead. Its loop begins for i in range(10). State which values the original range() counted through, and rewrite the line so the loop prints 1 to 10.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515600" y="2130552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2130552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[2]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127248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236976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reads 7 daily rainfall figures in millimetres and prints their total and their mean.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0515600" y="3429000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515600" y="3429000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[5]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4425696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535424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reads a size from the user and prints a solid square of hash characters of that size.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0515600" y="4727448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515600" y="4727448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[4]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Before you go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Rate yourself on each of these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202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Writing a for loop with the right range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595360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674352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74352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753344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753344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88036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288036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Keeping a running total inside a loop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95360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0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74352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753344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753344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84048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384048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Using one loop inside another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595360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95360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74352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74352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753344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753344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50749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Anything marked Focus here: reopen Lap counter and use review mode on the questions you got wrong.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Revise 360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programming  |  Lesson 4 — Lap counter</dc:title>
  <dc:subject>OCR J277 GCSE Computer Science</dc:subject>
  <dc:creator>Revise 360 Ltd</dc:creator>
  <cp:lastModifiedBy>Revise 360 Ltd</cp:lastModifiedBy>
  <cp:revision>1</cp:revision>
  <dcterms:created xsi:type="dcterms:W3CDTF">2026-10-02T07:59:13Z</dcterms:created>
  <dcterms:modified xsi:type="dcterms:W3CDTF">2026-10-02T07:59:13Z</dcterms:modified>
</cp:coreProperties>
</file>
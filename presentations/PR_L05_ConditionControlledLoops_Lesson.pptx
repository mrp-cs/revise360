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5: Condition-controlled loops.
Open the experience at revise360.co.uk and hand out PR_L05_ConditionControlledLoops_Worksheet.docx.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loop with a condition.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Asking until it is right.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Sentinel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Counting inside a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Choosing for or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Condition-controlled loops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Sometimes a program cannot know how many repeats it needs until it is already running. Work through the six stations and you will write condition-controlled loops that keep going until something changes.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between a for loop and a while loop before you write a single line of code?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while loop and what makes it stop repeating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validation loop keeps asking until the value typed in is acceptable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a sentinel value ends a loop when the amount of data is not known in advance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Condition-controlled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5993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5993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 loop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64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564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912096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12096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sets count = 5, then a while loop runs for as long as count &gt; 0, and the only line inside the loop prints count. Describe what happens when this program runs, and write down the one line that is missing.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Condition-controlled loops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with a condition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 repeats its block for as long as its condition stays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condition is tested before every pass, so a while loop can run no times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never changing the condition inside the loop, which leaves it running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has to change inside a while loop for it ever to stop?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whose condition never becomes False will freeze the program, and is called an...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Asking until it is right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value, then asks again for as long as it breaks the rules.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once above the loop, then read again at the bottom of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leaving the second read out, so the same bad value is tested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validation loop need an input() in two different places?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that keeps asking until the value is acceptable has a name of its own, and it is the heart of topic 2.3:...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sentinel is an agreed value meaning 'no more data', such as -1 or the word end.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keeps going until the sentinel arrives, however many values came before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counting the sentinel itself as one of the real values.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a sentinel be a value the real data can never take?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means guard, because the value stands at the end of the data...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inside a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are set up before the loop and updated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pass can count the values and test each one against a rule.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updating the counter after the loop has already finished.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count how many of the numbers read reached 40?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while loop with a counter can do anything a for loop can, but a for loop says it more...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for or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for when the number of repeats is known before the loop starts.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while when it depends on the data, or on what the user chooses to type.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 while loop with its own counter where a for loop would be shorter and safer.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kind of loop does a program need when it cannot know how many repeats there will be?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for and while are kinds of iteration, so in the exam you must name the kind you have...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Set every total and counter up before the loop, and report them after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while loop can both check what comes in and gather the figures you need.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reporting inside the loop, which prints a line for every value read.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should a program print when the sentinel is the very first thing typed?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that reads until a sentinel copes with no data at all, as long as the totals start at...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or while?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jobs are waiting on the floor below you. Tap the star and decide whether each one needs a count-controlled for loop or a condition-controlled while loop.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Stuck forever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program stops responding, an infinite loop is often why: the condition it waits for can never become False.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 again politely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good validation loop says what was wrong with the last answer, not just 'try again'.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a sentinel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-1 works when the real values can never be negative. For a temperature it would be a terrible choice.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 or total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always adds 1. A running total adds whatever came in. Plenty of programs need both at once.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whole number, then repeats for as long as it is outside 1 to 20. When 99 is typed the program prints out of range over and over. State what has been left out of the loop, and where in the loop it belongs.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whole numbers until -1 is typed, then prints how many numbers were read and their total.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keeps asking for a word until yes or no is typed, printing please answer yes or no for every other word, and then prints the word that was accepted.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while loop that stops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validation loop that asks again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a sentinel value to end a loop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Condition-controlled loops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5 — Condition-controlled loops</dc:title>
  <dc:subject>OCR J277 GCSE Computer Science</dc:subject>
  <dc:creator>Revise 360 Ltd</dc:creator>
  <cp:lastModifiedBy>Revise 360 Ltd</cp:lastModifiedBy>
  <cp:revision>1</cp:revision>
  <dcterms:created xsi:type="dcterms:W3CDTF">2026-10-02T16:28:29Z</dcterms:created>
  <dcterms:modified xsi:type="dcterms:W3CDTF">2026-10-02T16:28:29Z</dcterms:modified>
</cp:coreProperties>
</file>
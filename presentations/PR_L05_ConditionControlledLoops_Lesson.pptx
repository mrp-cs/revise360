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5: Condition-controlled loops.
Open the experience at revise360.co.uk and hand out PR_L05_ConditionControlledLoops_Worksheet.docx.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the objectives, then go straight into the starter. Devices stay away for the first five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Silent start. Take two or three answers before moving on: this is where misconceptions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 on writing before tapping. That single rule is the difference between revision and a quiz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1: A loop with a condition.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2: Asking until it is right.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3: Sentinel values.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4: Counting inside a while.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5: Choosing for or while.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6: Putting it together.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them commit to an answer on paper before they tap the star. Guessing first costs them the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as a settler, or as something for early finishers to read in the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Timed and silent. Mark against the answer sheet, then ask students to record their weakest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copy their score-screen breakdown onto the worksheet, then rate themselves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17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B9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5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Condition-controlled loops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9184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7CD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Sometimes a program cannot know how many repeats it needs until it is already running. In the waiting room you will write condition-controlled loops that keep going until something changes.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846320"/>
            <a:ext cx="2926080" cy="0"/>
          </a:xfrm>
          <a:prstGeom prst="line">
            <a:avLst/>
          </a:prstGeom>
          <a:noFill/>
          <a:ln w="31750">
            <a:solidFill>
              <a:srgbClr val="2D6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 Python course  |  Beyond the OCR J277 specification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By the end of this lesson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do you decide between a for loop and a while loop before you write a single line of code?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96596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 how to write a while loop and what makes it stop repeating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8986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 how a validation loop keeps asking until the value typed in is acceptable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48640" y="3831336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831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831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 how a sentinel value ends a loop when the amount of data is not known in advance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0840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words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468112"/>
            <a:ext cx="338328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46811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Condition-controlled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059936" y="5468112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59936" y="54681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76672" y="5468112"/>
            <a:ext cx="265176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76672" y="546811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loop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56448" y="5468112"/>
            <a:ext cx="162763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56448" y="5468112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Sentinel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912096" y="5468112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912096" y="546811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Counter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572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STARTER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Five minutes, on paper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11556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1645920"/>
            <a:ext cx="10149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program sets count = 5, then a while loop runs for as long as count &gt; 0, and the only line inside the loop prints count. Describe what happens when this program runs, and write down the one line that is missing.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7091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devices yet. Write your answer on the worksheet before anyone talks.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Into the experience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Condition-controlled loops on revise360.co.uk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856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around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1488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Six numbered stations are arranged around you. Turn right for 1 and 2, around for 3 and 4, left for 5 and 6.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before you type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1729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task and its brief. Work out the inputs, what happens to them, and exactly what is printed.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922776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922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904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it and run it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19709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Type the program in the editor and press Run to see what it does. Then press Check to mark it against the tests.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946904"/>
            <a:ext cx="566928" cy="56692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946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9286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failures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22122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test that fails tells you what was expected and what came out. Fix and run it again - that is what programmers do.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loop with a condition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while repeats its block for as long as its condition stays True.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condition is tested before every pass, so a while loop can run no times at all.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Common mistake: never changing the condition inside the loop, which leaves it running forever.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has to change inside a while loop for it ever to stop?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loop whose condition never becomes False is an infinite loop, and it will freeze the program.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Asking until it is right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validation loop reads a value, then asks again for as long as it breaks the rules.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once above the loop, then read again at the bottom of it.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Common mistake: leaving the second read out, so the same bad value is tested forever.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does a validation loop need an input() in two different places?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This shape has a name of its own: input validation, which is the heart of topic 2.3.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Sentinel values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sentinel is an agreed value meaning 'no more data', such as -1 or the word end.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loop keeps going until the sentinel arrives, however many items came before it.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Common mistake: counting the sentinel itself as one of the real values.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must a sentinel be a value the real data can never take?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Sentinel means guard: the value stands at the end of the data keeping watch.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Counting inside a while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counter and a running total are set up before the loop and updated inside it.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same pass can count the items and test each one against a rule.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Common mistake: updating the counter after the loop has already finished.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would you count how many of the scores read reached 40?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while loop with a counter can do anything a for loop can, but a for loop says it more clearly.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Choosing for or while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for when the number of repeats is known before the loop starts.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while when it depends on the data, or on what the user chooses to type.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Common mistake: a while loop with its own counter where a for loop would be shorter and safer.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loop would you use to read a known number of parcel weights?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Both kinds are called iteration, and the exam expects you to name which one you have used.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Putting it together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 every total and counter up before the loop, and report them after it.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while loop can both validate what comes in and gather the figures you need.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Common mistake: reporting inside the loop, which prints a line for every item read.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the variables a swimming session report needs before its loop starts.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loop that reads until a sentinel copes with no data at all, as long as the totals start at zero.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38912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389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★  FINAL CHALLENGE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or while?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111556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331720"/>
            <a:ext cx="10149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Eight jobs are waiting. Tap the star and decide whether each one needs a count-controlled for loop or a condition-controlled while loop.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5262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 on paper first, then look down and test it.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Worth knowing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information markers dotted around the room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Stuck forever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a program stops responding, an infinite loop is often why: the condition it waits for can never become False.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Ask again politely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good validation loop says what was wrong with the last answer, not just 'try again'.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Choosing a sentinel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-1 works for a price, because a price can never be negative. For a temperature it would be a terrible choice.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Count or total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counter always adds 1. A running total adds whatever came in. Plenty of programs need both at once.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Exam practice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Devices away. Answer from memory on the worksheet.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38528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validation loop reads a number, then repeats for as long as it is outside 1 to 50. When 99 is typed the program reports the same wrong number over and over. State what has been left out of the loop, and where in the loop it belongs.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515600" y="2130552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0" y="2130552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[2]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127248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236976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a program that reads lengths of rope in centimetres until 0 is typed, then prints how many lengths were read and their total length.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0515600" y="3429000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0" y="3429000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[5]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4425696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535424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a program that keeps asking for a password until one of at least 8 characters is typed, and then prints Accepted.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0515600" y="4727448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515600" y="4727448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[4]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 you go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Rate yourself on each of these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202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Writing a while loop that stops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595360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0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74352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74352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753344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753344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88036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288036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Writing a validation loop that asks again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95360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95360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74352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74352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753344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753344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84048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384048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Using a sentinel value to end a loop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595360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95360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674352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74352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753344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753344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50749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Anything marked Focus here: reopen Condition-controlled loops and use review mode on the questions you got wrong.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Revise 360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  |  Lesson 5 — Condition-controlled loops</dc:title>
  <dc:subject>OCR J277 GCSE Computer Science</dc:subject>
  <dc:creator>Revise 360 Ltd</dc:creator>
  <cp:lastModifiedBy>Revise 360 Ltd</cp:lastModifiedBy>
  <cp:revision>1</cp:revision>
  <dcterms:created xsi:type="dcterms:W3CDTF">2026-10-02T14:04:24Z</dcterms:created>
  <dcterms:modified xsi:type="dcterms:W3CDTF">2026-10-02T14:04:24Z</dcterms:modified>
</cp:coreProperties>
</file>
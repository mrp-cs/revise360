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Condition-controlled loops.
Open the experience at revise360.co.uk and hand out PR_L05_ConditionControlledLoops_Worksheet.docx.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Work through the six stations and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Condition-controlled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will freeze the program, and is called 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keeps asking until the value is acceptable has a name of its own, and it is the heart of topic 2.3:...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values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guard, because the value stands at the end of the data...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values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numbers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kind of loop does a program need when it cannot know how many repeats there will be?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for and while are kinds of iteration, so in the exam you must name the kind you have...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check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inside the loop, which prints a line for every value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a program print when the sentinel is the very first thing typed?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 on the floor below you.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when the real values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whole number, then repeats for as long as it is outside 1 to 20. When 99 is typed the program prints out of range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whole numbers until -1 is typed, then prints how many numbers were read and their total.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word until yes or no is typed, printing please answer yes or no for every other word, and then prints the word that was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Condition-controlled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Condition-controlled loops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
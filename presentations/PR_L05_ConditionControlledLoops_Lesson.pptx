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Condition-controlled loops.
Open the experience at revise360.co.uk and hand out PR_L05_ConditionControlledLoops_Worksheet.docx.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A loop with a condition.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Asking until it is right.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Sentinel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Counting inside a while.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Choosing for or while.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2.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Counting inside a while, and work through its example again, aloud, with the class watching, then re-ask this question.
The course's own response to a wrong answer here: n goes 1, 3, 5. The loop runs twice, because 5 is not below 5, so the counter reaches 2.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(pr-l05-s4-c2),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5</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Condition-controlled loops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Sometimes a program cannot know how many repeats it needs until it is already running. Work through the six stations and you will write condition-controlled loops that keep going until something changes.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decide between a for loop and a while loop before you write a single line of code?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while loop and what makes it stop repeating</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is acceptable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a sentinel value ends a loop when the amount of data is not known in advance</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338328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338328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Condition-controlled</a:t>
            </a:r>
            <a:endParaRPr lang="en-US" sz="1200" dirty="0"/>
          </a:p>
        </p:txBody>
      </p:sp>
      <p:sp>
        <p:nvSpPr>
          <p:cNvPr id="19" name="Shape 17"/>
          <p:cNvSpPr/>
          <p:nvPr/>
        </p:nvSpPr>
        <p:spPr>
          <a:xfrm>
            <a:off x="4059936" y="5468112"/>
            <a:ext cx="118872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4059936"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while</a:t>
            </a:r>
            <a:endParaRPr lang="en-US" sz="1200" dirty="0"/>
          </a:p>
        </p:txBody>
      </p:sp>
      <p:sp>
        <p:nvSpPr>
          <p:cNvPr id="21" name="Shape 19"/>
          <p:cNvSpPr/>
          <p:nvPr/>
        </p:nvSpPr>
        <p:spPr>
          <a:xfrm>
            <a:off x="5376672" y="5468112"/>
            <a:ext cx="265176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376672" y="5468112"/>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 loop</a:t>
            </a:r>
            <a:endParaRPr lang="en-US" sz="1200" dirty="0"/>
          </a:p>
        </p:txBody>
      </p:sp>
      <p:sp>
        <p:nvSpPr>
          <p:cNvPr id="23" name="Shape 21"/>
          <p:cNvSpPr/>
          <p:nvPr/>
        </p:nvSpPr>
        <p:spPr>
          <a:xfrm>
            <a:off x="8156448" y="5468112"/>
            <a:ext cx="162763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81564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Sentinel</a:t>
            </a:r>
            <a:endParaRPr lang="en-US" sz="1200" dirty="0"/>
          </a:p>
        </p:txBody>
      </p:sp>
      <p:sp>
        <p:nvSpPr>
          <p:cNvPr id="25" name="Shape 23"/>
          <p:cNvSpPr/>
          <p:nvPr/>
        </p:nvSpPr>
        <p:spPr>
          <a:xfrm>
            <a:off x="9912096"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991209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Counter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sets count = 5, then a while loop runs for as long as count &gt; 0, and the only line inside the loop prints count. Describe what happens when this program runs, and write down the one line that is missing.</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Condition-controlled loops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 loop with a condition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while repeats its block for as long as its condition stays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condition is tested before every pass, so a while loop can run no times at all.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never changing the condition inside the loop, which leaves it running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has to change inside a while loop for it ever to stop?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whose condition never becomes False will freeze the program, and is called an...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Asking until it is right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a value, then asks again for as long as it breaks the rules.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once above the loop, then read again at the bottom of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read out, so the same bad value is tested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validation loop need an input() in two different places?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value is acceptable has a name of its own, and it is the heart of topic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Sentinel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sentinel is an agreed value meaning 'no more data', such as -1 or the word end.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loop keeps going until the sentinel arrives, however many values came before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sentinel itself as one of the real values.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sentinel be a value the real data can never take?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Sentinel means guard, because the value stands at the end of the data...</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Counting inside a while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counter and a running total are set up before the loop and updated inside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same pass can count the values and test each one against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updating the counter after the loop has already finished.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would you count how many of the numbers read reached 40?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while loop with a counter can do anything a for loop can, but a for loop says it more...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Choosing for or while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for when the number of repeats is known before the loop starts.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while when it depends on the data, or on what the user chooses to type.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while loop with its own counter where a for loop would be shorter and safer.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kind of loop does a program need when it cannot know how many repeats there will be?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Both for and while are kinds of iteration, so in the exam you must name the kind you have...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Set every total and counter up before the loop, and report them after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One while loop can both check what comes in and gather the figures you need.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reporting inside the loop, which prints a line for every value read.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should a program print when the sentinel is the very first thing typed?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reads until a sentinel copes with no data at all, as long as the totals start at...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2103120"/>
          </a:xfrm>
          <a:prstGeom prst="roundRect">
            <a:avLst>
              <a:gd name="adj" fmla="val 5217"/>
            </a:avLst>
          </a:prstGeom>
          <a:solidFill>
            <a:srgbClr val="FFFFFF"/>
          </a:solidFill>
          <a:ln w="15875">
            <a:solidFill>
              <a:srgbClr val="D9DEE7"/>
            </a:solidFill>
            <a:prstDash val="solid"/>
          </a:ln>
        </p:spPr>
      </p:sp>
      <p:sp>
        <p:nvSpPr>
          <p:cNvPr id="10" name="Text 8"/>
          <p:cNvSpPr txBox="1"/>
          <p:nvPr/>
        </p:nvSpPr>
        <p:spPr>
          <a:xfrm>
            <a:off x="822960" y="2350008"/>
            <a:ext cx="4480560" cy="170078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count = 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n = 1</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while n &lt; 5:</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count = count + 1</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n = n + 2</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print(count)</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0</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3</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For or while?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waiting on the floor below you. Tap the star and decide whether each one needs a count-controlled for loop or a condition-controlled while loop.</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Stuck forever</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If a program stops responding, an infinite loop is often why: the condition it waits for can never become False.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Ask again politely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good validation loop says what was wrong with the last answer, not just 'try again'.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Choosing a sentinel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-1 works when the real values can never be negative. For a temperature it would be a terrible choice.</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Count or total</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counter always adds 1. A running total adds whatever came in. Plenty of programs need both at once.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validation loop reads a whole number, then repeats for as long as it is outside 1 to 20. When 99 is typed the program prints out of range over and over. State what has been left out of the loop, and where in the loop it belongs.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whole numbers until -1 is typed, then prints how many numbers were read and their total.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word until yes or no is typed, printing please answer yes or no for every other word, and then prints the word that was accepted.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while loop that stops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that asks again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 sentinel value to end a loop</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Condition-controlled loops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5 — Condition-controlled loops</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
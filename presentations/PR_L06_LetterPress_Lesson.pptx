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6: Letter press.
Open the experience at revise360.co.uk and hand out PR_L06_LetterPress_Worksheet.docx.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Length and position.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Taking part of a string.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Upper and lower case.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Searching inside text.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Character codes.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Letter press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is the data programs handle most, and Python has a tool for every part of it. At the letter press you will measure, cut, compare and search strings.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are the characters of a string numbered from 0 rather than from 1?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find the length of a string and the character at a given position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slice takes part of a string, and why its end position is left out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change case, search inside text, and move between a character and its code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1168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2841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2841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5152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4515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61888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61888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71232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057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057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ord()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variable word holds Cavendish. Write down what each of these gives: len(word), word[0], word[0:4], word[-1] and word.upper().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Letter press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Length and position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gives the number of characters in a string, spaces included.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Characters are numbered from 0, so the last one sits at len() - 1.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asking for position len(), which is one past the end and stops the program.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position holds the last character of a six-letter word?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negative index counts from the end, so word[-1] is always the last character.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Taking part of a string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slice takes a run of characters, so word[0:3] gives the first three.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number is included and the second is not, exactly like range().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expecting word[0:3] to give four characters rather than three.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slice gives everything except the first and last characters?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Python's way of slicing is so useful that several other languages have copied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 and lower case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 and lower() hand back a new string and leave the original untouched.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two strings in the same case ignores how they happened to be typed.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calling lower() but never storing or using what it gives back.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program compare two names in lower case before deciding they match?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Strings are compared by character code, so in Python every capital sorts before every small letter.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inside text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tests whether one string appears anywhere inside another.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find() gives the position it starts at, or -1 when it is not there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treating find()'s 0 as 'not found', when 0 means the very start.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can a program tell 'not found' apart from 'found at the start'?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startswith() and endswith() answer the two most common search questions on their own.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 codes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character is stored as a number, and ord() gives that number.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chr() goes the other way, turning a code back into its character.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forgetting to wrap round after z, which gives a punctuation mark instead.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work out the letter that comes after 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is 65 and a is 97, so the gap between a capital and its small letter is always 32.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new string one character at a time inside a loop.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isalpha() and isdigit() sort the letters from the digits as you go.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trying to change one character in place, when a string cannot be edited.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how you would build a reversed copy of a word.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word that reads the same backwards is a palindrome, and reversing a string is how you test for one.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it give?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word on the press is LANTERN, stored in a variable called word. Tap the star and match each piece of Python to what it gives back.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Spaces count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counts every character, so a space, a comma and a full stop each add one to the length.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ends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slice can leave a number out: word[:3] starts at the beginning and word[3:] runs to the 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changed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 does not change the original - it hands back a new string. Strings in Python cannot be edited in place.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fairly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search without caring about capitals, lower() both the text and the thing you are looking for before you search.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tries to print the last character of a word with print(word[len(word)]) and stops with an error. Explain why it fails,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surname and prints a username made from its first three letters in lower case followed by the number of letters in the surname.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line of text and a single letter, and prints how many times that letter appears in the text, counting capitals and small letters as the same.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len() and an index on a string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Taking a slice out of a string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text and using ord() and chr()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Letter press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6 — Letter press</dc:title>
  <dc:subject>OCR J277 GCSE Computer Science</dc:subject>
  <dc:creator>Revise 360 Ltd</dc:creator>
  <cp:lastModifiedBy>Revise 360 Ltd</cp:lastModifiedBy>
  <cp:revision>1</cp:revision>
  <dcterms:created xsi:type="dcterms:W3CDTF">2026-10-01T23:56:57Z</dcterms:created>
  <dcterms:modified xsi:type="dcterms:W3CDTF">2026-10-01T23:56:57Z</dcterms:modified>
</cp:coreProperties>
</file>
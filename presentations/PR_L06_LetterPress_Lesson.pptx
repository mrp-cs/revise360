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Letter press.
Open the experience at revise360.co.uk and hand out PR_L06_LetterPress_Worksheet.docx.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Letter press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At the letter press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Letter press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 last character.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Python's way of slicing is so useful that several other languages have copied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compare two names in lower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 small letter.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startswith() and endswith() answer the two most common search questions on their 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to wrap round after z, which gives a punctuation mark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 32.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build a reversed copy of a word.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is a palindrome, and reversing a string is how you test for 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on the press is LANTERN, stored in a variable called word.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surname and prints a username made from its first three letters in lower case followed by the number of letters in the surname.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a single letter, and prints how many times that letter appears in the text, counting capitals and small letters as the same.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Letter press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Letter press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
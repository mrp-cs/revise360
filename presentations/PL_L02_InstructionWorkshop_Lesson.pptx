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bd0779176f4af1" /><Relationship Type="http://schemas.openxmlformats.org/officeDocument/2006/relationships/extended-properties" Target="/docProps/app.xml" Id="Rb42f0174031141c0" /><Relationship Type="http://schemas.openxmlformats.org/officeDocument/2006/relationships/officeDocument" Target="/ppt/presentation.xml" Id="R1d3947dc461e4e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36ccad3caf4982"/>
  </p:sldMasterIdLst>
  <p:notesMasterIdLst>
    <p:notesMasterId xmlns:r="http://schemas.openxmlformats.org/officeDocument/2006/relationships" r:id="R9fcdfc33879c4ce3"/>
  </p:notesMasterIdLst>
  <p:sldIdLst>
    <p:sldId xmlns:r="http://schemas.openxmlformats.org/officeDocument/2006/relationships" id="256" r:id="R366004c3a8e04ad1"/>
    <p:sldId xmlns:r="http://schemas.openxmlformats.org/officeDocument/2006/relationships" id="257" r:id="R2b1eeae9c062465b"/>
    <p:sldId xmlns:r="http://schemas.openxmlformats.org/officeDocument/2006/relationships" id="258" r:id="Rc66ab8f1834e4696"/>
    <p:sldId xmlns:r="http://schemas.openxmlformats.org/officeDocument/2006/relationships" id="259" r:id="R233736aadfb44686"/>
    <p:sldId xmlns:r="http://schemas.openxmlformats.org/officeDocument/2006/relationships" id="260" r:id="R9f35a8a48db64316"/>
    <p:sldId xmlns:r="http://schemas.openxmlformats.org/officeDocument/2006/relationships" id="261" r:id="R15e5e0aa3cbb4d0a"/>
    <p:sldId xmlns:r="http://schemas.openxmlformats.org/officeDocument/2006/relationships" id="262" r:id="R97bf769d53df4b07"/>
    <p:sldId xmlns:r="http://schemas.openxmlformats.org/officeDocument/2006/relationships" id="263" r:id="R1daa705b90f64ffd"/>
    <p:sldId xmlns:r="http://schemas.openxmlformats.org/officeDocument/2006/relationships" id="264" r:id="Rbe4d0d097b7c44b0"/>
    <p:sldId xmlns:r="http://schemas.openxmlformats.org/officeDocument/2006/relationships" id="265" r:id="R2580a010c7884a35"/>
    <p:sldId xmlns:r="http://schemas.openxmlformats.org/officeDocument/2006/relationships" id="266" r:id="Rde8f85ce8f6a4bcb"/>
    <p:sldId xmlns:r="http://schemas.openxmlformats.org/officeDocument/2006/relationships" id="267" r:id="R639657879fa241d1"/>
    <p:sldId xmlns:r="http://schemas.openxmlformats.org/officeDocument/2006/relationships" id="268" r:id="R0d46a961dbc54105"/>
    <p:sldId xmlns:r="http://schemas.openxmlformats.org/officeDocument/2006/relationships" id="269" r:id="R617e0cee22504f27"/>
    <p:sldId xmlns:r="http://schemas.openxmlformats.org/officeDocument/2006/relationships" id="270" r:id="R83ca9c0684d147f4"/>
    <p:sldId xmlns:r="http://schemas.openxmlformats.org/officeDocument/2006/relationships" id="271" r:id="R3c04d976361e4d05"/>
    <p:sldId xmlns:r="http://schemas.openxmlformats.org/officeDocument/2006/relationships" id="272" r:id="R72c97e797e4346d3"/>
    <p:sldId xmlns:r="http://schemas.openxmlformats.org/officeDocument/2006/relationships" id="273" r:id="R7cfdd0f971964b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e92bda774b4622" /><Relationship Type="http://schemas.openxmlformats.org/officeDocument/2006/relationships/slideMaster" Target="/ppt/slideMasters/slideMaster1.xml" Id="Rbd36ccad3caf4982" /><Relationship Type="http://schemas.openxmlformats.org/officeDocument/2006/relationships/notesMaster" Target="/ppt/notesMasters/notesMaster1.xml" Id="R9fcdfc33879c4ce3" /><Relationship Type="http://schemas.openxmlformats.org/officeDocument/2006/relationships/presProps" Target="/ppt/presProps.xml" Id="R3220f9872c6a4ef2" /><Relationship Type="http://schemas.openxmlformats.org/officeDocument/2006/relationships/tableStyles" Target="/ppt/tableStyles.xml" Id="R99d94c0904ee4d85" /><Relationship Type="http://schemas.openxmlformats.org/officeDocument/2006/relationships/slide" Target="/ppt/slides/slide1.xml" Id="R366004c3a8e04ad1" /><Relationship Type="http://schemas.openxmlformats.org/officeDocument/2006/relationships/slide" Target="/ppt/slides/slide2.xml" Id="R2b1eeae9c062465b" /><Relationship Type="http://schemas.openxmlformats.org/officeDocument/2006/relationships/slide" Target="/ppt/slides/slide3.xml" Id="Rc66ab8f1834e4696" /><Relationship Type="http://schemas.openxmlformats.org/officeDocument/2006/relationships/slide" Target="/ppt/slides/slide4.xml" Id="R233736aadfb44686" /><Relationship Type="http://schemas.openxmlformats.org/officeDocument/2006/relationships/slide" Target="/ppt/slides/slide5.xml" Id="R9f35a8a48db64316" /><Relationship Type="http://schemas.openxmlformats.org/officeDocument/2006/relationships/slide" Target="/ppt/slides/slide6.xml" Id="R15e5e0aa3cbb4d0a" /><Relationship Type="http://schemas.openxmlformats.org/officeDocument/2006/relationships/slide" Target="/ppt/slides/slide7.xml" Id="R97bf769d53df4b07" /><Relationship Type="http://schemas.openxmlformats.org/officeDocument/2006/relationships/slide" Target="/ppt/slides/slide8.xml" Id="R1daa705b90f64ffd" /><Relationship Type="http://schemas.openxmlformats.org/officeDocument/2006/relationships/slide" Target="/ppt/slides/slide9.xml" Id="Rbe4d0d097b7c44b0" /><Relationship Type="http://schemas.openxmlformats.org/officeDocument/2006/relationships/slide" Target="/ppt/slides/slide10.xml" Id="R2580a010c7884a35" /><Relationship Type="http://schemas.openxmlformats.org/officeDocument/2006/relationships/slide" Target="/ppt/slides/slide11.xml" Id="Rde8f85ce8f6a4bcb" /><Relationship Type="http://schemas.openxmlformats.org/officeDocument/2006/relationships/slide" Target="/ppt/slides/slide12.xml" Id="R639657879fa241d1" /><Relationship Type="http://schemas.openxmlformats.org/officeDocument/2006/relationships/slide" Target="/ppt/slides/slide13.xml" Id="R0d46a961dbc54105" /><Relationship Type="http://schemas.openxmlformats.org/officeDocument/2006/relationships/slide" Target="/ppt/slides/slide14.xml" Id="R617e0cee22504f27" /><Relationship Type="http://schemas.openxmlformats.org/officeDocument/2006/relationships/slide" Target="/ppt/slides/slide15.xml" Id="R83ca9c0684d147f4" /><Relationship Type="http://schemas.openxmlformats.org/officeDocument/2006/relationships/slide" Target="/ppt/slides/slide16.xml" Id="R3c04d976361e4d05" /><Relationship Type="http://schemas.openxmlformats.org/officeDocument/2006/relationships/slide" Target="/ppt/slides/slide17.xml" Id="R72c97e797e4346d3" /><Relationship Type="http://schemas.openxmlformats.org/officeDocument/2006/relationships/slide" Target="/ppt/slides/slide18.xml" Id="R7cfdd0f971964b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7e80a8f7f9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61b179d15340f0" /><Relationship Type="http://schemas.openxmlformats.org/officeDocument/2006/relationships/notesMaster" Target="/ppt/notesMasters/notesMaster1.xml" Id="Rf03d7dc13eff4c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e7136d0a144d81" /><Relationship Type="http://schemas.openxmlformats.org/officeDocument/2006/relationships/notesMaster" Target="/ppt/notesMasters/notesMaster1.xml" Id="R148dd2d093384c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82ce773e744181" /><Relationship Type="http://schemas.openxmlformats.org/officeDocument/2006/relationships/notesMaster" Target="/ppt/notesMasters/notesMaster1.xml" Id="R2857eca8fb3644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d2714c165e4dc7" /><Relationship Type="http://schemas.openxmlformats.org/officeDocument/2006/relationships/notesMaster" Target="/ppt/notesMasters/notesMaster1.xml" Id="R8b5775ceccb648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3bed3966da46f5" /><Relationship Type="http://schemas.openxmlformats.org/officeDocument/2006/relationships/notesMaster" Target="/ppt/notesMasters/notesMaster1.xml" Id="Redf02c46c3354c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6b9177309b4229" /><Relationship Type="http://schemas.openxmlformats.org/officeDocument/2006/relationships/notesMaster" Target="/ppt/notesMasters/notesMaster1.xml" Id="Rc0e00a90c20243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79e2afe2534f65" /><Relationship Type="http://schemas.openxmlformats.org/officeDocument/2006/relationships/notesMaster" Target="/ppt/notesMasters/notesMaster1.xml" Id="R2503582e6c3f44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6c76205b814c6b" /><Relationship Type="http://schemas.openxmlformats.org/officeDocument/2006/relationships/notesMaster" Target="/ppt/notesMasters/notesMaster1.xml" Id="R52b4c941415a4e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6cb43161314917" /><Relationship Type="http://schemas.openxmlformats.org/officeDocument/2006/relationships/notesMaster" Target="/ppt/notesMasters/notesMaster1.xml" Id="Rba886aaa83d445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b15173b64b4b06" /><Relationship Type="http://schemas.openxmlformats.org/officeDocument/2006/relationships/notesMaster" Target="/ppt/notesMasters/notesMaster1.xml" Id="Ree613b375fe242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e086ede2e3444b" /><Relationship Type="http://schemas.openxmlformats.org/officeDocument/2006/relationships/notesMaster" Target="/ppt/notesMasters/notesMaster1.xml" Id="Rcb45530b19ff45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630cb3277b472d" /><Relationship Type="http://schemas.openxmlformats.org/officeDocument/2006/relationships/notesMaster" Target="/ppt/notesMasters/notesMaster1.xml" Id="R3f332bde38134a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1c210608ef4950" /><Relationship Type="http://schemas.openxmlformats.org/officeDocument/2006/relationships/notesMaster" Target="/ppt/notesMasters/notesMaster1.xml" Id="R7e3ea31b9a2048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c67411a1894107" /><Relationship Type="http://schemas.openxmlformats.org/officeDocument/2006/relationships/notesMaster" Target="/ppt/notesMasters/notesMaster1.xml" Id="Refa2f1d13c194b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99a8d4b9cd4e58" /><Relationship Type="http://schemas.openxmlformats.org/officeDocument/2006/relationships/notesMaster" Target="/ppt/notesMasters/notesMaster1.xml" Id="R67e8109b082341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62dcec64e349b6" /><Relationship Type="http://schemas.openxmlformats.org/officeDocument/2006/relationships/notesMaster" Target="/ppt/notesMasters/notesMaster1.xml" Id="Re4d01352419047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5cb7e18d004498" /><Relationship Type="http://schemas.openxmlformats.org/officeDocument/2006/relationships/notesMaster" Target="/ppt/notesMasters/notesMaster1.xml" Id="R75c92a22c95d4e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f14b7431354e94" /><Relationship Type="http://schemas.openxmlformats.org/officeDocument/2006/relationships/notesMaster" Target="/ppt/notesMasters/notesMaster1.xml" Id="R8c9d3f9847084f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Revise360 original lesson content. Teaching examples support OCR J277 Topic 2.5. The low-level instruction model is explanatory enrichment, not an additional required instruction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12997566540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de3f7f1e1141ec" /><Relationship Type="http://schemas.openxmlformats.org/officeDocument/2006/relationships/slideLayout" Target="/ppt/slideLayouts/slideLayout1.xml" Id="R700937104ff148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0937104ff148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978c59fbb42c9" /><Relationship Type="http://schemas.openxmlformats.org/officeDocument/2006/relationships/image" Target="/ppt/media/image.png" Id="R7fe69b2e88a44840" /><Relationship Type="http://schemas.openxmlformats.org/officeDocument/2006/relationships/image" Target="/ppt/media/image2.png" Id="R3a119736f480426d" /><Relationship Type="http://schemas.openxmlformats.org/officeDocument/2006/relationships/notesSlide" Target="/ppt/notesSlides/notesSlide1.xml" Id="Ra88136f34ca145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d9acb07b641cf" /><Relationship Type="http://schemas.openxmlformats.org/officeDocument/2006/relationships/image" Target="/ppt/media/image3.png" Id="Rd5cd5c7791024d70" /><Relationship Type="http://schemas.openxmlformats.org/officeDocument/2006/relationships/notesSlide" Target="/ppt/notesSlides/notesSlide2.xml" Id="Rcb87037646244f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00037e8c944e3" /><Relationship Type="http://schemas.openxmlformats.org/officeDocument/2006/relationships/image" Target="/ppt/media/image4.png" Id="R33dffc4a5e8c49fb" /><Relationship Type="http://schemas.openxmlformats.org/officeDocument/2006/relationships/notesSlide" Target="/ppt/notesSlides/notesSlide3.xml" Id="Rb08ea4b6fb5844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b615f59204b76" /><Relationship Type="http://schemas.openxmlformats.org/officeDocument/2006/relationships/image" Target="/ppt/media/image5.png" Id="Ra192e28233fd43b4" /><Relationship Type="http://schemas.openxmlformats.org/officeDocument/2006/relationships/notesSlide" Target="/ppt/notesSlides/notesSlide4.xml" Id="R4043fac16f3c4a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a06348bb942d0" /><Relationship Type="http://schemas.openxmlformats.org/officeDocument/2006/relationships/image" Target="/ppt/media/image6.png" Id="R0a1ccd0ac67e4cd9" /><Relationship Type="http://schemas.openxmlformats.org/officeDocument/2006/relationships/notesSlide" Target="/ppt/notesSlides/notesSlide5.xml" Id="Rf00a9c244add43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35ef846434cb2" /><Relationship Type="http://schemas.openxmlformats.org/officeDocument/2006/relationships/image" Target="/ppt/media/image7.png" Id="R0292b26c60444265" /><Relationship Type="http://schemas.openxmlformats.org/officeDocument/2006/relationships/notesSlide" Target="/ppt/notesSlides/notesSlide6.xml" Id="R554010555d1545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77a2048eb43e1" /><Relationship Type="http://schemas.openxmlformats.org/officeDocument/2006/relationships/image" Target="/ppt/media/image8.png" Id="R5aa4330022804e16" /><Relationship Type="http://schemas.openxmlformats.org/officeDocument/2006/relationships/notesSlide" Target="/ppt/notesSlides/notesSlide7.xml" Id="R2ca4fa87216b46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56a355cc147aa" /><Relationship Type="http://schemas.openxmlformats.org/officeDocument/2006/relationships/image" Target="/ppt/media/image9.png" Id="R0a7f6d5c86304876" /><Relationship Type="http://schemas.openxmlformats.org/officeDocument/2006/relationships/notesSlide" Target="/ppt/notesSlides/notesSlide8.xml" Id="R6e3151a31aa44c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0cc3ca4f14902" /><Relationship Type="http://schemas.openxmlformats.org/officeDocument/2006/relationships/image" Target="/ppt/media/image10.png" Id="R888bc9424f624493" /><Relationship Type="http://schemas.openxmlformats.org/officeDocument/2006/relationships/notesSlide" Target="/ppt/notesSlides/notesSlide9.xml" Id="R42d043df24944e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6a37ff1b24ede" /><Relationship Type="http://schemas.openxmlformats.org/officeDocument/2006/relationships/image" Target="/ppt/media/image11.png" Id="R2f229b8f8c9d40ff" /><Relationship Type="http://schemas.openxmlformats.org/officeDocument/2006/relationships/notesSlide" Target="/ppt/notesSlides/notesSlide10.xml" Id="R484cf511a4404a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2a54c40a64abe" /><Relationship Type="http://schemas.openxmlformats.org/officeDocument/2006/relationships/image" Target="/ppt/media/image12.png" Id="Rffea7c2a4f084390" /><Relationship Type="http://schemas.openxmlformats.org/officeDocument/2006/relationships/notesSlide" Target="/ppt/notesSlides/notesSlide11.xml" Id="Rb69969fef91944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055b643904bea" /><Relationship Type="http://schemas.openxmlformats.org/officeDocument/2006/relationships/image" Target="/ppt/media/image13.png" Id="R6ac2de7f47d341af" /><Relationship Type="http://schemas.openxmlformats.org/officeDocument/2006/relationships/notesSlide" Target="/ppt/notesSlides/notesSlide12.xml" Id="R619f142176c74a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15a3419c44edc" /><Relationship Type="http://schemas.openxmlformats.org/officeDocument/2006/relationships/image" Target="/ppt/media/image14.png" Id="R6e00f18e11be4041" /><Relationship Type="http://schemas.openxmlformats.org/officeDocument/2006/relationships/notesSlide" Target="/ppt/notesSlides/notesSlide13.xml" Id="Ra0f46c4dc0994e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4041fb408456f" /><Relationship Type="http://schemas.openxmlformats.org/officeDocument/2006/relationships/image" Target="/ppt/media/image15.png" Id="R5e91d458c861472e" /><Relationship Type="http://schemas.openxmlformats.org/officeDocument/2006/relationships/notesSlide" Target="/ppt/notesSlides/notesSlide14.xml" Id="R594f26a0570345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db944c56346ed" /><Relationship Type="http://schemas.openxmlformats.org/officeDocument/2006/relationships/image" Target="/ppt/media/image16.png" Id="R3fa934c54dec4985" /><Relationship Type="http://schemas.openxmlformats.org/officeDocument/2006/relationships/notesSlide" Target="/ppt/notesSlides/notesSlide15.xml" Id="Rc853a87182d64e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2c31785b646e8" /><Relationship Type="http://schemas.openxmlformats.org/officeDocument/2006/relationships/image" Target="/ppt/media/image17.png" Id="R6a4458f98aa24650" /><Relationship Type="http://schemas.openxmlformats.org/officeDocument/2006/relationships/notesSlide" Target="/ppt/notesSlides/notesSlide16.xml" Id="R92ff63d0a0a241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653002bb2441e" /><Relationship Type="http://schemas.openxmlformats.org/officeDocument/2006/relationships/image" Target="/ppt/media/image18.png" Id="R4370d8516f244ddd" /><Relationship Type="http://schemas.openxmlformats.org/officeDocument/2006/relationships/notesSlide" Target="/ppt/notesSlides/notesSlide17.xml" Id="R54cddcb370004d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f3b9720224a87" /><Relationship Type="http://schemas.openxmlformats.org/officeDocument/2006/relationships/image" Target="/ppt/media/image19.png" Id="Re9927835ac1640f3" /><Relationship Type="http://schemas.openxmlformats.org/officeDocument/2006/relationships/notesSlide" Target="/ppt/notesSlides/notesSlide18.xml" Id="R7e8c186502f548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2.5   /   LESSON 02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INSTRUCTION WORKSHOP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69b2e88a4484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Low-level instructions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can a short instruction make a processor change a stored value?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19736f480426d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d5c7791024d7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assembly with machine code.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simple input, storage and calculation instructions.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instruction order matters.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ffc4a5e8c49f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box contains 6. Add 5, store the result, then subtract 2. What is in the box before and after the subtraction?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2e28233fd43b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Before subtraction: 11. After subtraction: 9. Each instruction uses the result left by the previous one.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ccd0ac67e4cd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Mnemonic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Accumulator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2b26c6044426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Mnemonic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short name that represents an instruction, such as ADD.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Accumulator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register that holds a value being processed in this teaching computer.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2.5   /   LESSON 02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4330022804e1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Instruction workshop in Topic 2.5.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f6d5c8630487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Check that each reason links a specific characteristic or tool to the task.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bc9424f62449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move on to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29b8f8c9d40f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Linking code to hardware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Its operations closely match a processor instruction set and expose hardware details.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a7c2a4f08439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The teaching computer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accumulator holds the current working value. Memory keeps values that the program can load later.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Input and output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output is 9. INP reads it, OUT displays it, then HLT stops the program.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Keeping a value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ACC contains 8 and BOX contains 8. The later LDA restores the first input from BOX.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2de7f47d341a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Calculating step by step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LDA gives 8. ADD gives 13. SUB gives 11. OUT displays 11.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Repairing a program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Insert STA FIRST after the first INP. FIRST then holds 6, so ADD FIRST adds it to the second input 4.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Linking code to hardware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Its operations closely match a processor instruction set and expose hardware details.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0f18e11be404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first INP: 7. After STA FIRST: 7. After second INP: 2. After ADD FIRST: 9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7 and 2, and expect 9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1d458c861472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the difference between assembly and machine code. [2]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program reads two inputs into one accumulator. Explain why it must store the first before reading the second if it needs both. [2]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934c54dec498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LDA X, ADD Y, SUB Z, OUT for X = 9, Y = 4 and Z = 3. Give the intermediate values and output. [4]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458f98aa2465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Assembly uses mnemonic instruction names. Machine code uses binary instructions a compatible CPU executes.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The second input replaces the accumulator value. Storing the first preserves it for later use.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0d8516f244dd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LDA X: 9.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ADD Y: 13.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SUB Z: 10. OUT displays 10.</a:t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2.5   /   LESSON 02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27835ac1640f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assembly with machine code.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simple input, storage and calculation instructions.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instruction order matters.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2026-09-26T07:59:11.6580000Z</dcterms:created>
  <dcterms:modified xsi:type="dcterms:W3CDTF">2026-09-26T07:59:11.6580000Z</dcterms:modified>
</coreProperties>
</file>
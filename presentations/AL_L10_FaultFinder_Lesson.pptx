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Fault finder.
Open the experience at revise360.co.uk and hand out AL_L10_FaultFinder_Worksheet.docx.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Syntax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Logic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Telling them apart.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Finding the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Suggesting a fix.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error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Fault finder</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program that will not run and a program that runs but gives the wrong answer are two very different problems. Learn to name each kind of error, find it in the code and say how to fix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kinds of error occur when programming, and how are they found?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syntax error is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logic error is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identify errors in code and suggest fixes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21284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Syntax error</a:t>
            </a:r>
            <a:endParaRPr lang="en-US" sz="1200" dirty="0"/>
          </a:p>
        </p:txBody>
      </p:sp>
      <p:sp>
        <p:nvSpPr>
          <p:cNvPr id="19" name="Shape 17"/>
          <p:cNvSpPr/>
          <p:nvPr/>
        </p:nvSpPr>
        <p:spPr>
          <a:xfrm>
            <a:off x="2889504"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88950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Logic error</a:t>
            </a:r>
            <a:endParaRPr lang="en-US" sz="1200" dirty="0"/>
          </a:p>
        </p:txBody>
      </p:sp>
      <p:sp>
        <p:nvSpPr>
          <p:cNvPr id="21" name="Shape 19"/>
          <p:cNvSpPr/>
          <p:nvPr/>
        </p:nvSpPr>
        <p:spPr>
          <a:xfrm>
            <a:off x="5084064" y="5468112"/>
            <a:ext cx="10058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084064"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Bug</a:t>
            </a:r>
            <a:endParaRPr lang="en-US" sz="1200" dirty="0"/>
          </a:p>
        </p:txBody>
      </p:sp>
      <p:sp>
        <p:nvSpPr>
          <p:cNvPr id="23" name="Shape 21"/>
          <p:cNvSpPr/>
          <p:nvPr/>
        </p:nvSpPr>
        <p:spPr>
          <a:xfrm>
            <a:off x="6217920"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21792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Debugging</a:t>
            </a:r>
            <a:endParaRPr lang="en-US" sz="1200" dirty="0"/>
          </a:p>
        </p:txBody>
      </p:sp>
      <p:sp>
        <p:nvSpPr>
          <p:cNvPr id="25" name="Shape 23"/>
          <p:cNvSpPr/>
          <p:nvPr/>
        </p:nvSpPr>
        <p:spPr>
          <a:xfrm>
            <a:off x="8119872" y="5468112"/>
            <a:ext cx="10058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1987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Fix</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Write down the last time a program of yours didn't work. Did it refuse to run, or run and do the wrong thing?</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Fault finder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Syntax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syntax error breaks the rules of the language.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will not run at all: the translator reports the problem.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causes: a missing bracket, a missing quotation mark, a misspelt keyword.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three examples of syntax errors in a language you use.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syntax error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Logic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logic error follows the rules of the language but does the wrong 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runs to the end and produces an answer, which is wrong.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causes: the wrong operator, the wrong order of tests, a loop that runs the wrong number of times.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a logic error that would not stop a program running.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logic error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Telling them apart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Ask one question: does the program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will not run, it is a syntax error.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runs but the answer is wrong, it is a logic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Sort six mistakes into syntax and logic errors.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tell the two apart, I ask...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Finding the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syntax error, the translator usually names the line, or the one just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logic error, work through the program by hand with a known input.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Compare what should happen at each line with what actually happens.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through a short program by hand and find where it goes wrong.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find an error, 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Suggesting a fix</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fix should say what to change and what to change it to.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'Correct the error' earns nothing: 'change &gt; to &gt;=' earns the mark.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the fix does not break another case.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fix for a loop that runs one time too many.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fix says...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error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State the line number, the type of error, and the fix.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the words syntax and logic: the marks are attached to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the question gives line numbers, always quote them.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four-mark answer identifying and fixing an error.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error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Debug it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Two faulty programs and a sorting task. Tap the star to begin.</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first bug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1947 a moth was found jammed in a relay of the Harvard Mark II. The team taped it into the logbook and called it the first actual case of a bug being found.</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Syntax errors are the friendly ones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They stop the program immediately and tell you roughly where. Logic errors can survive into released software for years.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Off by one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Loops that run one time too many or too few are so common they have their own name: off-by-one errors.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Runtime errors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There is a third kind: errors that appear only while running, such as dividing by zero. At GCSE the focus is syntax and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the difference between a syntax error and a logic error.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runs but always outputs one more than it should. What type of error is this? Explain your answer.</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Identify the error in the following program, state its type, and describe how to correct it.</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Syntax errors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Logic errors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Finding the line and suggesting a fix</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Fault finder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10 — Fault finder</dc:title>
  <dc:subject>OCR J277 GCSE Computer Science</dc:subject>
  <dc:creator>Revise 360 Ltd</dc:creator>
  <cp:lastModifiedBy>Revise 360 Ltd</cp:lastModifiedBy>
  <cp:revision>1</cp:revision>
  <dcterms:created xsi:type="dcterms:W3CDTF">2026-10-01T02:35:31Z</dcterms:created>
  <dcterms:modified xsi:type="dcterms:W3CDTF">2026-10-01T02:35:31Z</dcterms:modified>
</cp:coreProperties>
</file>
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 Fault finder.
Open the experience at revise360.co.uk and hand out AL_L10_Faultfinder_Worksheet.docx.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Syntax errors.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Logic errors.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Telling them apart.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Finding the line.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Suggesting a fix.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Answering error questions.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2.1 Algorithms  |  Lesson 10</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Fault finder</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A program that will not run and a program that runs but gives the wrong answer are two very different problems. Learn to name each kind of error, find it in the code and say how to fix it.</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kinds of error occur when programming, and how are they found?</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a syntax error is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a logic error is</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Be able to identify errors in code and suggest fixes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212848"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21284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Syntax error</a:t>
            </a:r>
            <a:endParaRPr lang="en-US" sz="1200" dirty="0"/>
          </a:p>
        </p:txBody>
      </p:sp>
      <p:sp>
        <p:nvSpPr>
          <p:cNvPr id="19" name="Shape 17"/>
          <p:cNvSpPr/>
          <p:nvPr/>
        </p:nvSpPr>
        <p:spPr>
          <a:xfrm>
            <a:off x="2889504" y="5468112"/>
            <a:ext cx="2066544"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889504"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Logic error</a:t>
            </a:r>
            <a:endParaRPr lang="en-US" sz="1200" dirty="0"/>
          </a:p>
        </p:txBody>
      </p:sp>
      <p:sp>
        <p:nvSpPr>
          <p:cNvPr id="21" name="Shape 19"/>
          <p:cNvSpPr/>
          <p:nvPr/>
        </p:nvSpPr>
        <p:spPr>
          <a:xfrm>
            <a:off x="5084064" y="5468112"/>
            <a:ext cx="100584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084064"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Bug</a:t>
            </a:r>
            <a:endParaRPr lang="en-US" sz="1200" dirty="0"/>
          </a:p>
        </p:txBody>
      </p:sp>
      <p:sp>
        <p:nvSpPr>
          <p:cNvPr id="23" name="Shape 21"/>
          <p:cNvSpPr/>
          <p:nvPr/>
        </p:nvSpPr>
        <p:spPr>
          <a:xfrm>
            <a:off x="6217920" y="5468112"/>
            <a:ext cx="1773936"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6217920"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Debugging</a:t>
            </a:r>
            <a:endParaRPr lang="en-US" sz="1200" dirty="0"/>
          </a:p>
        </p:txBody>
      </p:sp>
      <p:sp>
        <p:nvSpPr>
          <p:cNvPr id="25" name="Shape 23"/>
          <p:cNvSpPr/>
          <p:nvPr/>
        </p:nvSpPr>
        <p:spPr>
          <a:xfrm>
            <a:off x="8119872" y="5468112"/>
            <a:ext cx="1005840"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8119872"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Fix</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Write down the last time a program of yours didn't work. Did it refuse to run, or run and do the wrong thing?</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Fault finder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Syntax errors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syntax error breaks the rules of the language.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program will not run at all: the translator reports the problem.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Typical causes: a missing bracket, a missing quotation mark, a misspelt keyword.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three examples of syntax errors in a language you use.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syntax error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Logic errors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logic error follows the rules of the language but does the wrong thing.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program runs to the end and produces an answer, which is wrong.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Typical causes: the wrong operator, the wrong order of tests, a loop that runs the wrong number of times.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a logic error that would not stop a program running.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logic error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Telling them apart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Ask one question: does the program run?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it will not run, it is a syntax error.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it runs but the answer is wrong, it is a logic error.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Sort six mistakes into syntax and logic errors.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tell the two apart, I ask...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Finding the line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For a syntax error, the translator usually names the line, or the one just after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For a logic error, work through the program by hand with a known input.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Compare what should happen at each line with what actually happens.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Work through a short program by hand and find where it goes wrong.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find an error, 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Suggesting a fix</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fix should say what to change and what to change it to.</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'Correct the error' earns nothing: 'change &gt; to &gt;=' earns the mark.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 the fix does not break another case.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fix for a loop that runs one time too many.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good fix says...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Answering error questions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State the line number, the type of error, and the fix.</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Use the words syntax and logic: the marks are attached to them.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the question gives line numbers, always quote them.</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a four-mark answer identifying and fixing an error.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answer an error question, I should...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Debug it</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Two faulty programs and a sorting task. Tap the star to begin.</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The first bug</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1947 a moth was found jammed in a relay of the Harvard Mark II. The team taped it into the logbook and called it the first actual case of a bug being found.</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Syntax errors are the friendly ones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They stop the program immediately and tell you roughly where. Logic errors can survive into released software for years.</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Off by one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Loops that run one time too many or too few are so common they have their own name: off-by-one errors.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Runtime errors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There is a third kind: errors that appear only while running, such as dividing by zero. At GCSE the focus is syntax and logic.</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the difference between a syntax error and a logic error.</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runs but always outputs one more than it should. What type of error is this? Explain your answer.</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Identify the error in the following program, state its type, and describe how to correct it.</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Syntax errors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Logic errors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Finding the line and suggesting a fix</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Fault finder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Algorithms  |  Lesson 10 — Fault finder</dc:title>
  <dc:subject>OCR J277 GCSE Computer Science</dc:subject>
  <dc:creator>Revise 360 Ltd</dc:creator>
  <cp:lastModifiedBy>Revise 360 Ltd</cp:lastModifiedBy>
  <cp:revision>1</cp:revision>
  <dcterms:created xsi:type="dcterms:W3CDTF">2026-09-30T12:05:32Z</dcterms:created>
  <dcterms:modified xsi:type="dcterms:W3CDTF">2026-09-30T12:05:32Z</dcterms:modified>
</cp:coreProperties>
</file>
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Breakdown bay.
Open the experience at revise360.co.uk and hand out AL_L02_BreakdownBay_Worksheet.docx.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What decomposition is.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Why it helps.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Structure diagrams.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Worked example.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Decomposition and abstraction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decomposition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Breakdown bay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Nobody writes a whole game in one go. Decomposition breaks a problem into parts small enough to understand, test and share out, and a structure diagram shows the result.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decomposition, and how does a structure diagram help?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what is meant by problem decomposition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advantages of decomposition when programming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produce a structure diagram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35915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Decomposition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0358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358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Sub-problem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30368" y="5468112"/>
            <a:ext cx="294436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30368" y="5468112"/>
            <a:ext cx="2944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Structure diagram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30275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0275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Top-down design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have been asked to organise a charity bake sale. Write down every separate job it involves, then group them.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Breakdown bay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decomposition is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Decomposition means breaking a problem into smaller sub-problems.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keep splitting until each part is small enough to solve on its 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parts become subprograms, modules or separate jobs for different people.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 'run a school sports day' into five sub-problems.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Decomposition means...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helps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Smaller problems are easier to understand and to get right.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Different people can work on different parts at the same time.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part can be tested on its own, and reused in another 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three advantages of decomposition when programming.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Decomposition helps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Structure diagrams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structure diagram shows the parts of a problem as a tree, from the whole system down.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top box is the whole problem; each level below breaks the level above into parts.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a top-down design: general at the top, detailed at the bottom.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 a structure diagram for a cinema booking system, with three levels.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structure diagram shows...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Worked example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quiz program breaks into: load questions, ask a question, check the answer, keep the score, show the result.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of those breaks down further: 'check the answer' needs to compare, mark and give feedback.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bottom of the diagram is where the code gets written.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Decompose a program that works out the cost of a pizza order.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Decomposing a quiz program gives...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Decomposition and abstraction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Abstraction decides what matters; decomposition splits what is left into parts.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They are used together on the same problem, usually more than once.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Getting the abstraction wrong means decomposing the wrong problem.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a parking app, give one abstraction decision and one decomposition decision.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Abstraction and decomposition differ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decomposition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sub-problems: vague answers like 'break it into parts' score nothing.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Say why the split helps: testing, reuse, sharing the work, or understanding.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structure diagram is asked for, draw levels, not a list.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a six-mark answer on decomposing a school library system.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answer a decomposition question,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tree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takeaway ordering system needs decomposing. Tap the star and sort each item into its level.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Also called top-down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Structure diagrams are sometimes called top-down design, because you start with the whole and work down into detail.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Hidden problems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Decomposing usually uncovers parts nobody thought of, which is one of the best reasons to do it before writing code.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Divide and conquer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algorithms decompose as they run: merge sort splits a list in half over and over, which you meet later in this topic.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teams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large app may have hundreds of modules. No one person knows them all, which is only possible because the problem was decomposed.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decomposition.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three advantages of decomposing a problem before programming it.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company is building an online shop. Describe how the problem could be decomposed, and draw a structure diagram to show it.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decomposition is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advantages of decomposition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Drawing a structure diagram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Breakdown bay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2 — Breakdown bay</dc:title>
  <dc:subject>OCR J277 GCSE Computer Science</dc:subject>
  <dc:creator>Revise 360 Ltd</dc:creator>
  <cp:lastModifiedBy>Revise 360 Ltd</cp:lastModifiedBy>
  <cp:revision>1</cp:revision>
  <dcterms:created xsi:type="dcterms:W3CDTF">2026-10-01T02:35:31Z</dcterms:created>
  <dcterms:modified xsi:type="dcterms:W3CDTF">2026-10-01T02:35:31Z</dcterms:modified>
</cp:coreProperties>
</file>
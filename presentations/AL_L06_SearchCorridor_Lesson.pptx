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Search corridor.
Open the experience at revise360.co.uk and hand out AL_L06_SearchCorridor_Worksheet.docx.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How it works.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Its one great advantage.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Counting the checks.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Why it gets slow.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Writing it down.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search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 corridor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simplest way to find something is to look at everything in turn. Learn how a linear search works, why it is used despite being slow, and step through one yourself.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 linear search work, and when is it the right choice?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linear search algorithm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that it is inefficient but simple and needs no ordering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235915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Linear search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35808" y="4535424"/>
            <a:ext cx="294436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35808" y="4535424"/>
            <a:ext cx="2944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Sequential search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08192" y="4535424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08192" y="4535424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Unordered list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664" y="453542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41664" y="45354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Efficiency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have lost a photo in an album of 200 pictures. Describe exactly how you would look for it, and how many you would expect to check.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Search corridor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at the first item and compare it to what you are looking for.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it doesn't match, move to the next and compare again.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Stop when it matches, or when you reach the end without finding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a linear search in three steps of your own.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linear search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one great advantage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does not need to be in order.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works on any data that can be compared, including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short and easy to program, so mistakes are less likely.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situations where a linear search is the right choice.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linear search is useful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the checks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 case: the item is first, so one check.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Worst case: the item is last or missing, so one check per item.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average, about half the list is checked.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a list of 100 items, state the best, worst and average number of checks.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linear search needs...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gets slow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Double the list and you double the work.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a million items, the worst case is a million comparisons.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why large systems sort their data and use a faster search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linear search becomes unusable on very large data.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linear search gets slower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it down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a flag to false, then loop through every index.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 item at that index matches, set the flag to true and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the loop, the flag says whether it was found.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pseudocode for a linear search that outputs true or false.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for a linear search...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search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algorithm and say what it does step by step.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whether the list must be in order: for a linear search, it need not be.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asked to count checks, count comparisons, not loops.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four-mark answer describing a linear search.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search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 it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searches and a judgement call.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Also called sequential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linear search is sometimes called a sequential search, because it goes through the list in sequence.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unbeatable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 list is unsorted and you search it once, a linear search is the fastest possible: anything else would have to look at every item too.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eyes do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Scanning a shelf for a particular book is a linear search, which is why bookshops sort their shelves.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 exit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well-written linear search stops the moment it finds a match, which halves the average work.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 linear search works.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one advantage of a linear search over a binary search.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[1]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contains 2,000 unsorted items. Explain why a linear search may take a long time, and state the maximum number of comparisons needed.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a linear search works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advantages and disadvantages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the comparisons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Search corridor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6 — Search corridor</dc:title>
  <dc:subject>OCR J277 GCSE Computer Science</dc:subject>
  <dc:creator>Revise 360 Ltd</dc:creator>
  <cp:lastModifiedBy>Revise 360 Ltd</cp:lastModifiedBy>
  <cp:revision>1</cp:revision>
  <dcterms:created xsi:type="dcterms:W3CDTF">2026-10-01T02:35:31Z</dcterms:created>
  <dcterms:modified xsi:type="dcterms:W3CDTF">2026-10-01T02:35:31Z</dcterms:modified>
</cp:coreProperties>
</file>
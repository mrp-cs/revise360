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df635d59e84bae" /><Relationship Type="http://schemas.openxmlformats.org/officeDocument/2006/relationships/extended-properties" Target="/docProps/app.xml" Id="R16e295e4017c404b" /><Relationship Type="http://schemas.openxmlformats.org/officeDocument/2006/relationships/officeDocument" Target="/ppt/presentation.xml" Id="R8abe4e93ddef4b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652301ac945a3"/>
  </p:sldMasterIdLst>
  <p:notesMasterIdLst>
    <p:notesMasterId xmlns:r="http://schemas.openxmlformats.org/officeDocument/2006/relationships" r:id="Rfb2e874477594df5"/>
  </p:notesMasterIdLst>
  <p:sldIdLst>
    <p:sldId xmlns:r="http://schemas.openxmlformats.org/officeDocument/2006/relationships" id="256" r:id="Rbae7e69c8039457d"/>
    <p:sldId xmlns:r="http://schemas.openxmlformats.org/officeDocument/2006/relationships" id="257" r:id="R99df843782394ff5"/>
    <p:sldId xmlns:r="http://schemas.openxmlformats.org/officeDocument/2006/relationships" id="258" r:id="R0d29b5c144b04930"/>
    <p:sldId xmlns:r="http://schemas.openxmlformats.org/officeDocument/2006/relationships" id="259" r:id="R98b5d33513e54f81"/>
    <p:sldId xmlns:r="http://schemas.openxmlformats.org/officeDocument/2006/relationships" id="260" r:id="R637c137ee6d44c2f"/>
    <p:sldId xmlns:r="http://schemas.openxmlformats.org/officeDocument/2006/relationships" id="261" r:id="R5b28aecbe4a14a12"/>
    <p:sldId xmlns:r="http://schemas.openxmlformats.org/officeDocument/2006/relationships" id="262" r:id="Ra7602f09341544e4"/>
    <p:sldId xmlns:r="http://schemas.openxmlformats.org/officeDocument/2006/relationships" id="263" r:id="Rba3aeac8e4cf4541"/>
    <p:sldId xmlns:r="http://schemas.openxmlformats.org/officeDocument/2006/relationships" id="264" r:id="R5e491d5175854999"/>
    <p:sldId xmlns:r="http://schemas.openxmlformats.org/officeDocument/2006/relationships" id="265" r:id="R6d6c9c54ac734d8e"/>
    <p:sldId xmlns:r="http://schemas.openxmlformats.org/officeDocument/2006/relationships" id="266" r:id="R173b77033ec14655"/>
    <p:sldId xmlns:r="http://schemas.openxmlformats.org/officeDocument/2006/relationships" id="267" r:id="R01ddb4e65e574d8c"/>
    <p:sldId xmlns:r="http://schemas.openxmlformats.org/officeDocument/2006/relationships" id="268" r:id="Rfd132514032c4941"/>
    <p:sldId xmlns:r="http://schemas.openxmlformats.org/officeDocument/2006/relationships" id="269" r:id="R747e138cd816459b"/>
    <p:sldId xmlns:r="http://schemas.openxmlformats.org/officeDocument/2006/relationships" id="270" r:id="Rc452f2066f0f42e3"/>
    <p:sldId xmlns:r="http://schemas.openxmlformats.org/officeDocument/2006/relationships" id="271" r:id="Rbcbe0f3ae9154c09"/>
    <p:sldId xmlns:r="http://schemas.openxmlformats.org/officeDocument/2006/relationships" id="272" r:id="Rd79980cbfd3f4507"/>
    <p:sldId xmlns:r="http://schemas.openxmlformats.org/officeDocument/2006/relationships" id="273" r:id="R731f96fcc12544a2"/>
    <p:sldId xmlns:r="http://schemas.openxmlformats.org/officeDocument/2006/relationships" id="274" r:id="R846bc9d4f1ee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77ecbf6bbe4fe5" /><Relationship Type="http://schemas.openxmlformats.org/officeDocument/2006/relationships/slideMaster" Target="/ppt/slideMasters/slideMaster1.xml" Id="Rec4652301ac945a3" /><Relationship Type="http://schemas.openxmlformats.org/officeDocument/2006/relationships/notesMaster" Target="/ppt/notesMasters/notesMaster1.xml" Id="Rfb2e874477594df5" /><Relationship Type="http://schemas.openxmlformats.org/officeDocument/2006/relationships/presProps" Target="/ppt/presProps.xml" Id="Rf007c8b0d60043c2" /><Relationship Type="http://schemas.openxmlformats.org/officeDocument/2006/relationships/tableStyles" Target="/ppt/tableStyles.xml" Id="Re06f4ed76a3e4d04" /><Relationship Type="http://schemas.openxmlformats.org/officeDocument/2006/relationships/slide" Target="/ppt/slides/slide1.xml" Id="Rbae7e69c8039457d" /><Relationship Type="http://schemas.openxmlformats.org/officeDocument/2006/relationships/slide" Target="/ppt/slides/slide2.xml" Id="R99df843782394ff5" /><Relationship Type="http://schemas.openxmlformats.org/officeDocument/2006/relationships/slide" Target="/ppt/slides/slide3.xml" Id="R0d29b5c144b04930" /><Relationship Type="http://schemas.openxmlformats.org/officeDocument/2006/relationships/slide" Target="/ppt/slides/slide4.xml" Id="R98b5d33513e54f81" /><Relationship Type="http://schemas.openxmlformats.org/officeDocument/2006/relationships/slide" Target="/ppt/slides/slide5.xml" Id="R637c137ee6d44c2f" /><Relationship Type="http://schemas.openxmlformats.org/officeDocument/2006/relationships/slide" Target="/ppt/slides/slide6.xml" Id="R5b28aecbe4a14a12" /><Relationship Type="http://schemas.openxmlformats.org/officeDocument/2006/relationships/slide" Target="/ppt/slides/slide7.xml" Id="Ra7602f09341544e4" /><Relationship Type="http://schemas.openxmlformats.org/officeDocument/2006/relationships/slide" Target="/ppt/slides/slide8.xml" Id="Rba3aeac8e4cf4541" /><Relationship Type="http://schemas.openxmlformats.org/officeDocument/2006/relationships/slide" Target="/ppt/slides/slide9.xml" Id="R5e491d5175854999" /><Relationship Type="http://schemas.openxmlformats.org/officeDocument/2006/relationships/slide" Target="/ppt/slides/slide10.xml" Id="R6d6c9c54ac734d8e" /><Relationship Type="http://schemas.openxmlformats.org/officeDocument/2006/relationships/slide" Target="/ppt/slides/slide11.xml" Id="R173b77033ec14655" /><Relationship Type="http://schemas.openxmlformats.org/officeDocument/2006/relationships/slide" Target="/ppt/slides/slide12.xml" Id="R01ddb4e65e574d8c" /><Relationship Type="http://schemas.openxmlformats.org/officeDocument/2006/relationships/slide" Target="/ppt/slides/slide13.xml" Id="Rfd132514032c4941" /><Relationship Type="http://schemas.openxmlformats.org/officeDocument/2006/relationships/slide" Target="/ppt/slides/slide14.xml" Id="R747e138cd816459b" /><Relationship Type="http://schemas.openxmlformats.org/officeDocument/2006/relationships/slide" Target="/ppt/slides/slide15.xml" Id="Rc452f2066f0f42e3" /><Relationship Type="http://schemas.openxmlformats.org/officeDocument/2006/relationships/slide" Target="/ppt/slides/slide16.xml" Id="Rbcbe0f3ae9154c09" /><Relationship Type="http://schemas.openxmlformats.org/officeDocument/2006/relationships/slide" Target="/ppt/slides/slide17.xml" Id="Rd79980cbfd3f4507" /><Relationship Type="http://schemas.openxmlformats.org/officeDocument/2006/relationships/slide" Target="/ppt/slides/slide18.xml" Id="R731f96fcc12544a2" /><Relationship Type="http://schemas.openxmlformats.org/officeDocument/2006/relationships/slide" Target="/ppt/slides/slide19.xml" Id="R846bc9d4f1ee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279486d46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8787411cfc420f" /><Relationship Type="http://schemas.openxmlformats.org/officeDocument/2006/relationships/notesMaster" Target="/ppt/notesMasters/notesMaster1.xml" Id="Rc2c2580275b440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140ee0c9f4625" /><Relationship Type="http://schemas.openxmlformats.org/officeDocument/2006/relationships/notesMaster" Target="/ppt/notesMasters/notesMaster1.xml" Id="R1fac511bc13f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734ebdcbc94ecf" /><Relationship Type="http://schemas.openxmlformats.org/officeDocument/2006/relationships/notesMaster" Target="/ppt/notesMasters/notesMaster1.xml" Id="Rd4b89d3159c1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d9e84e721848ce" /><Relationship Type="http://schemas.openxmlformats.org/officeDocument/2006/relationships/notesMaster" Target="/ppt/notesMasters/notesMaster1.xml" Id="R7448fede830b4c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e172844594b24" /><Relationship Type="http://schemas.openxmlformats.org/officeDocument/2006/relationships/notesMaster" Target="/ppt/notesMasters/notesMaster1.xml" Id="R01b374b24e87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a72fb410d74fbf" /><Relationship Type="http://schemas.openxmlformats.org/officeDocument/2006/relationships/notesMaster" Target="/ppt/notesMasters/notesMaster1.xml" Id="Raff6382ef3f5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de64488c1441a" /><Relationship Type="http://schemas.openxmlformats.org/officeDocument/2006/relationships/notesMaster" Target="/ppt/notesMasters/notesMaster1.xml" Id="Rb3b42825b9ad47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02b887ba4b4b33" /><Relationship Type="http://schemas.openxmlformats.org/officeDocument/2006/relationships/notesMaster" Target="/ppt/notesMasters/notesMaster1.xml" Id="R7db56cc37b58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afad30833f40f2" /><Relationship Type="http://schemas.openxmlformats.org/officeDocument/2006/relationships/notesMaster" Target="/ppt/notesMasters/notesMaster1.xml" Id="R986c8a160f6d4a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69795f251a484d" /><Relationship Type="http://schemas.openxmlformats.org/officeDocument/2006/relationships/notesMaster" Target="/ppt/notesMasters/notesMaster1.xml" Id="R5f18260e5ff2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c3251cf27f486e" /><Relationship Type="http://schemas.openxmlformats.org/officeDocument/2006/relationships/notesMaster" Target="/ppt/notesMasters/notesMaster1.xml" Id="R701a2cc7f56e4f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5c822f6f6745a9" /><Relationship Type="http://schemas.openxmlformats.org/officeDocument/2006/relationships/notesMaster" Target="/ppt/notesMasters/notesMaster1.xml" Id="Rab6b4e0e38c847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d1dec218fe480d" /><Relationship Type="http://schemas.openxmlformats.org/officeDocument/2006/relationships/notesMaster" Target="/ppt/notesMasters/notesMaster1.xml" Id="Rd4d5b56ba0a34a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d9703e47fa4690" /><Relationship Type="http://schemas.openxmlformats.org/officeDocument/2006/relationships/notesMaster" Target="/ppt/notesMasters/notesMaster1.xml" Id="R0f009112d29c42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ae46ad324a4fa5" /><Relationship Type="http://schemas.openxmlformats.org/officeDocument/2006/relationships/notesMaster" Target="/ppt/notesMasters/notesMaster1.xml" Id="Ra70e6e0dde4647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327e5fdecb43ad" /><Relationship Type="http://schemas.openxmlformats.org/officeDocument/2006/relationships/notesMaster" Target="/ppt/notesMasters/notesMaster1.xml" Id="R1fdde84815c148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e4369c80d14e54" /><Relationship Type="http://schemas.openxmlformats.org/officeDocument/2006/relationships/notesMaster" Target="/ppt/notesMasters/notesMaster1.xml" Id="Rb3fba5eaae2249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45f8ea0d3e44d7" /><Relationship Type="http://schemas.openxmlformats.org/officeDocument/2006/relationships/notesMaster" Target="/ppt/notesMasters/notesMaster1.xml" Id="Rec255a54585547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fb6f72f07a41bd" /><Relationship Type="http://schemas.openxmlformats.org/officeDocument/2006/relationships/notesMaster" Target="/ppt/notesMasters/notesMaster1.xml" Id="R9d7a2ca66938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experiences/ms-l12.json and worksheets/MS_L12_CharacterFoundry_Worksheet.docx.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0c1720c5e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8b8a26c89549f0" /><Relationship Type="http://schemas.openxmlformats.org/officeDocument/2006/relationships/slideLayout" Target="/ppt/slideLayouts/slideLayout1.xml" Id="R5889c0500653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9c0500653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f5cad1374e2f" /><Relationship Type="http://schemas.openxmlformats.org/officeDocument/2006/relationships/image" Target="/ppt/media/image.png" Id="Rf7f541d682cc4b85" /><Relationship Type="http://schemas.openxmlformats.org/officeDocument/2006/relationships/image" Target="/ppt/media/image.jpeg" Id="R6089645107ec443e" /><Relationship Type="http://schemas.openxmlformats.org/officeDocument/2006/relationships/notesSlide" Target="/ppt/notesSlides/notesSlide1.xml" Id="R6baa19390248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afb736c514a84" /><Relationship Type="http://schemas.openxmlformats.org/officeDocument/2006/relationships/image" Target="/ppt/media/image2.png" Id="R1869d8846edd410a" /><Relationship Type="http://schemas.openxmlformats.org/officeDocument/2006/relationships/notesSlide" Target="/ppt/notesSlides/notesSlide2.xml" Id="R492a70f965bc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e439e0e3242e3" /><Relationship Type="http://schemas.openxmlformats.org/officeDocument/2006/relationships/image" Target="/ppt/media/image3.png" Id="Rb797a31f8f6d44d2" /><Relationship Type="http://schemas.openxmlformats.org/officeDocument/2006/relationships/notesSlide" Target="/ppt/notesSlides/notesSlide3.xml" Id="R67917b743d73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ce44a397c46c2" /><Relationship Type="http://schemas.openxmlformats.org/officeDocument/2006/relationships/image" Target="/ppt/media/image4.png" Id="R2b76414942df4bf3" /><Relationship Type="http://schemas.openxmlformats.org/officeDocument/2006/relationships/notesSlide" Target="/ppt/notesSlides/notesSlide4.xml" Id="R2056539bd808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bf55f508e4810" /><Relationship Type="http://schemas.openxmlformats.org/officeDocument/2006/relationships/image" Target="/ppt/media/image5.png" Id="R6735218be5ab443a" /><Relationship Type="http://schemas.openxmlformats.org/officeDocument/2006/relationships/notesSlide" Target="/ppt/notesSlides/notesSlide5.xml" Id="R22804549c99d45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e3ec9c26e4e1f" /><Relationship Type="http://schemas.openxmlformats.org/officeDocument/2006/relationships/image" Target="/ppt/media/image6.png" Id="R7b8609c20d8e4656" /><Relationship Type="http://schemas.openxmlformats.org/officeDocument/2006/relationships/notesSlide" Target="/ppt/notesSlides/notesSlide6.xml" Id="Re74440c08d7d40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832235b24674" /><Relationship Type="http://schemas.openxmlformats.org/officeDocument/2006/relationships/image" Target="/ppt/media/image7.png" Id="R9da1023d9440484f" /><Relationship Type="http://schemas.openxmlformats.org/officeDocument/2006/relationships/hyperlink" Target="https://mrp-cs.github.io/Revise360/experience.html?id=ms-l12" TargetMode="External" Id="Rb26d6419b5544350" /><Relationship Type="http://schemas.openxmlformats.org/officeDocument/2006/relationships/notesSlide" Target="/ppt/notesSlides/notesSlide7.xml" Id="R3156bc8ebc1348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e3b51123d4fa6" /><Relationship Type="http://schemas.openxmlformats.org/officeDocument/2006/relationships/image" Target="/ppt/media/image8.png" Id="R89157c5c61b946d7" /><Relationship Type="http://schemas.openxmlformats.org/officeDocument/2006/relationships/notesSlide" Target="/ppt/notesSlides/notesSlide8.xml" Id="Read57fb0ccc2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f194f22094cb1" /><Relationship Type="http://schemas.openxmlformats.org/officeDocument/2006/relationships/image" Target="/ppt/media/image9.png" Id="R942793d362a74465" /><Relationship Type="http://schemas.openxmlformats.org/officeDocument/2006/relationships/notesSlide" Target="/ppt/notesSlides/notesSlide9.xml" Id="R5b008424644e43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2ef38447b4374" /><Relationship Type="http://schemas.openxmlformats.org/officeDocument/2006/relationships/image" Target="/ppt/media/image10.png" Id="R1ad5054e505b4d38" /><Relationship Type="http://schemas.openxmlformats.org/officeDocument/2006/relationships/notesSlide" Target="/ppt/notesSlides/notesSlide10.xml" Id="R4fa514f0cf4a4f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11f23cdd4473b" /><Relationship Type="http://schemas.openxmlformats.org/officeDocument/2006/relationships/image" Target="/ppt/media/image11.png" Id="R6e767065b41d41a6" /><Relationship Type="http://schemas.openxmlformats.org/officeDocument/2006/relationships/notesSlide" Target="/ppt/notesSlides/notesSlide11.xml" Id="R27fe1b8f4d24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536fde3254bd5" /><Relationship Type="http://schemas.openxmlformats.org/officeDocument/2006/relationships/image" Target="/ppt/media/image12.png" Id="R7c5661402f18498b" /><Relationship Type="http://schemas.openxmlformats.org/officeDocument/2006/relationships/notesSlide" Target="/ppt/notesSlides/notesSlide12.xml" Id="R07ba2c47231942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a258f8c146c3" /><Relationship Type="http://schemas.openxmlformats.org/officeDocument/2006/relationships/image" Target="/ppt/media/image13.png" Id="Rb42e1243374a4686" /><Relationship Type="http://schemas.openxmlformats.org/officeDocument/2006/relationships/notesSlide" Target="/ppt/notesSlides/notesSlide13.xml" Id="Rdbec6735f2d24a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3779a558542e8" /><Relationship Type="http://schemas.openxmlformats.org/officeDocument/2006/relationships/image" Target="/ppt/media/image14.png" Id="R2fff8caecfef4456" /><Relationship Type="http://schemas.openxmlformats.org/officeDocument/2006/relationships/notesSlide" Target="/ppt/notesSlides/notesSlide14.xml" Id="R2dcfa157a25147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0658c55fd4efe" /><Relationship Type="http://schemas.openxmlformats.org/officeDocument/2006/relationships/image" Target="/ppt/media/image15.png" Id="R1b860746b0564ac7" /><Relationship Type="http://schemas.openxmlformats.org/officeDocument/2006/relationships/notesSlide" Target="/ppt/notesSlides/notesSlide15.xml" Id="Rc0cb030a54db4b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cb112631e42fa" /><Relationship Type="http://schemas.openxmlformats.org/officeDocument/2006/relationships/image" Target="/ppt/media/image16.png" Id="R9fdec291ff054717" /><Relationship Type="http://schemas.openxmlformats.org/officeDocument/2006/relationships/notesSlide" Target="/ppt/notesSlides/notesSlide16.xml" Id="Rf37a692f788944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c0ad03d37458c" /><Relationship Type="http://schemas.openxmlformats.org/officeDocument/2006/relationships/image" Target="/ppt/media/image17.png" Id="R622c2d43cd034136" /><Relationship Type="http://schemas.openxmlformats.org/officeDocument/2006/relationships/notesSlide" Target="/ppt/notesSlides/notesSlide17.xml" Id="Rb1e338e871d94a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d3c0ab8e24d5f" /><Relationship Type="http://schemas.openxmlformats.org/officeDocument/2006/relationships/image" Target="/ppt/media/image18.png" Id="Rb998882884db4dd2" /><Relationship Type="http://schemas.openxmlformats.org/officeDocument/2006/relationships/notesSlide" Target="/ppt/notesSlides/notesSlide18.xml" Id="Rc6915fa170cb43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0bbde8bd492b" /><Relationship Type="http://schemas.openxmlformats.org/officeDocument/2006/relationships/image" Target="/ppt/media/image19.png" Id="Rf69fcb8d57b14312" /><Relationship Type="http://schemas.openxmlformats.org/officeDocument/2006/relationships/notesSlide" Target="/ppt/notesSlides/notesSlide19.xml" Id="Rd175f38dff8f4c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3723CE-F04A-4D1E-B8C4-A89FF67B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828C949-4C8B-446F-AD28-E4117640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BDB9D2D-10EC-41AD-BC10-A2652C6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CHARACTER FOUNDRY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541d682cc4b8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7CE7CF-A3DC-4B23-B001-6236942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313E19FA-09F6-4C8C-9183-CCEA14E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Character sets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B248A5E6-B793-4D7D-986F-CCE47A42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BD4E097E-2D24-42D9-B17A-4821781A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does a computer store characters, and what are the implications for the number of bits used?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9645107ec443e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18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20F6C60-3F3E-41F4-91B4-0E42E090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3695949-C93F-4456-8FBD-1F8CD04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706908F-91A2-49A9-A56E-639FB58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9d8846edd410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79F9FC-C231-429E-A39E-7428B4C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2EF8547-69EC-46CB-B58E-E62DC30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D57C85F-EC2C-4B61-B739-56BB0FD4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that all data, including text, is represented in binary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343944D4-AFF8-4C28-87E2-AECAD05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7DFA4B0-ECF2-4018-A2F9-396C33B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is meant by a character set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EECEFBC6-EA0B-4A30-B89D-18C526F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D35D585-1B6A-48F3-B9D1-0E94E7B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relationship between the number of bits and the number of characters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3133861E-636E-4ADC-A168-36E7C3C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1EF4C902-C479-4D21-9692-5F2BA62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about ASCII and Unicode</a:t>
            </a:r>
          </a:p>
        </p:txBody>
      </p:sp>
    </p:spTree>
    <p:extLst>
      <p:ext uri="{BB962C8B-B14F-4D97-AF65-F5344CB8AC3E}">
        <p14:creationId xmlns:p14="http://schemas.microsoft.com/office/powerpoint/2010/main" val="466876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45571B5-B552-42D3-BFDB-95BB8CF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317F81-3422-4498-968A-749A079C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54AC778-C35A-41DB-BEC7-9B2D6C8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7a31f8f6d44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0C96B1-C596-46FE-A689-3CDFB0B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54A05072-3924-4981-B911-A9412581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vending machine has 4 buttons. How many different combinations of two presses are there? What about 8 buttons?</a:t>
            </a:r>
          </a:p>
        </p:txBody>
      </p:sp>
    </p:spTree>
    <p:extLst>
      <p:ext uri="{BB962C8B-B14F-4D97-AF65-F5344CB8AC3E}">
        <p14:creationId xmlns:p14="http://schemas.microsoft.com/office/powerpoint/2010/main" val="757540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5A0B4E8-9349-4264-A23A-70B522F1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6CB0AF0-20D9-4475-B55D-A053A21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67E6B5B-0ACA-4B5F-9831-DEE59B5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6414942df4b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9E3477-673F-4453-9BFF-DC0FC6EE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09010F0-BF97-44D0-A0CB-36ED200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3A5CB59-4BD7-4CD5-92DD-3E7EE9A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If the order of two button presses matters and repetition is allowed, 4 buttons give 4 × 4 = 16 sequences.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54E3662-5FC5-4DCF-A2DC-ED231AD8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C52B5611-55E3-4389-98E9-D1236B0C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 buttons give 8 × 8 = 64 sequences. More choices per position mean more combinations.</a:t>
            </a:r>
          </a:p>
        </p:txBody>
      </p:sp>
    </p:spTree>
    <p:extLst>
      <p:ext uri="{BB962C8B-B14F-4D97-AF65-F5344CB8AC3E}">
        <p14:creationId xmlns:p14="http://schemas.microsoft.com/office/powerpoint/2010/main" val="223135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682A0F3-1504-48B3-B55A-5A6D580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BB7CDAB-A88B-4DDF-9E0C-BD6FD4B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7DACC9D-5F94-4A18-AD62-A7592087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5218be5ab443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601E41-5208-45A8-BD8A-AE1B386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DA82F201-03D7-4061-8ADE-6C809B2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40A088D8-36B6-4FCB-9C3B-7EFC48D2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Character set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2FE2CC3D-30FC-4BE2-AB63-7D55DA3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9EC0A1D7-9438-4B6E-9129-BFEE6E3B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val="1364761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3E66DDA-5DDF-445A-A057-B595005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7414109-5F51-4B89-A47B-6CCA8DE1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5CFFBB2-0E1C-4086-A978-D29E996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609c20d8e465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5850AC-DF8D-42B2-8657-59FE3A5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6ED0DBD1-8FB0-487D-9FBF-28BB8F3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Character set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E0ED1943-4B79-48F9-8365-9814D6A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Character set: an agreed mapping between characters and numeric codes stored as binary.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FC2EE6BD-B4C7-4347-BAF4-FF83253F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Unicode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43257913-B71C-42CD-971D-E589BE0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Unicode: a standard assigning codes to characters across many writing systems and symbols.</a:t>
            </a:r>
          </a:p>
        </p:txBody>
      </p:sp>
    </p:spTree>
    <p:extLst>
      <p:ext uri="{BB962C8B-B14F-4D97-AF65-F5344CB8AC3E}">
        <p14:creationId xmlns:p14="http://schemas.microsoft.com/office/powerpoint/2010/main" val="1024584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BED065B-27E0-4A6C-B8C0-E2728B7D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5424A8F-1223-4EA7-9A59-9280CD09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B26F2A0-A64A-4E85-B692-AB47DD0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023d9440484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A50E77E-8732-4FDD-9860-BE55127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C2823D7-FFB4-401C-BC3D-38131FEA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26d6419b5544350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9927DE77-E28E-44A1-B02F-4235DF19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Character foundry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2B996B1D-5C75-43A2-9234-1F02D8C5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A5DB15D2-D23F-40EC-9664-85C644C4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277292A6-0644-4E79-AB4D-3A6B17C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12DA66B7-C35B-4C0A-90BD-4BF7ABA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20),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7C5A130B-0A95-4081-99BF-C93B1C8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F7060092-2D2E-4547-A2BF-D30302C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406489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FE7B401-F680-4FC0-8B34-74E56995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13DA574-C061-457F-84C0-690F6DB0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25E7000-72C6-46BE-B29C-B3F8D68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57c5c61b946d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CFD145E-5657-48DA-B846-6DCB5A0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EBC32795-4F67-4CB7-9A89-5FF68DDD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your name in binary. Use the ASCII codes (A = 65, a = 97) to write the first five letters of your name.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4222B129-0D2B-447A-9B0A-5FCFAE7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425564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E669FB7-4279-417E-97CC-DF46E688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926DF21-BB8E-4A46-A6EB-12F9D87C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D86FD24-F04D-4CB8-BE9E-8D24E5F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793d362a744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542850-8B9C-4451-8F22-037CF18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FD2B0BF5-4C13-4573-B602-7EF8148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can eight bits represent 256 different character codes rather than just eight?</a:t>
            </a:r>
          </a:p>
        </p:txBody>
      </p:sp>
    </p:spTree>
    <p:extLst>
      <p:ext uri="{BB962C8B-B14F-4D97-AF65-F5344CB8AC3E}">
        <p14:creationId xmlns:p14="http://schemas.microsoft.com/office/powerpoint/2010/main" val="1328114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7E27C5F-6F07-489F-A80F-3F7D038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7DDDDAF-6F51-423A-AAF1-2EEFC4B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A40B453-250E-48AA-82A2-85494655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5054e505b4d3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E78D881-0E1C-445B-9846-9B6D05F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1CDC6A9-E85C-4F61-A591-33589926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B23E9F8-B737-4C08-92DA-7D7D0F3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Example ALICE: A 65 = 01000001; L 76 = 01001100; I 73 = 01001001.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B9D42D9-B19C-4165-8E76-162B078E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B574882-D99C-4560-A227-E3C7F15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 67 = 01000011; E 69 = 01000101. Your own answer depends on the letters of your name.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B67BA35-E701-4BCC-B298-3542064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A9BBFE9C-A564-4266-9259-D940981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Every bit has two choices, 0 or 1. Eight independent positions give 2⁸ = 256 distinct patterns.</a:t>
            </a:r>
          </a:p>
        </p:txBody>
      </p:sp>
    </p:spTree>
    <p:extLst>
      <p:ext uri="{BB962C8B-B14F-4D97-AF65-F5344CB8AC3E}">
        <p14:creationId xmlns:p14="http://schemas.microsoft.com/office/powerpoint/2010/main" val="2135611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EF49AEB-E3F8-4A21-99B6-CA06B06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50463E-B98F-4B44-B181-1E03ADA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B947E61-94A0-44E0-87FF-3160866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67065b41d41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7142AF-3588-4699-80CD-DC9C4BF9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7E9A34AD-DC1B-48EE-BA13-B01DFBEE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7B920AB6-4E10-4919-A7E2-127C1717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Text as numbers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71A56C2B-DA20-4C36-8616-AE15AA53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character has a numeric code stored in binary. For example, A has ASCII code 65 = 01000001.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23A5EA88-DF2B-4A48-821F-068FF32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ASCII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BB8EE29F-AD7D-46C6-82B9-EBA1FD6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7 bits provide 2⁷ = 128 codes, enough for the original ASCII set.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BE6F5409-5CA0-4F80-ADFB-DCDC386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The ASCII pattern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27BC06D8-CFBF-42FF-BD2C-60BB59FB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ASCII capital letters run in order: A = 65, E = 69; lower-case e = 101.</a:t>
            </a:r>
          </a:p>
        </p:txBody>
      </p:sp>
    </p:spTree>
    <p:extLst>
      <p:ext uri="{BB962C8B-B14F-4D97-AF65-F5344CB8AC3E}">
        <p14:creationId xmlns:p14="http://schemas.microsoft.com/office/powerpoint/2010/main" val="1793119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3A34AD6-9460-4DE0-9942-F4C75A1D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4EAA753-2E02-4627-9E6D-D53E1AC3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9A9CFFB-E9A7-4FDF-8BDC-81C1E352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661402f1849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6D0447-2656-4FF7-8246-8FED50C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DF36929-B5FC-4CA6-94E2-378EE43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592579CE-5578-4613-B661-5D6C965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Unicode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9D970807-EDA9-4B81-8CC2-CD094864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Unicode covers many scripts and symbols, including emoji; some encodings use more bytes for some characters than ASCII.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28CB7F3F-C711-4046-AB1B-4144D88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Bits and characters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A7AC8E03-8D12-4D67-BE28-0814A113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 n bits there are 2ⁿ possible patterns: 2 bits → 4, 4 bits → 16, 8 bits → 256.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500EB6CA-2A17-42DC-AC00-8A9D5336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Text file size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3F35C247-1457-48A7-A028-1DDA460A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1,000 characters in 8-bit ASCII take 1,000 bytes. At a fixed 16 bits per character, they take 2,000 bytes.</a:t>
            </a:r>
          </a:p>
        </p:txBody>
      </p:sp>
    </p:spTree>
    <p:extLst>
      <p:ext uri="{BB962C8B-B14F-4D97-AF65-F5344CB8AC3E}">
        <p14:creationId xmlns:p14="http://schemas.microsoft.com/office/powerpoint/2010/main" val="666133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268FE34-535D-4032-99D5-0CE16DC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3CE30A7-88C6-405B-9B32-3007D54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120B51F-7226-4409-8570-353556BD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e1243374a468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377D91-1A72-4F93-AFD6-A738C60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0E1E659-C561-44DB-8F99-7A2601BA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15D1744-4B08-4BE1-83AA-B2F13AB3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letter H has the character code 72. Show 72 in 8-bit binary → 01001000. 72 is 01001000.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5303680-4501-4C12-BEE9-0D2A392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76A47AB-4AEC-4D86-BF9A-77E4E6AF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This binary is a character code: what is it in denary? (It is the letter i.) → 105. 01101001 is 105, the code for lower-case i.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33F895FE-15B8-4F7D-A41F-F8FC4371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D2760C7-179B-434A-A893-5629840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Uses 7 bits for 128 characters → ASCII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D58E8B4E-F645-4CE0-AAFC-45D8D9B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3913EB22-90C7-435F-9EF8-7A01869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Represents every writing system in the world → Unicode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E755CEE6-8DDE-4702-A1EF-C99F086F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88FCB78F-8E60-43C0-BCA8-A4D3984A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Uses 16 bits or more per character → Unicode</a:t>
            </a:r>
          </a:p>
        </p:txBody>
      </p:sp>
    </p:spTree>
    <p:extLst>
      <p:ext uri="{BB962C8B-B14F-4D97-AF65-F5344CB8AC3E}">
        <p14:creationId xmlns:p14="http://schemas.microsoft.com/office/powerpoint/2010/main" val="18331886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5B28707-57CD-4A76-99B9-E4CE5DF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B49C4A8-F97D-412C-B160-343E4554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61D363-903E-4B4A-B6DB-9851572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f8caecfef445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EF7AD8-B487-4C36-B16F-B661E33C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7D3DFF54-B1F9-4D1A-B266-2396E15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816AE127-FBA9-4DE2-B60C-090ACF77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Enough for English letters, digits and punctuation → ASCII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E90E1EAC-8845-478F-A9B3-AE6E0EDF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2437CCE9-1A36-4DF4-9B4B-DED8A4B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Includes emoji → Unicode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43D56F03-F6F6-4A1C-80A9-3AB60C1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C22EDE1A-3731-41E8-90D5-2F7CCB56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Produces smaller text files → ASCII</a:t>
            </a:r>
          </a:p>
        </p:txBody>
      </p:sp>
    </p:spTree>
    <p:extLst>
      <p:ext uri="{BB962C8B-B14F-4D97-AF65-F5344CB8AC3E}">
        <p14:creationId xmlns:p14="http://schemas.microsoft.com/office/powerpoint/2010/main" val="1815920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266ECB9-DB96-4468-80AB-B58DF8D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4B1A841-35F6-4AEC-8087-F108FAC8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FD63B78-D461-4C71-B831-5963130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60746b0564ac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E01044-B1BA-4EA0-8B0B-371F596F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BEAB7BC2-B305-456A-BE77-CF2FC99D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5F9AA736-7EF8-4ABE-A82A-5C85DAD8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what is meant by a character set.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33B723F1-CFBD-4411-9D0B-9391771D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Unicode uses more storage than ASCII.  [2]</a:t>
            </a:r>
          </a:p>
        </p:txBody>
      </p:sp>
    </p:spTree>
    <p:extLst>
      <p:ext uri="{BB962C8B-B14F-4D97-AF65-F5344CB8AC3E}">
        <p14:creationId xmlns:p14="http://schemas.microsoft.com/office/powerpoint/2010/main" val="96975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4E1F572-AC9E-4198-9F66-6B866959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64C5016-159C-404B-A7C9-90429F67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AEBD8DF-8B96-4231-BE63-D264350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ec291ff05471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863DDC-A86C-4066-A121-7C28E66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8EAD89CB-0F3F-4A51-B9FD-81E5FAC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7DC6753-039D-41E3-98FB-932F722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character set uses 8 bits per character. State how many characters it can represent.  [1]</a:t>
            </a:r>
          </a:p>
        </p:txBody>
      </p:sp>
    </p:spTree>
    <p:extLst>
      <p:ext uri="{BB962C8B-B14F-4D97-AF65-F5344CB8AC3E}">
        <p14:creationId xmlns:p14="http://schemas.microsoft.com/office/powerpoint/2010/main" val="20103119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3E701A6-4C06-439A-BCAA-2C71EDB9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71237-61DF-4AF5-8761-FA07F0F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121DF4D-49F3-4177-B77D-8C84657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c2d43cd0341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EA3183-45C3-4FBD-85AC-4E6DFF25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D0041278-5F9B-4549-BEAC-4BD3D50A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78063360-D0CD-43C2-BA3C-55C0CD5A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character set maps each character to a numeric code that can be represented in binary.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B4EB2339-A8CF-4542-B88D-28A5FE9C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Unicode supports many more characters than ASCII. In an encoding that uses more bits for a character, each such character needs more storage; actual size depends on the encoding.</a:t>
            </a:r>
          </a:p>
        </p:txBody>
      </p:sp>
    </p:spTree>
    <p:extLst>
      <p:ext uri="{BB962C8B-B14F-4D97-AF65-F5344CB8AC3E}">
        <p14:creationId xmlns:p14="http://schemas.microsoft.com/office/powerpoint/2010/main" val="18613279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A241E02-99CD-40D0-A813-64861A34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6FC3937-B21C-4C3D-9B75-CDE26027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BC0BD73-5D0F-4B90-A698-23F5207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8882884db4d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8D1B08D-E9AE-4588-A4F9-93D86B4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818191AA-A986-4021-A759-85CB626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6BBE3F03-36D6-46F8-9E2A-A631A63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2⁸ = 256 different codes.</a:t>
            </a:r>
          </a:p>
        </p:txBody>
      </p:sp>
    </p:spTree>
    <p:extLst>
      <p:ext uri="{BB962C8B-B14F-4D97-AF65-F5344CB8AC3E}">
        <p14:creationId xmlns:p14="http://schemas.microsoft.com/office/powerpoint/2010/main" val="5631747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FBCD77-9ACF-4864-B831-4E77750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657A31-8EA4-4238-A1F5-F319A5C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15EC614-8808-40A7-A257-86905F7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fcb8d57b1431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6CB0E8-2402-43A8-A181-D6C5E0C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3E3F92A9-F70C-4389-A3C9-974CC441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52BE05ED-CAE6-4856-B84D-FE709C7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C540FD2-831C-499A-AF26-260FB16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character set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5A2E529B-C662-48F2-A109-06718B98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A65E1CEF-C8EB-4961-86F7-1B8D360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ASCII and Unicode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2CC3AE65-D50D-416A-B94F-81C6893F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153D926-6E03-4065-8ED3-11C9A84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Bits, characters and file size</a:t>
            </a:r>
          </a:p>
        </p:txBody>
      </p:sp>
    </p:spTree>
    <p:extLst>
      <p:ext uri="{BB962C8B-B14F-4D97-AF65-F5344CB8AC3E}">
        <p14:creationId xmlns:p14="http://schemas.microsoft.com/office/powerpoint/2010/main" val="97992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2026-09-25T13:18:18.2280000Z</dcterms:created>
  <dcterms:modified xsi:type="dcterms:W3CDTF">2026-09-25T13:18:18.2280000Z</dcterms:modified>
</coreProperties>
</file>
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8: Bubble bay.
Open the experience at revise360.co.uk and hand out AL_L08_BubbleBay_Worksheet.docx.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One comparison.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One pass.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Repeating the passes.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Why it is slow.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Its advantages.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Answering bubble sort questions.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8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Bubble bay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bubble sort is the simplest sorting algorithm there is, and the slowest you will meet. Learn how a pass works, why the largest value ends up at the end, and when it stops.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OCR J277 Paper 2  |  Computational thinking, algorithms and programming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does a bubble sort work, and why is it slow?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the bubble sort algorithm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 able to show the steps of a bubble sort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the advantages and disadvantages of a bubble sort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206654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2066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Bubble sort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743200" y="5468112"/>
            <a:ext cx="104241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743200" y="5468112"/>
            <a:ext cx="1042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Pass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913632" y="5468112"/>
            <a:ext cx="104241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913632" y="5468112"/>
            <a:ext cx="1042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Swap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084064" y="5468112"/>
            <a:ext cx="19202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084064" y="546811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Comparison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132320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132320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place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You have seven cards in a random order. Describe, precisely, how you would put them in order using only swaps between neighbours.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Bubble bay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Read, then write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wall, write the key fact and your answer to the challenge on the worksheet.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Then tap the badge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Only answer the questions once you have written. Your first answer is the one that counts.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down at the end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starred final challenge is on the floor. Predict on paper first.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comparison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Compare the first two items.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they are in the wrong order, swap them.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Move along one and compare the next pair.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Describe what happens to one pair of items in a bubble sort.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comparison in a bubble sort...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pass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pass goes from one end of the list to the other, comparing every neighbouring pair.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After one pass the largest value has moved all the way to the end.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That is why it is called a bubble sort: values bubble up to their place.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Carry out one pass on 5, 2, 9, 1 and write the result.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pass of a bubble sort...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Repeating the passes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After each pass, one more value is in its final place.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algorithm repeats until a pass makes no swaps at all.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list of n items needs up to n minus 1 passes.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many passes would 5, 4, 3, 2, 1 need? Explain why.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bubble sort repeats until...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it is slow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Each pass makes almost as many comparisons as there are items.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There can be almost as many passes as items, so the work grows with the square of the list size.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Doubling the list roughly quadruples the work.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Explain why a bubble sort is unsuitable for a list of 100,000 items.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bubble sort is slow because...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Its advantages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is very simple to write, so it is hard to get wrong.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sorts in place: it needs no second copy of the list.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a nearly sorted list it finishes quickly, because the first pass makes almost no swaps.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Give two situations where a bubble sort is an acceptable choice.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bubble sort is useful because...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Answering bubble sort questions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Show the list after each pass, not after each swap, unless asked otherwise.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Say which items are being compared.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State the stopping condition: a pass with no swaps.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Show every pass of a bubble sort on 4, 1, 3, 2.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 answer a bubble sort question, I should...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Bubble it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pass, then some judgement about when this algorithm is worth using. Tap the star to begin.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Also called sinking sort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Depending on the direction, the largest value bubbles up or the smallest sinks down. Both names describe the same algorithm.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Famously criticised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computer scientist Donald Knuth wrote that the bubble sort has nothing to recommend it except its catchy name.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optimisation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After each pass the end of the list is settled, so later passes can stop earlier. Most versions include this.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Nearly sorted is different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a list is almost in order, a bubble sort finishes in about one pass, which beats more complex sorts.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Describe how a bubble sort works.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Show the contents of the list 5, 2, 9, 1 after the first pass of a bubble sort.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[2]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Explain one advantage and one disadvantage of using a bubble sort.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one pass works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Repeating passes and stopping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Advantages and disadvantages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Bubble bay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2.1 Algorithms  |  Lesson 8 — Bubble bay</dc:title>
  <dc:subject>OCR J277 GCSE Computer Science</dc:subject>
  <dc:creator>Revise 360 Ltd</dc:creator>
  <cp:lastModifiedBy>Revise 360 Ltd</cp:lastModifiedBy>
  <cp:revision>1</cp:revision>
  <dcterms:created xsi:type="dcterms:W3CDTF">2026-10-01T02:35:31Z</dcterms:created>
  <dcterms:modified xsi:type="dcterms:W3CDTF">2026-10-01T02:35:31Z</dcterms:modified>
</cp:coreProperties>
</file>
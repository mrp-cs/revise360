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Multitasking floor.
Open the experience at revise360.co.uk and hand out SS_L02_MultitaskingFloor_Worksheet.docx.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Multitasking.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Sharing the processor.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Managing memory.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Virtual memory.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Device drivers.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Updates and plug and play.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D: Install more RAM.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Virtual memory, and work through its example again, aloud, with the class watching, then re-ask this question.
The course's own response to a wrong answer here: More RAM means less swapping.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(ss-l02-s4-c2),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1.5 Systems software  |  Lesson 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Multitasking floor</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Your computer looks like it runs twenty programs at once. It doesn't. Find out how the operating system shares the processor and the memory, and why every device needs a driver.</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does an operating system share out the processor and the memory?</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is meant by the term multitasking</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the operating system manages memory</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need for device drivers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212848"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21284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Multitasking</a:t>
            </a:r>
            <a:endParaRPr lang="en-US" sz="1200" dirty="0"/>
          </a:p>
        </p:txBody>
      </p:sp>
      <p:sp>
        <p:nvSpPr>
          <p:cNvPr id="19" name="Shape 17"/>
          <p:cNvSpPr/>
          <p:nvPr/>
        </p:nvSpPr>
        <p:spPr>
          <a:xfrm>
            <a:off x="2889504" y="5468112"/>
            <a:ext cx="1481328"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889504"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Process</a:t>
            </a:r>
            <a:endParaRPr lang="en-US" sz="1200" dirty="0"/>
          </a:p>
        </p:txBody>
      </p:sp>
      <p:sp>
        <p:nvSpPr>
          <p:cNvPr id="21" name="Shape 19"/>
          <p:cNvSpPr/>
          <p:nvPr/>
        </p:nvSpPr>
        <p:spPr>
          <a:xfrm>
            <a:off x="4498848" y="5468112"/>
            <a:ext cx="19202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49884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Time slice</a:t>
            </a:r>
            <a:endParaRPr lang="en-US" sz="1200" dirty="0"/>
          </a:p>
        </p:txBody>
      </p:sp>
      <p:sp>
        <p:nvSpPr>
          <p:cNvPr id="23" name="Shape 21"/>
          <p:cNvSpPr/>
          <p:nvPr/>
        </p:nvSpPr>
        <p:spPr>
          <a:xfrm>
            <a:off x="6547104" y="5468112"/>
            <a:ext cx="2944368"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6547104" y="5468112"/>
            <a:ext cx="294436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Memory management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How does a computer manage having lots of programs open at the same time? Write what you think happens.</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Multitasking floor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Multitasking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Multitasking means several programs appear to run at the same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single processor core can only run one instruction at a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OS switches between programs so quickly that it looks simultaneous.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how one core can appear to run five programs at once.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Multitasking means...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Sharing the processor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process gets a short time slice, then the OS interrupts it and moves to the next.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Saving one process and loading the next is called a context switch.</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Important jobs can be given priority, so they run sooner.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a computer feel slower when many programs are open?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processor is shared by...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Managing memory</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running process needs space in RAM, and the OS decides where it goes.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OS keeps processes apart, so one crashing program can't damage another.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When RAM fills up, data that isn't being used is moved to virtual memory on the disk.</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Fit the programs into RAM in the experience, then explain what happens when RAM is full.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OS manages memory by...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Virtual memory</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Virtual memory is space on secondary storage used as extra 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Data not being used right now is swapped out to disk to make room.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is far slower than RAM, so it is a last resort, not a plan.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what the user notices when a computer relies on virtual memory.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Virtual memory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Device drivers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driver is software that lets the OS communicate with a piece of hardware.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device needs a driver written for it, and for that operating system.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Without the right driver, the device either doesn't work or loses its special features.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a printer need a driver, when the OS already knows how to print?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device driver...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Updates and plug and play</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Plug and play means the OS recognises a device and finds a driver automatically.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Drivers are updated to fix faults, improve speed and close security holes.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faulty driver can crash the whole machine, because drivers run with high privileges.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it important to keep drivers up to date?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Plug and play means...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is the best fix for a computer constantly using virtual memory?</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Buy a bigger monitor</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Delete the operating system</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Use a longer cable</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Install more RAM</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The busy machine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machine with 8 blocks of RAM has six programs to run. Load it sensibly, then answer the questions.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Milliseconds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typical time slice is a few milliseconds. In the time it takes to blink, a processor may have switched between programs a hundred times.</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Task manager</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Open the task manager on any computer and you'll see dozens of processes running that you never started. Most belong to the operating system.</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Thrashing</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If RAM is so full that the OS spends more time swapping than working, it's called thrashing. The disk light stays on and nothing happens.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Cores help</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four-core processor really can run four things at once, and the OS still time slices on top of that, which is why a modern machine copes with so much.</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what is meant by multitasking.</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how an operating system manages memory when RAM is full.</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why a computer needs device drivers.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Multitasking and time slices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Memory management and virtual memory</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Device drivers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Multitasking floor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1.5 Systems software  |  Lesson 2 — Multitasking floor</dc:title>
  <dc:subject>OCR J277 GCSE Computer Science</dc:subject>
  <dc:creator>Revise 360 Ltd</dc:creator>
  <cp:lastModifiedBy>Revise 360 Ltd</cp:lastModifiedBy>
  <cp:revision>1</cp:revision>
  <dcterms:created xsi:type="dcterms:W3CDTF">2026-10-03T17:08:49Z</dcterms:created>
  <dcterms:modified xsi:type="dcterms:W3CDTF">2026-10-03T17:08:49Z</dcterms:modified>
</cp:coreProperties>
</file>
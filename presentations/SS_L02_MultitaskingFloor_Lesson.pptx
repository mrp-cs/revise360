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Multitasking floor.
Open the experience at revise360.co.uk and hand out SS_L02_MultitaskingFloor_Worksheet.docx.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Multitasking.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Sharing the processor.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Managing memory.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Virtual memory.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Device drivers.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Updates and plug and play.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 floor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laptop looks like it runs five programs at once. It does not. One core runs one instruction at a time, and the operating system switches between jobs so fast that your eyes cannot see the joins.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an operating system share out the processor and the memory?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what is meant by the term multitasking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the operating system manages memory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need for device drivers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2128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9504" y="5468112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9504" y="546811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driver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 computer manage having lots of programs open at the same time? Write what you think happens.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Multitasking floor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 means several programs appear to run at the same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processor core can only run one instruction at a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OS switches between programs so quickly that it looks simultaneous.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how one core can appear to run five programs at once.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 means...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Sharing the processor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process gets a short time slice, then the OS interrupts it and moves to the next.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Saving one process and loading the next is called a context switch.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Important jobs can be given priority, so they run sooner.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computer feel slower when many programs are open?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processor is shared by...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memory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running process needs space in RAM, and the OS decides where it goes.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OS keeps processes apart, so one crashing program can't damage another.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RAM fills up, data that isn't being used is moved to virtual memory on the disk.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Fit the programs into RAM in the experience, then explain what happens when RAM is full.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OS manages memory by...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memory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memory is space on secondary storage used as extra RAM.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not being used right now is swapped out to disk to make room.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far slower than RAM, so it is a last resort, not a plan.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what the user notices when a computer relies on virtual memory.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memory is...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drivers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driver is software that lets the OS communicate with a piece of hardware.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device needs a driver written for it, and for that operating system.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the right driver, the device either doesn't work or loses its special features.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printer need a driver, when the OS already knows how to print?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device driver...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Updates and plug and play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 and play means the OS recognises a device and finds a driver automatically.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Drivers are updated to fix faults, improve speed and close security holes.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faulty driver can crash the whole machine, because drivers run with high privileges.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it important to keep drivers up to date?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 and play means...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busy machine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these six programs. RAM has 8 blocks.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typical time slice is a few milliseconds. In the time it takes to blink, a processor may have switched between programs a hundred times.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manager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task manager on any computer and you'll see dozens of processes running that you never started. Most belong to the operating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Thrashing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RAM is so full that the OS spends more time swapping than working, it's called thrashing. The disk light stays on and nothing happens.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help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four-core processor really can run four things at once, and the OS still time slices on top of that, which is why a modern machine copes with so much.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what is meant by multitasking.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how an operating system manages memory when RAM is full.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computer needs device drivers.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Multitasking and time slices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management and virtual memory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drivers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Multitasking floor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1.5 Systems software  |  Lesson 2 — Multitasking floor</dc:title>
  <dc:subject>OCR J277 GCSE Computer Science</dc:subject>
  <dc:creator>Revise 360 Ltd</dc:creator>
  <cp:lastModifiedBy>Revise 360 Ltd</cp:lastModifiedBy>
  <cp:revision>1</cp:revision>
  <dcterms:created xsi:type="dcterms:W3CDTF">2026-10-01T02:34:51Z</dcterms:created>
  <dcterms:modified xsi:type="dcterms:W3CDTF">2026-10-01T02:34:51Z</dcterms:modified>
</cp:coreProperties>
</file>
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daabc32e04f08" /><Relationship Type="http://schemas.openxmlformats.org/officeDocument/2006/relationships/extended-properties" Target="/docProps/app.xml" Id="R3345a54f344d4848" /><Relationship Type="http://schemas.openxmlformats.org/officeDocument/2006/relationships/officeDocument" Target="/ppt/presentation.xml" Id="R9e2bbdf5aa8f46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19964cecf44889"/>
  </p:sldMasterIdLst>
  <p:notesMasterIdLst>
    <p:notesMasterId xmlns:r="http://schemas.openxmlformats.org/officeDocument/2006/relationships" r:id="R2ec858f731904a1c"/>
  </p:notesMasterIdLst>
  <p:sldIdLst>
    <p:sldId xmlns:r="http://schemas.openxmlformats.org/officeDocument/2006/relationships" id="256" r:id="R2166b08438494597"/>
    <p:sldId xmlns:r="http://schemas.openxmlformats.org/officeDocument/2006/relationships" id="257" r:id="Rea1969b1409c4f28"/>
    <p:sldId xmlns:r="http://schemas.openxmlformats.org/officeDocument/2006/relationships" id="258" r:id="R23c1f3a54cc44bad"/>
    <p:sldId xmlns:r="http://schemas.openxmlformats.org/officeDocument/2006/relationships" id="259" r:id="R55a8d1b38f094d83"/>
    <p:sldId xmlns:r="http://schemas.openxmlformats.org/officeDocument/2006/relationships" id="260" r:id="R7769caf6657f4001"/>
    <p:sldId xmlns:r="http://schemas.openxmlformats.org/officeDocument/2006/relationships" id="261" r:id="R6c86ca92a3cd496b"/>
    <p:sldId xmlns:r="http://schemas.openxmlformats.org/officeDocument/2006/relationships" id="262" r:id="R42290902ae384943"/>
    <p:sldId xmlns:r="http://schemas.openxmlformats.org/officeDocument/2006/relationships" id="263" r:id="R0d58c53a4331454d"/>
    <p:sldId xmlns:r="http://schemas.openxmlformats.org/officeDocument/2006/relationships" id="264" r:id="R84fcffb405e54acb"/>
    <p:sldId xmlns:r="http://schemas.openxmlformats.org/officeDocument/2006/relationships" id="265" r:id="R7f25f1aa1adb4b22"/>
    <p:sldId xmlns:r="http://schemas.openxmlformats.org/officeDocument/2006/relationships" id="266" r:id="Rbb51163fd8fd49ab"/>
    <p:sldId xmlns:r="http://schemas.openxmlformats.org/officeDocument/2006/relationships" id="267" r:id="R651b2e8589fa455c"/>
    <p:sldId xmlns:r="http://schemas.openxmlformats.org/officeDocument/2006/relationships" id="268" r:id="R038a4acf5c804a34"/>
    <p:sldId xmlns:r="http://schemas.openxmlformats.org/officeDocument/2006/relationships" id="269" r:id="R2bcee919600744e3"/>
    <p:sldId xmlns:r="http://schemas.openxmlformats.org/officeDocument/2006/relationships" id="270" r:id="R637e3a7e00384832"/>
    <p:sldId xmlns:r="http://schemas.openxmlformats.org/officeDocument/2006/relationships" id="271" r:id="Rdff361d93ec24a8b"/>
    <p:sldId xmlns:r="http://schemas.openxmlformats.org/officeDocument/2006/relationships" id="272" r:id="R027acb7162404093"/>
    <p:sldId xmlns:r="http://schemas.openxmlformats.org/officeDocument/2006/relationships" id="273" r:id="Rf7c3d68715654b8a"/>
    <p:sldId xmlns:r="http://schemas.openxmlformats.org/officeDocument/2006/relationships" id="274" r:id="Rce87654ff74f41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6f8313b4044c29" /><Relationship Type="http://schemas.openxmlformats.org/officeDocument/2006/relationships/slideMaster" Target="/ppt/slideMasters/slideMaster1.xml" Id="R6619964cecf44889" /><Relationship Type="http://schemas.openxmlformats.org/officeDocument/2006/relationships/notesMaster" Target="/ppt/notesMasters/notesMaster1.xml" Id="R2ec858f731904a1c" /><Relationship Type="http://schemas.openxmlformats.org/officeDocument/2006/relationships/presProps" Target="/ppt/presProps.xml" Id="R5e2809b6bf23475c" /><Relationship Type="http://schemas.openxmlformats.org/officeDocument/2006/relationships/tableStyles" Target="/ppt/tableStyles.xml" Id="R3f492c02034e44c3" /><Relationship Type="http://schemas.openxmlformats.org/officeDocument/2006/relationships/slide" Target="/ppt/slides/slide1.xml" Id="R2166b08438494597" /><Relationship Type="http://schemas.openxmlformats.org/officeDocument/2006/relationships/slide" Target="/ppt/slides/slide2.xml" Id="Rea1969b1409c4f28" /><Relationship Type="http://schemas.openxmlformats.org/officeDocument/2006/relationships/slide" Target="/ppt/slides/slide3.xml" Id="R23c1f3a54cc44bad" /><Relationship Type="http://schemas.openxmlformats.org/officeDocument/2006/relationships/slide" Target="/ppt/slides/slide4.xml" Id="R55a8d1b38f094d83" /><Relationship Type="http://schemas.openxmlformats.org/officeDocument/2006/relationships/slide" Target="/ppt/slides/slide5.xml" Id="R7769caf6657f4001" /><Relationship Type="http://schemas.openxmlformats.org/officeDocument/2006/relationships/slide" Target="/ppt/slides/slide6.xml" Id="R6c86ca92a3cd496b" /><Relationship Type="http://schemas.openxmlformats.org/officeDocument/2006/relationships/slide" Target="/ppt/slides/slide7.xml" Id="R42290902ae384943" /><Relationship Type="http://schemas.openxmlformats.org/officeDocument/2006/relationships/slide" Target="/ppt/slides/slide8.xml" Id="R0d58c53a4331454d" /><Relationship Type="http://schemas.openxmlformats.org/officeDocument/2006/relationships/slide" Target="/ppt/slides/slide9.xml" Id="R84fcffb405e54acb" /><Relationship Type="http://schemas.openxmlformats.org/officeDocument/2006/relationships/slide" Target="/ppt/slides/slide10.xml" Id="R7f25f1aa1adb4b22" /><Relationship Type="http://schemas.openxmlformats.org/officeDocument/2006/relationships/slide" Target="/ppt/slides/slide11.xml" Id="Rbb51163fd8fd49ab" /><Relationship Type="http://schemas.openxmlformats.org/officeDocument/2006/relationships/slide" Target="/ppt/slides/slide12.xml" Id="R651b2e8589fa455c" /><Relationship Type="http://schemas.openxmlformats.org/officeDocument/2006/relationships/slide" Target="/ppt/slides/slide13.xml" Id="R038a4acf5c804a34" /><Relationship Type="http://schemas.openxmlformats.org/officeDocument/2006/relationships/slide" Target="/ppt/slides/slide14.xml" Id="R2bcee919600744e3" /><Relationship Type="http://schemas.openxmlformats.org/officeDocument/2006/relationships/slide" Target="/ppt/slides/slide15.xml" Id="R637e3a7e00384832" /><Relationship Type="http://schemas.openxmlformats.org/officeDocument/2006/relationships/slide" Target="/ppt/slides/slide16.xml" Id="Rdff361d93ec24a8b" /><Relationship Type="http://schemas.openxmlformats.org/officeDocument/2006/relationships/slide" Target="/ppt/slides/slide17.xml" Id="R027acb7162404093" /><Relationship Type="http://schemas.openxmlformats.org/officeDocument/2006/relationships/slide" Target="/ppt/slides/slide18.xml" Id="Rf7c3d68715654b8a" /><Relationship Type="http://schemas.openxmlformats.org/officeDocument/2006/relationships/slide" Target="/ppt/slides/slide19.xml" Id="Rce87654ff74f41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5d9fdc643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dd766c2dd443e" /><Relationship Type="http://schemas.openxmlformats.org/officeDocument/2006/relationships/notesMaster" Target="/ppt/notesMasters/notesMaster1.xml" Id="R6a5529eb76ce4d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fdbf5e16874384" /><Relationship Type="http://schemas.openxmlformats.org/officeDocument/2006/relationships/notesMaster" Target="/ppt/notesMasters/notesMaster1.xml" Id="Re16409e8395949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5621f7d3f46ad" /><Relationship Type="http://schemas.openxmlformats.org/officeDocument/2006/relationships/notesMaster" Target="/ppt/notesMasters/notesMaster1.xml" Id="Rec4c6402a74245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6c9fc52adc4de4" /><Relationship Type="http://schemas.openxmlformats.org/officeDocument/2006/relationships/notesMaster" Target="/ppt/notesMasters/notesMaster1.xml" Id="Raf905073514b49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c71f6992724b95" /><Relationship Type="http://schemas.openxmlformats.org/officeDocument/2006/relationships/notesMaster" Target="/ppt/notesMasters/notesMaster1.xml" Id="R6b1626c1acca48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25756a8e4d4d18" /><Relationship Type="http://schemas.openxmlformats.org/officeDocument/2006/relationships/notesMaster" Target="/ppt/notesMasters/notesMaster1.xml" Id="R39a461d10b20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976f40c57e45d2" /><Relationship Type="http://schemas.openxmlformats.org/officeDocument/2006/relationships/notesMaster" Target="/ppt/notesMasters/notesMaster1.xml" Id="R46539cb216044a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bb965a56e34fa6" /><Relationship Type="http://schemas.openxmlformats.org/officeDocument/2006/relationships/notesMaster" Target="/ppt/notesMasters/notesMaster1.xml" Id="Rf2b759c5fb8f4e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e0f1f0667462c" /><Relationship Type="http://schemas.openxmlformats.org/officeDocument/2006/relationships/notesMaster" Target="/ppt/notesMasters/notesMaster1.xml" Id="R4c62c99a0c4543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a834a173284402" /><Relationship Type="http://schemas.openxmlformats.org/officeDocument/2006/relationships/notesMaster" Target="/ppt/notesMasters/notesMaster1.xml" Id="Re10762bccb3044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7fea41f5d44094" /><Relationship Type="http://schemas.openxmlformats.org/officeDocument/2006/relationships/notesMaster" Target="/ppt/notesMasters/notesMaster1.xml" Id="R5552e997e6004a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ffa288e65e4c58" /><Relationship Type="http://schemas.openxmlformats.org/officeDocument/2006/relationships/notesMaster" Target="/ppt/notesMasters/notesMaster1.xml" Id="Rd4a4324223a84b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233098ac2e48a3" /><Relationship Type="http://schemas.openxmlformats.org/officeDocument/2006/relationships/notesMaster" Target="/ppt/notesMasters/notesMaster1.xml" Id="R69095432210747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2b78bda43c43be" /><Relationship Type="http://schemas.openxmlformats.org/officeDocument/2006/relationships/notesMaster" Target="/ppt/notesMasters/notesMaster1.xml" Id="Rd56f7003e5234f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b6013d29984b82" /><Relationship Type="http://schemas.openxmlformats.org/officeDocument/2006/relationships/notesMaster" Target="/ppt/notesMasters/notesMaster1.xml" Id="Ra0ed67011ecc42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82eda04ad8454c" /><Relationship Type="http://schemas.openxmlformats.org/officeDocument/2006/relationships/notesMaster" Target="/ppt/notesMasters/notesMaster1.xml" Id="R171b59fbea8941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8a3143a5444edc" /><Relationship Type="http://schemas.openxmlformats.org/officeDocument/2006/relationships/notesMaster" Target="/ppt/notesMasters/notesMaster1.xml" Id="R1feaeebd179941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82d2b64ade48c5" /><Relationship Type="http://schemas.openxmlformats.org/officeDocument/2006/relationships/notesMaster" Target="/ppt/notesMasters/notesMaster1.xml" Id="R5665d4424e1f4b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4a1a4ad2ea4a0c" /><Relationship Type="http://schemas.openxmlformats.org/officeDocument/2006/relationships/notesMaster" Target="/ppt/notesMasters/notesMaster1.xml" Id="R97434f8773bd42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experiences/ms-l06.json and worksheets/MS_L06_UnitsLab_Worksheet.docx.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6225e47fb4a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069a3e430a42e3" /><Relationship Type="http://schemas.openxmlformats.org/officeDocument/2006/relationships/slideLayout" Target="/ppt/slideLayouts/slideLayout1.xml" Id="Ra55d2f72fae948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5d2f72fae948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e2d00f9834b45" /><Relationship Type="http://schemas.openxmlformats.org/officeDocument/2006/relationships/image" Target="/ppt/media/image.png" Id="R25707e7dc13c4389" /><Relationship Type="http://schemas.openxmlformats.org/officeDocument/2006/relationships/image" Target="/ppt/media/image.jpeg" Id="R96686ba1925b4081" /><Relationship Type="http://schemas.openxmlformats.org/officeDocument/2006/relationships/notesSlide" Target="/ppt/notesSlides/notesSlide1.xml" Id="Raa2d6c2dd8d44a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2c1f2810e415d" /><Relationship Type="http://schemas.openxmlformats.org/officeDocument/2006/relationships/image" Target="/ppt/media/image2.png" Id="R1690023b28604746" /><Relationship Type="http://schemas.openxmlformats.org/officeDocument/2006/relationships/notesSlide" Target="/ppt/notesSlides/notesSlide2.xml" Id="R55f1b6a06a80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34fd0f0f1415d" /><Relationship Type="http://schemas.openxmlformats.org/officeDocument/2006/relationships/image" Target="/ppt/media/image3.png" Id="R2f583e6862484a0d" /><Relationship Type="http://schemas.openxmlformats.org/officeDocument/2006/relationships/notesSlide" Target="/ppt/notesSlides/notesSlide3.xml" Id="R251f4ad9b78042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5b73944144668" /><Relationship Type="http://schemas.openxmlformats.org/officeDocument/2006/relationships/image" Target="/ppt/media/image4.png" Id="Rc3ecbb707a2141d5" /><Relationship Type="http://schemas.openxmlformats.org/officeDocument/2006/relationships/notesSlide" Target="/ppt/notesSlides/notesSlide4.xml" Id="Rb13cecb1d56e43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80252f9c549ee" /><Relationship Type="http://schemas.openxmlformats.org/officeDocument/2006/relationships/image" Target="/ppt/media/image5.png" Id="Re8c6f40dee73419b" /><Relationship Type="http://schemas.openxmlformats.org/officeDocument/2006/relationships/notesSlide" Target="/ppt/notesSlides/notesSlide5.xml" Id="Raae336e6db214e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6ef19abdf418d" /><Relationship Type="http://schemas.openxmlformats.org/officeDocument/2006/relationships/image" Target="/ppt/media/image6.png" Id="R6a77bba305274342" /><Relationship Type="http://schemas.openxmlformats.org/officeDocument/2006/relationships/notesSlide" Target="/ppt/notesSlides/notesSlide6.xml" Id="R3b558dd1d13d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95101f69845ea" /><Relationship Type="http://schemas.openxmlformats.org/officeDocument/2006/relationships/image" Target="/ppt/media/image7.png" Id="R2cf11fcadcc3410b" /><Relationship Type="http://schemas.openxmlformats.org/officeDocument/2006/relationships/hyperlink" Target="https://mrp-cs.github.io/Revise360/experience.html?id=ms-l06" TargetMode="External" Id="Re968044fce234b7e" /><Relationship Type="http://schemas.openxmlformats.org/officeDocument/2006/relationships/notesSlide" Target="/ppt/notesSlides/notesSlide7.xml" Id="R38dba93d62db4e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c4c4ec353456e" /><Relationship Type="http://schemas.openxmlformats.org/officeDocument/2006/relationships/image" Target="/ppt/media/image8.png" Id="R76555dc11e614522" /><Relationship Type="http://schemas.openxmlformats.org/officeDocument/2006/relationships/notesSlide" Target="/ppt/notesSlides/notesSlide8.xml" Id="R5cb7ea1b8b3748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c4fbae9954e02" /><Relationship Type="http://schemas.openxmlformats.org/officeDocument/2006/relationships/image" Target="/ppt/media/image9.png" Id="Re3443c1722034fb2" /><Relationship Type="http://schemas.openxmlformats.org/officeDocument/2006/relationships/notesSlide" Target="/ppt/notesSlides/notesSlide9.xml" Id="R2a9e98a2d8c049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89503c18a4e2e" /><Relationship Type="http://schemas.openxmlformats.org/officeDocument/2006/relationships/image" Target="/ppt/media/image10.png" Id="R9c287f0810d64a99" /><Relationship Type="http://schemas.openxmlformats.org/officeDocument/2006/relationships/notesSlide" Target="/ppt/notesSlides/notesSlide10.xml" Id="R03cea07c4ada47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4a7e70e4849ef" /><Relationship Type="http://schemas.openxmlformats.org/officeDocument/2006/relationships/image" Target="/ppt/media/image11.png" Id="R521bc73a62594247" /><Relationship Type="http://schemas.openxmlformats.org/officeDocument/2006/relationships/notesSlide" Target="/ppt/notesSlides/notesSlide11.xml" Id="Rfa65936f01ed48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e3015a22e48af" /><Relationship Type="http://schemas.openxmlformats.org/officeDocument/2006/relationships/image" Target="/ppt/media/image12.png" Id="Rd300d3f2a560428b" /><Relationship Type="http://schemas.openxmlformats.org/officeDocument/2006/relationships/notesSlide" Target="/ppt/notesSlides/notesSlide12.xml" Id="R70c64bf2f5b240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9a5589dcf4487" /><Relationship Type="http://schemas.openxmlformats.org/officeDocument/2006/relationships/image" Target="/ppt/media/image13.png" Id="Rf4031ca6977d4cc3" /><Relationship Type="http://schemas.openxmlformats.org/officeDocument/2006/relationships/notesSlide" Target="/ppt/notesSlides/notesSlide13.xml" Id="R9f914493218f40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2b55a7ecb4de3" /><Relationship Type="http://schemas.openxmlformats.org/officeDocument/2006/relationships/image" Target="/ppt/media/image14.png" Id="R7f3ef4ee83d5488c" /><Relationship Type="http://schemas.openxmlformats.org/officeDocument/2006/relationships/notesSlide" Target="/ppt/notesSlides/notesSlide14.xml" Id="Rf6078855296c40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28ece48f84b7a" /><Relationship Type="http://schemas.openxmlformats.org/officeDocument/2006/relationships/image" Target="/ppt/media/image15.png" Id="R4385259a62704dac" /><Relationship Type="http://schemas.openxmlformats.org/officeDocument/2006/relationships/notesSlide" Target="/ppt/notesSlides/notesSlide15.xml" Id="Rcbe8efebd15441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4baff0ce542d5" /><Relationship Type="http://schemas.openxmlformats.org/officeDocument/2006/relationships/image" Target="/ppt/media/image16.png" Id="R610316b70e8d46c8" /><Relationship Type="http://schemas.openxmlformats.org/officeDocument/2006/relationships/notesSlide" Target="/ppt/notesSlides/notesSlide16.xml" Id="Rab15d18ff0104a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40ae272534e28" /><Relationship Type="http://schemas.openxmlformats.org/officeDocument/2006/relationships/image" Target="/ppt/media/image17.png" Id="R5df8c59c76014d88" /><Relationship Type="http://schemas.openxmlformats.org/officeDocument/2006/relationships/notesSlide" Target="/ppt/notesSlides/notesSlide17.xml" Id="Rcf02531fa98448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235fbd754192" /><Relationship Type="http://schemas.openxmlformats.org/officeDocument/2006/relationships/image" Target="/ppt/media/image18.png" Id="Rf150c939d5194877" /><Relationship Type="http://schemas.openxmlformats.org/officeDocument/2006/relationships/notesSlide" Target="/ppt/notesSlides/notesSlide18.xml" Id="Re27574f77e534c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a10d6a5a94cb4" /><Relationship Type="http://schemas.openxmlformats.org/officeDocument/2006/relationships/image" Target="/ppt/media/image19.png" Id="Rb3ca9749a84440dc" /><Relationship Type="http://schemas.openxmlformats.org/officeDocument/2006/relationships/notesSlide" Target="/ppt/notesSlides/notesSlide19.xml" Id="Ra579b8cc130d42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8DBEA99-A7EC-4D90-93F9-0C108D9F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547AE78-4888-4DF4-B393-2E25770E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06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9627D0-E0C7-46D4-8F4B-477B884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UNITS LAB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07e7dc13c438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7530B8-E05C-476D-B31A-41E337A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7690C8D1-88A3-49D4-87EA-E88E74EE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Units of data storage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1275C6B5-FD06-42D7-A9EB-9196B090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55E3FD6C-43F3-4E5C-AAD3-8DF2AA0D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is data stored in binary?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86ba1925b4081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97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DBB92C1-262D-49C7-97EF-8AEC75B1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910F456-15B3-41A3-A201-32B0B972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0AD3101-7794-4723-BD69-DA3F14AA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0023b2860474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CAD9E7-F60B-4FFC-BA9D-838ACB35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EBF3715-5068-4E53-B6CC-6E3F5F61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0D48E97-FC0C-4834-AB89-F77C5E8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the units bit, nibble, byte, kilobyte, megabyte, gigabyte, terabyte and petabyte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3FF4F2D-2F45-42EF-AEBE-1CF496C9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2E02D59F-9284-4E3C-9893-C730290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 able to convert between units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4D851D8E-3235-4017-9B39-68D7CA73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35EFC76D-42EA-402E-9B59-B0596BE9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that data must be converted to binary to be processed</a:t>
            </a:r>
          </a:p>
        </p:txBody>
      </p:sp>
    </p:spTree>
    <p:extLst>
      <p:ext uri="{BB962C8B-B14F-4D97-AF65-F5344CB8AC3E}">
        <p14:creationId xmlns:p14="http://schemas.microsoft.com/office/powerpoint/2010/main" val="831063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DF94995-E612-402E-AF6F-9A9359DA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2225410-8BE3-452B-80B9-B7D32D03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B7A26FE-79AD-4723-9B17-A64EDD3D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83e6862484a0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4F92076-83F1-489D-857B-8B0B4F54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0B17E498-19F0-49AA-9839-B80A8C8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light switch has two positions. Explain how you could send a message to a friend using only that switch.</a:t>
            </a:r>
          </a:p>
        </p:txBody>
      </p:sp>
    </p:spTree>
    <p:extLst>
      <p:ext uri="{BB962C8B-B14F-4D97-AF65-F5344CB8AC3E}">
        <p14:creationId xmlns:p14="http://schemas.microsoft.com/office/powerpoint/2010/main" val="973675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65142D-D9CA-4CEA-AC1C-24FA7FF0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0A76944-D518-4130-96F7-72885124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EF0ACE2-4CCA-49CF-A096-B75BC1B2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cbb707a2141d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29E184-D15C-4A93-9185-7CFFEF71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E91A4D3-13C1-4D37-BA0A-6A7AB32E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1207951-75AC-44E6-AFA1-3479975C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Agree a code: switch off = 0 and on = 1. Send a sequence of states or timed flashes that the friend can decode.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B8B974E-1B31-41BA-A419-5160613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7D6190DB-247C-488D-BAF6-46F39629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Two reliable states can represent binary digits; combining more digits gives more possible messages.</a:t>
            </a:r>
          </a:p>
        </p:txBody>
      </p:sp>
    </p:spTree>
    <p:extLst>
      <p:ext uri="{BB962C8B-B14F-4D97-AF65-F5344CB8AC3E}">
        <p14:creationId xmlns:p14="http://schemas.microsoft.com/office/powerpoint/2010/main" val="1072324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0CA0153-8C7E-4F0E-92C3-E780808F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9BE98B5-C822-488E-B741-E6BA65AC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94EF059-9E99-4B3D-A03A-46962356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6f40dee73419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3F8ECD-4517-4255-AAC2-92ED87B5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21C9728A-8A60-4B8C-9426-0269BECA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1700C878-CD15-4586-A87D-E08FA9AE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Bit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EBA37DD3-BEB9-409A-82A5-72CFA526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CDBD269B-4355-4375-AA5A-D532CBF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Byte</a:t>
            </a:r>
          </a:p>
        </p:txBody>
      </p:sp>
    </p:spTree>
    <p:extLst>
      <p:ext uri="{BB962C8B-B14F-4D97-AF65-F5344CB8AC3E}">
        <p14:creationId xmlns:p14="http://schemas.microsoft.com/office/powerpoint/2010/main" val="672197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3D9B088-F2DB-4BE7-9A42-C0141AE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DF2BA1B-EFC3-42C3-BD60-3FEE330E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E9D8E53-AB03-4806-B576-6DBFE89E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7bba3052743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38896E-D865-44FC-84B0-63148731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73092A85-3075-47D7-91F9-F7382DE7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Bit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E7FB5829-827D-48BA-8E74-8811A334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Bit: one binary digit, either 0 or 1.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EFF2A708-C7F7-4F74-A8EC-58AD9BB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Byte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D2995C77-0057-4530-8E2D-DF73F82A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Byte: a group of 8 bits.</a:t>
            </a:r>
          </a:p>
        </p:txBody>
      </p:sp>
    </p:spTree>
    <p:extLst>
      <p:ext uri="{BB962C8B-B14F-4D97-AF65-F5344CB8AC3E}">
        <p14:creationId xmlns:p14="http://schemas.microsoft.com/office/powerpoint/2010/main" val="10249027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BC96651-BAEC-42A4-A1E8-AD88681F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0584211-02D4-4033-8CAA-52F85FA2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06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D85CDC0-7090-4484-A7F8-3D1B7E2C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11fcadcc3410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020777-9455-49E6-A319-CAB0FD5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E5C0A849-C9DB-43CA-97C0-9B383132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968044fce234b7e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B0009344-6946-4837-88BA-3C7A19DF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Units lab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D1F5BB64-1FFC-4F85-861F-9FD730E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0C802BBB-9E0D-4D85-88F4-6B54F577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3DD4E3AB-566D-4E24-87DC-86974D66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092AB2FC-9732-4D6E-98AE-8C3C59DC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27),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3429682F-2615-4965-9495-3E24E8E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F697489A-6767-4E08-8BF4-CFADFB51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740846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8BCAC6B-E059-45C8-BE2A-BDD2D745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0CAB028-C620-4AB9-B287-A8D7DD2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8BCE74D-7716-4A0B-B3BD-DA99162D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55dc11e61452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4AD6BC-AC3D-4EAE-8C20-3EF9CA4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0553616A-F4FE-4344-ACFA-9FCC14AE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Task: unit conversions. Complete the conversions. Use 1,000 for each step.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9473D854-1E9E-4A71-A215-972F88A2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154674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207BB66-9F16-4409-A1C6-E39A07E4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AEBCCC6-5578-449B-8819-72DB93B8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5458C53-86F0-4A4C-874E-5DA1691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43c1722034fb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904E91-7FF8-4385-937D-09752A2C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E60F6B74-7A44-47CA-92B8-B2A376D4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Show 5 in a nibble and 65 in a byte. Why must the leading zeros be written?</a:t>
            </a:r>
          </a:p>
        </p:txBody>
      </p:sp>
    </p:spTree>
    <p:extLst>
      <p:ext uri="{BB962C8B-B14F-4D97-AF65-F5344CB8AC3E}">
        <p14:creationId xmlns:p14="http://schemas.microsoft.com/office/powerpoint/2010/main" val="299255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E9BCC72-0B73-41B2-B9AB-F9151726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7031756-1E46-4D44-A675-75FC0B59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FDBEAC0-35CD-4287-8A88-50FCCF7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87f0810d64a9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CB5FCE-5E86-48E6-B7DC-E46FCFAA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CC2E865-540F-48A7-863E-7066AE59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64DB935-1161-46DB-B1B3-98520AFB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4 kB = 4,000 bytes; 3,500 MB = 3.5 GB; 2 GB = 2,000 MB.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05A917B9-8D9F-4CBC-AF5C-5514D25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FE50980-D32F-45DA-8A80-71ECB08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6,000 bits = 750 bytes; 0.5 TB = 500 GB. Use 1,000 for each decimal unit step and 8 bits per byte.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397006F2-C22D-4AB3-B312-6A8B6BBF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5FF0CD5C-8B6A-4E7E-8A77-5E9F9A25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5 = 0101 (4 bits). 65 = 01000001 (8 bits). Leading zeros show the required number of places, even though they do not change the value.</a:t>
            </a:r>
          </a:p>
        </p:txBody>
      </p:sp>
    </p:spTree>
    <p:extLst>
      <p:ext uri="{BB962C8B-B14F-4D97-AF65-F5344CB8AC3E}">
        <p14:creationId xmlns:p14="http://schemas.microsoft.com/office/powerpoint/2010/main" val="210887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53FCC32-B362-4EE7-895B-57DD740A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63AEA2C-0B7E-4CC1-94DB-2F4CAB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8A0B410-16A2-409E-8E47-4676485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bc73a6259424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C36BA62-0C02-45E5-9E75-41403C24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EF557861-F714-4C3F-9348-0BF26082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F26B0B17-A446-4D1B-99A3-D66A2FEE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Why binary?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9D916BAD-BE18-4B18-AEB1-00719C81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Electronic circuits can represent two reliable states, so data is encoded as sequences of 0s and 1s.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FF133D83-F4C9-47F6-AA2B-F2F77009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Bits, nibbles and bytes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08768643-B3AD-45BF-A317-CED4A898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bit is one 0 or 1; a nibble is 4 bits; a byte is 8 bits. Five in a nibble is 0101.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3804D93-51FE-486B-B7E9-FC6172E0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Kilo, mega, giga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FF0AC4F1-AEE2-42FB-82FA-9BF2613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Order: bit, nibble, byte, kB, MB, GB, TB, PB. The worksheet uses decimal steps of 1,000; 1 GB = 1,000 MB.</a:t>
            </a:r>
          </a:p>
        </p:txBody>
      </p:sp>
    </p:spTree>
    <p:extLst>
      <p:ext uri="{BB962C8B-B14F-4D97-AF65-F5344CB8AC3E}">
        <p14:creationId xmlns:p14="http://schemas.microsoft.com/office/powerpoint/2010/main" val="13982593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2B21364-41A6-4934-B082-CD6AAA1C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4EC9973-0751-4D71-B4F8-5DFB9F0A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22E67EE-77E0-407E-AA1F-DA7CF011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0d3f2a560428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7E14A1F-4856-4BF3-AD84-F6D52989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5BABF0DC-B0D0-42BE-BE7B-E073C8DE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8FB30C06-7B43-4849-AEDD-8D700571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Converting units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1FB96BC5-F02D-4047-BD2A-8FEBD0EB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Move three decimal-unit places per step: 4,500 MB = 4.5 GB; 3 GB = 3,000 MB; 2 kB = 2,000 bytes.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ED3A115A-64BE-40C0-86D9-39BF47C4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Storing a number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49FEBDB2-FE19-45B6-8827-C3B99E0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65 is 64 + 1, so its 8-bit binary representation is 01000001.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221ECE33-5D30-49ED-B29E-0FF88852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How big is a petabyte?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FD20B6C-8870-4206-BA6B-961ECE4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 PB = 1,000,000 GB in decimal units. At 8 GB per stick, that is 125,000 sticks.</a:t>
            </a:r>
          </a:p>
        </p:txBody>
      </p:sp>
    </p:spTree>
    <p:extLst>
      <p:ext uri="{BB962C8B-B14F-4D97-AF65-F5344CB8AC3E}">
        <p14:creationId xmlns:p14="http://schemas.microsoft.com/office/powerpoint/2010/main" val="13089354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F244654-55B5-4406-A20E-B84489A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294E30C-905E-4E91-AE62-2B2C83CD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154CAF7-A7D0-4408-BB8B-BB09EFE7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31ca6977d4cc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4306A1-0512-44CA-A441-F13C3AEA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726F51A-0C82-4004-852F-E6E7CF3C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F49B34C0-14FD-4A5F-82E9-70DFA16A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Show the number 200 in 8-bit binary → 11001000. 200 is 11001000.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06589F65-8183-4CCD-A0A0-F84554BE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07A9CC7C-BCD5-4E7C-ABAE-63368B1A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1,000 bytes → Kilobyte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071F11B-1B14-487F-97EE-7C4E94F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C0E36C28-0CE9-4340-909D-5BF38168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1,000,000 bytes → Megabyte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C177C83B-D49C-42BE-9E3D-9B89270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A5050ACB-226A-4B1C-A269-4868641C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1,000 kB → Megabyte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3B957762-96B1-44D2-88DC-7EA58FAA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FF44DA9A-000C-410B-A88D-80699CD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1,000 MB → Gigabyte</a:t>
            </a:r>
          </a:p>
        </p:txBody>
      </p:sp>
    </p:spTree>
    <p:extLst>
      <p:ext uri="{BB962C8B-B14F-4D97-AF65-F5344CB8AC3E}">
        <p14:creationId xmlns:p14="http://schemas.microsoft.com/office/powerpoint/2010/main" val="1025134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D221764-132E-4157-B138-4050ACF9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6EBC49E-748D-4673-808B-02DB2F07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26DCE82-577C-4929-9235-D4A33FD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6–7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ef4ee83d5488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692E622-F044-40E0-8C6E-AE2D10C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FA3AFD94-7046-4DE2-9D4D-DF312598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D3157AEC-1916-4BF6-A873-C636127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10⁹ bytes → Gigabyte</a:t>
            </a:r>
          </a:p>
        </p:txBody>
      </p:sp>
      <p:sp>
        <p:nvSpPr>
          <p:cNvPr id="8" name="number-7">
            <a:extLst xmlns:a="http://schemas.openxmlformats.org/drawingml/2006/main">
              <a:ext uri="{FF2B5EF4-FFF2-40B4-BE49-F238E27FC236}">
                <a16:creationId xmlns:a16="http://schemas.microsoft.com/office/drawing/2014/main" id="{12F21280-11CC-4B1B-B6A8-774C2005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9" name="item-7">
            <a:extLst xmlns:a="http://schemas.openxmlformats.org/drawingml/2006/main">
              <a:ext uri="{FF2B5EF4-FFF2-40B4-BE49-F238E27FC236}">
                <a16:creationId xmlns:a16="http://schemas.microsoft.com/office/drawing/2014/main" id="{706D7D79-3621-426A-BF9B-FE1850C4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337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typical short photo file → Megabyte</a:t>
            </a:r>
          </a:p>
        </p:txBody>
      </p:sp>
    </p:spTree>
    <p:extLst>
      <p:ext uri="{BB962C8B-B14F-4D97-AF65-F5344CB8AC3E}">
        <p14:creationId xmlns:p14="http://schemas.microsoft.com/office/powerpoint/2010/main" val="14886700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ADD6EF4-DE9C-42A1-B0BA-CCF9734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771D2A2-0C9D-4EC0-840E-526EB2E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248B9E-576E-4E3A-9004-3678BD09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5259a62704da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8BE2B7A-5868-4141-A9B4-CC3493E3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11CDF8F4-4D6A-44A4-9527-469DFACA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0E34131C-54BC-4FDF-97EE-13D44898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how many bits there are in a byte.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F2A1735B-9EE4-41F3-ABC4-CED82FB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Show how the denary number 5 is stored in a nibble.  [1]</a:t>
            </a:r>
          </a:p>
        </p:txBody>
      </p:sp>
    </p:spTree>
    <p:extLst>
      <p:ext uri="{BB962C8B-B14F-4D97-AF65-F5344CB8AC3E}">
        <p14:creationId xmlns:p14="http://schemas.microsoft.com/office/powerpoint/2010/main" val="2214975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E2C5E75-6B09-474E-941A-11867EF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C28E842-2910-40F3-B6E5-536663C7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96E9804-AF81-4B57-B640-5EF86668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316b70e8d46c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4F99017-343C-45A8-87B4-12D1EB97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509B8F79-6583-4F1D-8EBF-E6E00FE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3A5DDCAC-F934-4EA9-899B-115A18F8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file is 2,500 MB. Convert this to gigabytes.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44E0BD77-2CDB-4A70-9A43-29226666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 Explain why data must be converted to binary.  [2]</a:t>
            </a:r>
          </a:p>
        </p:txBody>
      </p:sp>
    </p:spTree>
    <p:extLst>
      <p:ext uri="{BB962C8B-B14F-4D97-AF65-F5344CB8AC3E}">
        <p14:creationId xmlns:p14="http://schemas.microsoft.com/office/powerpoint/2010/main" val="2106984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F3EFE7-A2F1-4F2D-9C8D-74807DE4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C14C034-3406-49F1-9EEC-47A78EF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5F50174-0A9D-4DBD-B00A-5C34DFB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8c59c76014d8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30BCDE-981A-458E-A707-7F72A75D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4A6A4BA3-83EB-451F-BF67-50558AA6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1E54C72D-7165-4103-BAFA-C8D63463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8 bits.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68FDB85D-6F6E-49AF-9A81-3C7214D1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5 in a 4-bit nibble is 0101.</a:t>
            </a:r>
          </a:p>
        </p:txBody>
      </p:sp>
    </p:spTree>
    <p:extLst>
      <p:ext uri="{BB962C8B-B14F-4D97-AF65-F5344CB8AC3E}">
        <p14:creationId xmlns:p14="http://schemas.microsoft.com/office/powerpoint/2010/main" val="16371429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0B282B4-FA0E-41F1-B52D-5EFD98FB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AE4EFB3-2DA6-45C1-8F22-7C1890D5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8FBCDA1-FC7C-4E67-95B2-0C46772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0c939d519487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2B6C12-8F78-449F-A93A-67125D6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2AE18954-1DDD-4828-A519-10B9B7E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0D663005-72E6-4B50-B2E9-719DF70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2,500 MB ÷ 1,000 = 2.5 GB.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00709476-91D1-4E13-A7BA-4B914D8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Digital circuits can reliably represent two states. Encoding data as 0s and 1s lets the computer store and process it.</a:t>
            </a:r>
          </a:p>
        </p:txBody>
      </p:sp>
    </p:spTree>
    <p:extLst>
      <p:ext uri="{BB962C8B-B14F-4D97-AF65-F5344CB8AC3E}">
        <p14:creationId xmlns:p14="http://schemas.microsoft.com/office/powerpoint/2010/main" val="10305501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4A463C2-6146-4B6B-A4C3-4349873C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0FAAC05-6A88-432D-AE40-44598B4E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06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6A226F-2C69-49FA-BEA7-9AF1CE3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a9749a84440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9443E8-F4DC-4923-91A8-6DAA88F8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6933F638-120D-49B6-A796-2F4C10E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B0891A2F-3005-4753-AC87-08D6EB6F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0A1F37DB-0B70-4ACD-B6C7-D0A61FD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data is binary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5D2268A-6F3B-4A88-ADCB-BE6D973C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9151644B-A2E7-41C6-A2CE-A4476586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units from bit to petabyte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77902331-1129-4AF1-AE60-371828E2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D25724FD-0F7F-419A-86DA-B616A35F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Converting between units</a:t>
            </a:r>
          </a:p>
        </p:txBody>
      </p:sp>
    </p:spTree>
    <p:extLst>
      <p:ext uri="{BB962C8B-B14F-4D97-AF65-F5344CB8AC3E}">
        <p14:creationId xmlns:p14="http://schemas.microsoft.com/office/powerpoint/2010/main" val="536861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2026-09-25T13:18:03.3240000Z</dcterms:created>
  <dcterms:modified xsi:type="dcterms:W3CDTF">2026-09-25T13:18:03.3240000Z</dcterms:modified>
</coreProperties>
</file>
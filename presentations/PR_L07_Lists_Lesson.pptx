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7: Lists.
Open the experience at revise360.co.uk and hand out PR_L07_Lists_Worksheet.docx.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Making a list.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Reading an item.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Going through a list.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Adding and removing.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Totals and averages.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Putting it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variable holds one value, which is no use at all for a whole class of marks. A list holds many values under one name, and the stock shelves are where you learn to use one.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 Python course  |  Beyond the OCR J277 specification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the last item of a list always at index len(list) - 1?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create a list and read one item out of it by its index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to traverse a list in order to total, count or compare its items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add an item onto a list and how to take one out again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65376" y="5468112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65376" y="546811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35808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35808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52544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52544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append()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08192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08192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remove()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63840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63840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pop()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80576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80576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Traverse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list shelf holds Nails, Screws, Bolts and Nuts, in that order. Write down what shelf[0], shelf[3] and len(shelf) each give, and the index of the last item.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Lists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before you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task and its brief. Work out the inputs, what happens to them, and exactly what is printed.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and run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program in the editor and press Run to see what it does. Then press Check to mark it against the tests.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failures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fails tells you what was expected and what came out. Fix and run it again - that is what programmers 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Making a list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brackets make a list, with the items separated by commas.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list can start out empty and be filled by a loop as the data arrives.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creating the empty list inside the loop, which throws each item away again.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line must go above the loop that fills a list, and why?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exam calls these arrays. Python calls them lists, and unlike an array they can grow and shrink.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Reading an item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list is indexed from 0, so the third item sits at position 2.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len() gives how many items there are, which makes the last index len() - 1.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an index past the end, which stops the program with an error.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index holds the last of seven scores?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Counting from 0 means an index is the number of items you step over to reach it.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Going through a list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item in list: hands you each value in turn.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i in range(len(list)): gives the positions instead, for when you need the index too.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printing the index when the task asked for the value, or the other way round.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do you need the position rather than the value itself?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Going through every item of a list in turn is called traversing it.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Adding and removing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append() adds one item onto the end of the list.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remove() takes out the first item with that value, and pop(i) takes out the one at position i.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removing items while looping over the same list, which makes the loop skip some.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the difference between remove("Ada") and pop(0)?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pop() hands the removed item back, so it can be used as well as deleted.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Totals and averages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the list in a loop, then divide by len() to get the mean.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the highest and lowest by comparing each item against the best found so far.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starting the highest at 0, which fails on a list of negative numbers.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should the highest-so-far start as, if the data could be negative?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Dividing by len() on an empty list crashes, so check the list is not empty first.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pass can build the total, count the items and remember where the best mark was.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 the figures after the loop has finished, not while it is still running.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finding the best value but forgetting to record the position it was found at.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the variables needed to report on eight marks in a single pass.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Keeping the position of the best value as well as the value answers 'which one' as well as 'how much'.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it do?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basket holds ["tea", "jam", "rice"]. Tap the star and match each list operation to what it does.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name, many values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lists, a program for 30 marks would need 30 variables - and 30 lines to total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 of range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index error is nearly always an off-by-one: the last index of a list of 7 is 6, not 7.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loop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item in list is tidier when you only need the values. Use range(len(list)) when you need the position too.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Removing safely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Deleting from a list while looping over it makes the loop skip items. Build a new list instead.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loop over a list of six prices begins for i in range(1, 6). State which price is never looked at, and rewrite the line so that every price is included.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6 javelin throws in metres into a list, then prints the longest throw and the position it is stored at.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[5]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holds a list of five club members, removes a name the user types in, then prints the list and how many members are left.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Creating a list and reading an item by its index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Traversing a list to total or compare its items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Adding items to a list and removing them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Lists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|  Lesson 7 — Lists</dc:title>
  <dc:subject>OCR J277 GCSE Computer Science</dc:subject>
  <dc:creator>Revise 360 Ltd</dc:creator>
  <cp:lastModifiedBy>Revise 360 Ltd</cp:lastModifiedBy>
  <cp:revision>1</cp:revision>
  <dcterms:created xsi:type="dcterms:W3CDTF">2026-10-02T14:04:24Z</dcterms:created>
  <dcterms:modified xsi:type="dcterms:W3CDTF">2026-10-02T14:04:24Z</dcterms:modified>
</cp:coreProperties>
</file>
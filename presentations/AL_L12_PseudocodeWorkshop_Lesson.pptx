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05f540968a46ca" /><Relationship Type="http://schemas.openxmlformats.org/officeDocument/2006/relationships/extended-properties" Target="/docProps/app.xml" Id="Rf66a5859fbf4405b" /><Relationship Type="http://schemas.openxmlformats.org/officeDocument/2006/relationships/officeDocument" Target="/ppt/presentation.xml" Id="Ref5fb4d9f6e948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7f534b9d7a438a"/>
  </p:sldMasterIdLst>
  <p:notesMasterIdLst>
    <p:notesMasterId xmlns:r="http://schemas.openxmlformats.org/officeDocument/2006/relationships" r:id="R0ccf5743cb034cf3"/>
  </p:notesMasterIdLst>
  <p:sldIdLst>
    <p:sldId xmlns:r="http://schemas.openxmlformats.org/officeDocument/2006/relationships" id="256" r:id="R1ec9d2221ac3461c"/>
    <p:sldId xmlns:r="http://schemas.openxmlformats.org/officeDocument/2006/relationships" id="257" r:id="Rd2e4c5e2578f4ca8"/>
    <p:sldId xmlns:r="http://schemas.openxmlformats.org/officeDocument/2006/relationships" id="258" r:id="R6460790fa0464559"/>
    <p:sldId xmlns:r="http://schemas.openxmlformats.org/officeDocument/2006/relationships" id="259" r:id="R4066e136baa14a82"/>
    <p:sldId xmlns:r="http://schemas.openxmlformats.org/officeDocument/2006/relationships" id="260" r:id="R0200f06f35f647ae"/>
    <p:sldId xmlns:r="http://schemas.openxmlformats.org/officeDocument/2006/relationships" id="261" r:id="R0bd6f76d836c4f60"/>
    <p:sldId xmlns:r="http://schemas.openxmlformats.org/officeDocument/2006/relationships" id="262" r:id="R76d0dc3243bc4db2"/>
    <p:sldId xmlns:r="http://schemas.openxmlformats.org/officeDocument/2006/relationships" id="263" r:id="R70918b52acae46ca"/>
    <p:sldId xmlns:r="http://schemas.openxmlformats.org/officeDocument/2006/relationships" id="264" r:id="R06318c87869b4373"/>
    <p:sldId xmlns:r="http://schemas.openxmlformats.org/officeDocument/2006/relationships" id="265" r:id="Rf52e4528508b4e5c"/>
    <p:sldId xmlns:r="http://schemas.openxmlformats.org/officeDocument/2006/relationships" id="266" r:id="R91da6f7abd1e408a"/>
    <p:sldId xmlns:r="http://schemas.openxmlformats.org/officeDocument/2006/relationships" id="267" r:id="R784ceea13ed14dea"/>
    <p:sldId xmlns:r="http://schemas.openxmlformats.org/officeDocument/2006/relationships" id="268" r:id="Rd4d8f8c7bcbc4264"/>
    <p:sldId xmlns:r="http://schemas.openxmlformats.org/officeDocument/2006/relationships" id="269" r:id="Rd82a33b075ed4921"/>
    <p:sldId xmlns:r="http://schemas.openxmlformats.org/officeDocument/2006/relationships" id="270" r:id="Rfc0c775f70c94ae8"/>
    <p:sldId xmlns:r="http://schemas.openxmlformats.org/officeDocument/2006/relationships" id="271" r:id="R1ff54c2375384728"/>
    <p:sldId xmlns:r="http://schemas.openxmlformats.org/officeDocument/2006/relationships" id="272" r:id="R957a8627844a4272"/>
    <p:sldId xmlns:r="http://schemas.openxmlformats.org/officeDocument/2006/relationships" id="273" r:id="Rb77600b71d354b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34dbacd577484d" /><Relationship Type="http://schemas.openxmlformats.org/officeDocument/2006/relationships/slideMaster" Target="/ppt/slideMasters/slideMaster1.xml" Id="R0f7f534b9d7a438a" /><Relationship Type="http://schemas.openxmlformats.org/officeDocument/2006/relationships/notesMaster" Target="/ppt/notesMasters/notesMaster1.xml" Id="R0ccf5743cb034cf3" /><Relationship Type="http://schemas.openxmlformats.org/officeDocument/2006/relationships/presProps" Target="/ppt/presProps.xml" Id="R85fdc8dfd6e648b0" /><Relationship Type="http://schemas.openxmlformats.org/officeDocument/2006/relationships/tableStyles" Target="/ppt/tableStyles.xml" Id="R23979b67baef4d77" /><Relationship Type="http://schemas.openxmlformats.org/officeDocument/2006/relationships/slide" Target="/ppt/slides/slide1.xml" Id="R1ec9d2221ac3461c" /><Relationship Type="http://schemas.openxmlformats.org/officeDocument/2006/relationships/slide" Target="/ppt/slides/slide2.xml" Id="Rd2e4c5e2578f4ca8" /><Relationship Type="http://schemas.openxmlformats.org/officeDocument/2006/relationships/slide" Target="/ppt/slides/slide3.xml" Id="R6460790fa0464559" /><Relationship Type="http://schemas.openxmlformats.org/officeDocument/2006/relationships/slide" Target="/ppt/slides/slide4.xml" Id="R4066e136baa14a82" /><Relationship Type="http://schemas.openxmlformats.org/officeDocument/2006/relationships/slide" Target="/ppt/slides/slide5.xml" Id="R0200f06f35f647ae" /><Relationship Type="http://schemas.openxmlformats.org/officeDocument/2006/relationships/slide" Target="/ppt/slides/slide6.xml" Id="R0bd6f76d836c4f60" /><Relationship Type="http://schemas.openxmlformats.org/officeDocument/2006/relationships/slide" Target="/ppt/slides/slide7.xml" Id="R76d0dc3243bc4db2" /><Relationship Type="http://schemas.openxmlformats.org/officeDocument/2006/relationships/slide" Target="/ppt/slides/slide8.xml" Id="R70918b52acae46ca" /><Relationship Type="http://schemas.openxmlformats.org/officeDocument/2006/relationships/slide" Target="/ppt/slides/slide9.xml" Id="R06318c87869b4373" /><Relationship Type="http://schemas.openxmlformats.org/officeDocument/2006/relationships/slide" Target="/ppt/slides/slide10.xml" Id="Rf52e4528508b4e5c" /><Relationship Type="http://schemas.openxmlformats.org/officeDocument/2006/relationships/slide" Target="/ppt/slides/slide11.xml" Id="R91da6f7abd1e408a" /><Relationship Type="http://schemas.openxmlformats.org/officeDocument/2006/relationships/slide" Target="/ppt/slides/slide12.xml" Id="R784ceea13ed14dea" /><Relationship Type="http://schemas.openxmlformats.org/officeDocument/2006/relationships/slide" Target="/ppt/slides/slide13.xml" Id="Rd4d8f8c7bcbc4264" /><Relationship Type="http://schemas.openxmlformats.org/officeDocument/2006/relationships/slide" Target="/ppt/slides/slide14.xml" Id="Rd82a33b075ed4921" /><Relationship Type="http://schemas.openxmlformats.org/officeDocument/2006/relationships/slide" Target="/ppt/slides/slide15.xml" Id="Rfc0c775f70c94ae8" /><Relationship Type="http://schemas.openxmlformats.org/officeDocument/2006/relationships/slide" Target="/ppt/slides/slide16.xml" Id="R1ff54c2375384728" /><Relationship Type="http://schemas.openxmlformats.org/officeDocument/2006/relationships/slide" Target="/ppt/slides/slide17.xml" Id="R957a8627844a4272" /><Relationship Type="http://schemas.openxmlformats.org/officeDocument/2006/relationships/slide" Target="/ppt/slides/slide18.xml" Id="Rb77600b71d354b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273bfaa48443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32b714a03342aa" /><Relationship Type="http://schemas.openxmlformats.org/officeDocument/2006/relationships/notesMaster" Target="/ppt/notesMasters/notesMaster1.xml" Id="R798a9ec278b64d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f8fdda6a7d41b6" /><Relationship Type="http://schemas.openxmlformats.org/officeDocument/2006/relationships/notesMaster" Target="/ppt/notesMasters/notesMaster1.xml" Id="Rca4a2dd057d74e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6ad22f283e4a4e" /><Relationship Type="http://schemas.openxmlformats.org/officeDocument/2006/relationships/notesMaster" Target="/ppt/notesMasters/notesMaster1.xml" Id="R6728101fcb3a4f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5e5b1ca4df4816" /><Relationship Type="http://schemas.openxmlformats.org/officeDocument/2006/relationships/notesMaster" Target="/ppt/notesMasters/notesMaster1.xml" Id="Rf62978f6efa949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eb41bda3ef4bdf" /><Relationship Type="http://schemas.openxmlformats.org/officeDocument/2006/relationships/notesMaster" Target="/ppt/notesMasters/notesMaster1.xml" Id="R7db468ed6d134e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5cc970f66c4651" /><Relationship Type="http://schemas.openxmlformats.org/officeDocument/2006/relationships/notesMaster" Target="/ppt/notesMasters/notesMaster1.xml" Id="R2bfd7e0058564f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16a75f82d24f99" /><Relationship Type="http://schemas.openxmlformats.org/officeDocument/2006/relationships/notesMaster" Target="/ppt/notesMasters/notesMaster1.xml" Id="R99cbf737e54f42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fe34ca26764046" /><Relationship Type="http://schemas.openxmlformats.org/officeDocument/2006/relationships/notesMaster" Target="/ppt/notesMasters/notesMaster1.xml" Id="Ra9a8319f616f40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9013e6c06845c6" /><Relationship Type="http://schemas.openxmlformats.org/officeDocument/2006/relationships/notesMaster" Target="/ppt/notesMasters/notesMaster1.xml" Id="Rfbf844ed2aa946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607988b78a4952" /><Relationship Type="http://schemas.openxmlformats.org/officeDocument/2006/relationships/notesMaster" Target="/ppt/notesMasters/notesMaster1.xml" Id="Rc98f4bf815b048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6e7f4cc2cc41d5" /><Relationship Type="http://schemas.openxmlformats.org/officeDocument/2006/relationships/notesMaster" Target="/ppt/notesMasters/notesMaster1.xml" Id="R909fc9a060bb4c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d048f17ffd4ccb" /><Relationship Type="http://schemas.openxmlformats.org/officeDocument/2006/relationships/notesMaster" Target="/ppt/notesMasters/notesMaster1.xml" Id="R64d96dfc412240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5f3af4f2094688" /><Relationship Type="http://schemas.openxmlformats.org/officeDocument/2006/relationships/notesMaster" Target="/ppt/notesMasters/notesMaster1.xml" Id="Rf171b86a66ba40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39b433da1a470b" /><Relationship Type="http://schemas.openxmlformats.org/officeDocument/2006/relationships/notesMaster" Target="/ppt/notesMasters/notesMaster1.xml" Id="R8531fefab32d42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39937b13924a5b" /><Relationship Type="http://schemas.openxmlformats.org/officeDocument/2006/relationships/notesMaster" Target="/ppt/notesMasters/notesMaster1.xml" Id="Rb48420f24ba24c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0a08e660cc4884" /><Relationship Type="http://schemas.openxmlformats.org/officeDocument/2006/relationships/notesMaster" Target="/ppt/notesMasters/notesMaster1.xml" Id="R6a25f754546445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db86e865524e98" /><Relationship Type="http://schemas.openxmlformats.org/officeDocument/2006/relationships/notesMaster" Target="/ppt/notesMasters/notesMaster1.xml" Id="Rf2a611528c6c45a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a358296a674c37" /><Relationship Type="http://schemas.openxmlformats.org/officeDocument/2006/relationships/notesMaster" Target="/ppt/notesMasters/notesMaster1.xml" Id="R1222274d51024e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12: Producing algorithms: pseudocode.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ea741da7f4d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5d11d3d99b45fd" /><Relationship Type="http://schemas.openxmlformats.org/officeDocument/2006/relationships/slideLayout" Target="/ppt/slideLayouts/slideLayout1.xml" Id="Rc2cfeca56da341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cfeca56da341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8c37481c742ed" /><Relationship Type="http://schemas.openxmlformats.org/officeDocument/2006/relationships/image" Target="/ppt/media/image.png" Id="R2fd4de03fa0746f0" /><Relationship Type="http://schemas.openxmlformats.org/officeDocument/2006/relationships/image" Target="/ppt/media/image.jpeg" Id="Rb2cb1a080734451d" /><Relationship Type="http://schemas.openxmlformats.org/officeDocument/2006/relationships/notesSlide" Target="/ppt/notesSlides/notesSlide1.xml" Id="R6bacf2951f5b4b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610c02fc5441b" /><Relationship Type="http://schemas.openxmlformats.org/officeDocument/2006/relationships/image" Target="/ppt/media/image2.png" Id="Rcf30cc0551fe4fb1" /><Relationship Type="http://schemas.openxmlformats.org/officeDocument/2006/relationships/notesSlide" Target="/ppt/notesSlides/notesSlide2.xml" Id="Rc4df7a76ebf84e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924bd2a1d4d8b" /><Relationship Type="http://schemas.openxmlformats.org/officeDocument/2006/relationships/image" Target="/ppt/media/image3.png" Id="Raeee9bb15dd94301" /><Relationship Type="http://schemas.openxmlformats.org/officeDocument/2006/relationships/notesSlide" Target="/ppt/notesSlides/notesSlide3.xml" Id="Ra86b89725dfb4d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7b825b3604aff" /><Relationship Type="http://schemas.openxmlformats.org/officeDocument/2006/relationships/image" Target="/ppt/media/image4.png" Id="Ra8d606133be14f93" /><Relationship Type="http://schemas.openxmlformats.org/officeDocument/2006/relationships/notesSlide" Target="/ppt/notesSlides/notesSlide4.xml" Id="R1e5ca9a8943a43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98065c264c5a" /><Relationship Type="http://schemas.openxmlformats.org/officeDocument/2006/relationships/image" Target="/ppt/media/image5.png" Id="R6e564d9f809b48e1" /><Relationship Type="http://schemas.openxmlformats.org/officeDocument/2006/relationships/notesSlide" Target="/ppt/notesSlides/notesSlide5.xml" Id="R7e7b0f1016cf40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c059df15f4fcf" /><Relationship Type="http://schemas.openxmlformats.org/officeDocument/2006/relationships/image" Target="/ppt/media/image6.png" Id="R5715f9fdd4254315" /><Relationship Type="http://schemas.openxmlformats.org/officeDocument/2006/relationships/notesSlide" Target="/ppt/notesSlides/notesSlide6.xml" Id="R087ea56b551d49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65e24830e4c25" /><Relationship Type="http://schemas.openxmlformats.org/officeDocument/2006/relationships/image" Target="/ppt/media/image7.png" Id="R3d1060879a9d4832" /><Relationship Type="http://schemas.openxmlformats.org/officeDocument/2006/relationships/notesSlide" Target="/ppt/notesSlides/notesSlide7.xml" Id="R421bc20e12544b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9fee157af41d2" /><Relationship Type="http://schemas.openxmlformats.org/officeDocument/2006/relationships/image" Target="/ppt/media/image8.png" Id="R75553a3b63154b91" /><Relationship Type="http://schemas.openxmlformats.org/officeDocument/2006/relationships/notesSlide" Target="/ppt/notesSlides/notesSlide8.xml" Id="Ra504320fc64648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94bd7717a4210" /><Relationship Type="http://schemas.openxmlformats.org/officeDocument/2006/relationships/image" Target="/ppt/media/image9.png" Id="R14c8fc5f40a34edd" /><Relationship Type="http://schemas.openxmlformats.org/officeDocument/2006/relationships/notesSlide" Target="/ppt/notesSlides/notesSlide9.xml" Id="R88b97a2e7ead45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1b36023074011" /><Relationship Type="http://schemas.openxmlformats.org/officeDocument/2006/relationships/image" Target="/ppt/media/image10.png" Id="Rc90d3250c0754bd5" /><Relationship Type="http://schemas.openxmlformats.org/officeDocument/2006/relationships/notesSlide" Target="/ppt/notesSlides/notesSlide10.xml" Id="Rb201ebf1a44d40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69acb05404178" /><Relationship Type="http://schemas.openxmlformats.org/officeDocument/2006/relationships/image" Target="/ppt/media/image11.png" Id="Rf97df8b92adf4882" /><Relationship Type="http://schemas.openxmlformats.org/officeDocument/2006/relationships/notesSlide" Target="/ppt/notesSlides/notesSlide11.xml" Id="Rcbc237460f3846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3de9eb8da431b" /><Relationship Type="http://schemas.openxmlformats.org/officeDocument/2006/relationships/image" Target="/ppt/media/image12.png" Id="R75e1508c18db42b0" /><Relationship Type="http://schemas.openxmlformats.org/officeDocument/2006/relationships/notesSlide" Target="/ppt/notesSlides/notesSlide12.xml" Id="R0f9b97026b4f4f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5c00c5fa846e1" /><Relationship Type="http://schemas.openxmlformats.org/officeDocument/2006/relationships/image" Target="/ppt/media/image13.png" Id="Re04544e48ee74767" /><Relationship Type="http://schemas.openxmlformats.org/officeDocument/2006/relationships/notesSlide" Target="/ppt/notesSlides/notesSlide13.xml" Id="Read5e104d1de49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74425d33c43b5" /><Relationship Type="http://schemas.openxmlformats.org/officeDocument/2006/relationships/image" Target="/ppt/media/image14.png" Id="Rce46a5a65c24416f" /><Relationship Type="http://schemas.openxmlformats.org/officeDocument/2006/relationships/notesSlide" Target="/ppt/notesSlides/notesSlide14.xml" Id="Rf8e428e1b8974c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0ee57c6a14b94" /><Relationship Type="http://schemas.openxmlformats.org/officeDocument/2006/relationships/image" Target="/ppt/media/image15.png" Id="R1297af90dc774073" /><Relationship Type="http://schemas.openxmlformats.org/officeDocument/2006/relationships/notesSlide" Target="/ppt/notesSlides/notesSlide15.xml" Id="R7b16f21f08cd43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ffffb2ec7474b" /><Relationship Type="http://schemas.openxmlformats.org/officeDocument/2006/relationships/image" Target="/ppt/media/image16.png" Id="R797de73239114eaf" /><Relationship Type="http://schemas.openxmlformats.org/officeDocument/2006/relationships/notesSlide" Target="/ppt/notesSlides/notesSlide16.xml" Id="Rd11fe357c54c49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24ebc1af64690" /><Relationship Type="http://schemas.openxmlformats.org/officeDocument/2006/relationships/image" Target="/ppt/media/image17.png" Id="R6c31fa1e8a5540c2" /><Relationship Type="http://schemas.openxmlformats.org/officeDocument/2006/relationships/notesSlide" Target="/ppt/notesSlides/notesSlide17.xml" Id="Rf4bb497fa27046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f3c51d46f4e1f" /><Relationship Type="http://schemas.openxmlformats.org/officeDocument/2006/relationships/image" Target="/ppt/media/image18.png" Id="R0442629422e64e52" /><Relationship Type="http://schemas.openxmlformats.org/officeDocument/2006/relationships/notesSlide" Target="/ppt/notesSlides/notesSlide18.xml" Id="Rcba3972e988c46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12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PSEUDOCODE WORKSHOP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4de03fa0746f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Producing algorithms: pseudocode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can you explain an algorithm without choosing a particular programming language?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b1a080734451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0cc0551fe4fb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clear pseudocode.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Translate between algorithm representations.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Distinguish assignment and comparison.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e9bb15dd9430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happens after score = 5 followed by score = score + 2?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606133be14f9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value of score becomes 7. The second assignment replaces its previous value.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64d9f809b48e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Pseudocode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Assignment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5f9fdd425431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Pseudocode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readable description of algorithm steps using programming-like notation.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Assignment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Storing a value in a variable.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12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060879a9d483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Pseudocode workshop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53a3b63154b9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8fc5f40a34ed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the three-number total in Python, run it with 3, 4 and 5, and compare the output with your pseudocode. Expected total: 12.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d3250c0754bd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Check equivalence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OCR for loops include the end value while Python range excludes the stop value.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df8b92adf488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Readable instructions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Another person must be able to follow it and obtain the intended result.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Assignment or equality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= assigns a value. == compares two values and produces true or false.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Write selection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Allowed, because 12 &gt;= 12 is true.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1508c18db42b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Write repetition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required result is the final total after all three inputs have been added.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Translate to Python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Python range(1, 4) includes 1, 2 and 3 but excludes 4.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Check equivalence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OCR for loops include the end value while Python range excludes the stop value.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544e48ee7476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OCR for i = 2 to 4 prints i. Which Python range matches?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range(2, 5)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Which describes pseudocode?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A precise readable description that need not execute as a program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6a5a65c24416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pseudocode to input quantity and unit price and output the total. [3]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selection that outputs Free if cost == 0 and Pay otherwise. [3]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7af90dc77407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the loop-bound difference between OCR for and Python range.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de73239114ea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Read both inputs (1), multiply them (1), output the product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Correct equality test (1), Free on true path (1), Pay on false path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1fa1e8a5540c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OCR for includes its end value (1). Python range excludes its stop value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12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2629422e64e5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clear pseudocode.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Translate between algorithm representations.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Distinguish assignment and comparison.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2026-09-28T13:00:45.1810000Z</dcterms:created>
  <dcterms:modified xsi:type="dcterms:W3CDTF">2026-09-28T13:00:45.1810000Z</dcterms:modified>
</coreProperties>
</file>
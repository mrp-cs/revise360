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Array yard.
Open the experience at revise360.co.uk and hand out PF_L05_ArrayYard_Worksheet.docx.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One-dimensional arrays.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Index positions.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Two-dimensional arrays.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Procedures and functions.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Parameters and returns.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Local and global.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Array yard</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Five crates stand in a line here, and every one of them is numbered rather than named. Learn how an array holds many values under one name, then learn to write sub-programs that do the work on them.</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one name hold many values, and how is code broken into reusable pieces?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one- and two-dimensional arrays are declared, read and changed</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arrays are zero-indexed and how a loop iterates over one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difference between a procedure and a function, and between local and global variables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18872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Array</a:t>
            </a:r>
            <a:endParaRPr lang="en-US" sz="1200" dirty="0"/>
          </a:p>
        </p:txBody>
      </p:sp>
      <p:sp>
        <p:nvSpPr>
          <p:cNvPr id="19" name="Shape 17"/>
          <p:cNvSpPr/>
          <p:nvPr/>
        </p:nvSpPr>
        <p:spPr>
          <a:xfrm>
            <a:off x="1865376" y="5468112"/>
            <a:ext cx="1481328"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86537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Element</a:t>
            </a:r>
            <a:endParaRPr lang="en-US" sz="1200" dirty="0"/>
          </a:p>
        </p:txBody>
      </p:sp>
      <p:sp>
        <p:nvSpPr>
          <p:cNvPr id="21" name="Shape 19"/>
          <p:cNvSpPr/>
          <p:nvPr/>
        </p:nvSpPr>
        <p:spPr>
          <a:xfrm>
            <a:off x="3474720"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7472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Index</a:t>
            </a:r>
            <a:endParaRPr lang="en-US" sz="1200" dirty="0"/>
          </a:p>
        </p:txBody>
      </p:sp>
      <p:sp>
        <p:nvSpPr>
          <p:cNvPr id="23" name="Shape 21"/>
          <p:cNvSpPr/>
          <p:nvPr/>
        </p:nvSpPr>
        <p:spPr>
          <a:xfrm>
            <a:off x="4791456" y="5468112"/>
            <a:ext cx="235915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91456"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Zero-indexing</a:t>
            </a:r>
            <a:endParaRPr lang="en-US" sz="1200" dirty="0"/>
          </a:p>
        </p:txBody>
      </p:sp>
      <p:sp>
        <p:nvSpPr>
          <p:cNvPr id="25" name="Shape 23"/>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Sub-program</a:t>
            </a:r>
            <a:endParaRPr lang="en-US" sz="1200" dirty="0"/>
          </a:p>
        </p:txBody>
      </p:sp>
      <p:sp>
        <p:nvSpPr>
          <p:cNvPr id="27" name="Shape 25"/>
          <p:cNvSpPr/>
          <p:nvPr/>
        </p:nvSpPr>
        <p:spPr>
          <a:xfrm>
            <a:off x="9473184" y="5468112"/>
            <a:ext cx="1773936"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9473184"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Procedure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records the number of items in each of five crates. Write down why an array is a better choice than five separate variables, and write the line that would declare it.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Array yard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One-dimensional arrays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array stores many values of the same data type under a single name, instead of a separate variable for each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OCR Exam Reference Language,  array crate[5]  declares an array with five elements.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array is given its size when it is declared and keeps it; a list in Python can grow and shrink as the program runs.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one array is better than five separate variables for storing five crate weights.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array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Index positions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element has an index, which is its position in the array. OCR arrays begin at index 0, which is called zero-indexing.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 the first element of  array crate[5]  is crate[0] and the last is crate[4]. Asking for crate[5] goes past the end and causes an error.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element is changed by naming its index:  crate[2] = 7  replaces whatever was already in position 2. A count-controlled loop iterates over the whole array.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An array holds eight marks. Give the index of the first mark and the index of the last.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Zero-indexing means...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Two-dimensional arrays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two-dimensional array is a table of values with rows and columns. In the OCR Exam Reference Language,  array bay[3,4]  declares 3 rows of 4.</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element needs two indices, the row first and then the column, so bay[0,0] is the top left corner.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Two nested loops iterate over it: the outer loop moves down the rows and the inner loop across the columns.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 noughts and crosses board is stored as  array board[3,3].  Give the two indices of the centre square.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two-dimensional array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Procedures and functions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is a named block of code that the main program can call, as many times as it needs, without the code being written out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procedure carries out a task but returns no value. In the OCR Exam Reference Language it runs from procedure to endprocedure.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function always returns a value to the line that called it, using return, and runs from function to endfunction.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Decide whether printing a welcome banner and working out an average should each be a procedure or a function, and say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procedure... A function...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Parameters and returns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parameter is a variable in the sub-program's definition that receives a value when the sub-program is called.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Parameters let the same sub-program work on different data every time, so it does not have to be rewritten.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return sends one value back to the calling line and ends the function straight away.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function in the OCR Exam Reference Language that takes two marks as parameters and returns their average.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parameter is...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Local and global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local variable is declared inside a sub-program and only exists while that sub-program is running. Nothing outside it can see the variable.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global variable can be used anywhere in the program. In the OCR Exam Reference Language it is declared with the keyword global.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Local variables are safer, because two sub-programs can use the same name without clashing and the memory is freed when the sub-program ends.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advantage and one disadvantage of making a player's score a global variable.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local variable... A global variable...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Total the crates</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Six lines of the OCR Exam Reference Language, jumbled. Tap the star and put them into a working program that adds up all five crate weights and outputs the total.</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Same type throughout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 array holds values of one data type, which is how the computer knows exactly how much space each element needs and where each one begins. A record is the opposite: it is built to hold fields of different types.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zero</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index is really how far an element sits from the start of the array, so the very first element is nothing at all from the start, which is zero. Reading one element is then a single calculation rather than a search.</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Rows then columns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Almost every language writes a two-dimensional array as row first and column second. Getting those two the wrong way round in a nested loop is one of the most common bugs in Year 11 coursework.</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bother</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Sub-programs are how a large program stays understandable. Each one can be written, tested and fixed on its own, and a sub-program written once can be reused in a completely different program.</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An array is declared as  array scores[6].  State the index of the first element and the index of the last element.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the difference between a procedure and a function.</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stores five crate weights in  array crate[5].  Write an algorithm that outputs the total of all five weights, using the OCR Exam Reference Language or a language you know.</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a one- and a two-dimensional array are declared and used</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arrays start at index 0, and how to loop over one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Procedures, functions, parameters, return values and local versus global variables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Array yard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5 — Array yard</dc:title>
  <dc:subject>OCR J277 GCSE Computer Science</dc:subject>
  <dc:creator>Revise 360 Ltd</dc:creator>
  <cp:lastModifiedBy>Revise 360 Ltd</cp:lastModifiedBy>
  <cp:revision>1</cp:revision>
  <dcterms:created xsi:type="dcterms:W3CDTF">2026-10-01T23:58:37Z</dcterms:created>
  <dcterms:modified xsi:type="dcterms:W3CDTF">2026-10-01T23:58:37Z</dcterms:modified>
</cp:coreProperties>
</file>
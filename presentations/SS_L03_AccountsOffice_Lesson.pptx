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Accounts office.
Open the experience at revise360.co.uk and hand out SS_L03_AccountsOffice_Worksheet.docx.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User accounts.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Access levels.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Groups and profiles.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Files and folders.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What the OS does with files.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File extensions.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1.5 Systems software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Accounts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school network holds work belonging to a thousand people on the same machines. Accounts, access levels and groups are how the operating system keeps all of it apart, and how it knows what you are allowed to open.</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an operating system manage users and their files?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is meant by user management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ways an operating system manages files</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212848"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User account</a:t>
            </a:r>
            <a:endParaRPr lang="en-US" sz="1200" dirty="0"/>
          </a:p>
        </p:txBody>
      </p:sp>
      <p:sp>
        <p:nvSpPr>
          <p:cNvPr id="16" name="Shape 14"/>
          <p:cNvSpPr/>
          <p:nvPr/>
        </p:nvSpPr>
        <p:spPr>
          <a:xfrm>
            <a:off x="2889504" y="4535424"/>
            <a:ext cx="2651760"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889504" y="4535424"/>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management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Sign in to a school computer and list everything that is yours rather than the machine's. How does it know?</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Accounts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User accounts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person gets an account: a username, a password and their own settings and files.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OS checks the password before letting anyone in. This is authentication.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Accounts mean the same machine can be shared without anyone seeing anyone else's work.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three things stored with your school account.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user account holds...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Access levels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access level decides what a user may do with a file: nothing, read it, or read and change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Give each user the least access their job needs.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OS checks the level every time a file is opened.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Set the access levels in the experience, then explain your choices.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access level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Groups and profiles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Setting permissions for thousands of people one at a time is impossible, so users are put into groups.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permission set on a group applies to everyone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profile holds a user's settings, so their desktop follows them to any machine on the network.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 network managers set permissions on groups rather than on individuals?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user group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Files and folders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OS stores data as files, and organises them in folders.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Folders sit inside folders, forming a hierarchy that starts at the root.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path describes the route to a file, for example Documents\Computing\1.5\notes.docx.</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three levels of your own folder structure, starting at the root.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Files and folders are organised...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the OS does with files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creates, opens, renames, moves, copies and deletes files.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records where each file is physically stored, and how much space is free.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shows a tidy hierarchy to the user, even though the blocks may be scattered across the disk.</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the difference between moving and copying a file.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File management means...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File extensions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extension is the part after the dot: .docx, .jpg, .mp3, .exe.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tells the OS which program should open the file.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Changing the extension doesn't change what is inside the file.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five extensions and the type of file each one is.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extension...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Lock down the network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school's shared drive. Give each group the least access that lets it work.</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Least privilege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Security teams call this the principle of least privilege: give every account the smallest access that still lets the work happen. It limits the damage when an account is stolen.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 did what</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Operating systems keep logs of who signed in, and what they opened. It's how a school can find out who deleted a shared file.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root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Windows the top of a drive is C:\; on Linux and macOS it is simply /. Either way, everything else hangs below it.</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Long names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Early systems allowed eight characters and a three-letter extension, which is why old files have names like REPORT01.DOC.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user management.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network manager sets permissions on groups rather than on individual users.</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three file management tasks carried out by an operating system.</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1.5 Systems software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User accounts and authentication</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Access levels and groups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Files, folders and file management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Accounts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1.5 Systems software  |  Lesson 3 — Accounts office</dc:title>
  <dc:subject>OCR J277 GCSE Computer Science</dc:subject>
  <dc:creator>Revise 360 Ltd</dc:creator>
  <cp:lastModifiedBy>Revise 360 Ltd</cp:lastModifiedBy>
  <cp:revision>1</cp:revision>
  <dcterms:created xsi:type="dcterms:W3CDTF">2026-10-01T02:34:51Z</dcterms:created>
  <dcterms:modified xsi:type="dcterms:W3CDTF">2026-10-01T02:34:51Z</dcterms:modified>
</cp:coreProperties>
</file>
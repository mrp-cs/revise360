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Accounts office.
Open the experience at revise360.co.uk and hand out SS_L03_AccountsOffice_Worksheet.docx.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User accounts.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Access levels.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Groups and profiles.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Files and folders.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What the OS does with files.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File extensions.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Accounts office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school network gives thousands of people their own space, and lets nobody see anyone else's. Find out how user management and file management make that work.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an operating system manage users and their files?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what is meant by user management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ways an operating system manages files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3542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account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89504" y="4535424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89504" y="453542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level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30368" y="4535424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30368" y="4535424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24928" y="453542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24928" y="45354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group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473184" y="4535424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73184" y="4535424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Sign in to a school computer and list everything that is yours rather than the machine's. How does it know?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Accounts office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accounts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person gets an account: a username, a password and their own settings and files.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OS checks the password before letting anyone in. This is authentication.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Accounts mean the same machine can be shared without anyone seeing anyone else's work.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three things stored with your school account.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user account holds...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levels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access level decides what a user may do with a file: nothing, read it, or read and change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each user the least access their job needs.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OS checks the level every time a file is opened.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the access levels in the experience, then explain your choices.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access level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Groups and profiles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Setting permissions for thousands of people one at a time is impossible, so users are put into groups.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permission set on a group applies to everyone in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profile holds a user's settings, so their desktop follows them to any machine on the network.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 network managers set permissions on groups rather than on individuals?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user group is...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Files and folders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OS stores data as files, and organises them in folders.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Folders sit inside folders, forming a hierarchy that starts at the root.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path describes the route to a file, for example Documents\Computing\1.5\notes.docx.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three levels of your own folder structure, starting at the root.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Files and folders are organised...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OS does with files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creates, opens, renames, moves, copies and deletes files.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records where each file is physically stored, and how much space is free.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shows a tidy hierarchy to the user, even though the blocks may be scattered across the disk.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the difference between moving and copying a file.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File management means...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File extensions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extension is the part after the dot: .docx, .jpg, .mp3, .exe.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tells the OS which program should open the file.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Changing the extension doesn't change what is inside the file.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five extensions and the type of file each one is.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file extension...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Lock down the network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the permissions for a school network, then sort the jobs.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Least privilege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teams call this the principle of least privilege: give every account the smallest access that still lets the work happen. It limits the damage when an account is stolen.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 did what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Operating systems keep logs of who signed in, and what they opened. It's how a school can find out who deleted a shared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root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Windows the top of a drive is C:\; on Linux and macOS it is simply /. Either way, everything else hangs below it.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Long names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 systems allowed eight characters and a three-letter extension, which is why old files have names like REPORT01.DOC.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user management.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network manager sets permissions on groups rather than on individual users.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three file management tasks carried out by an operating system.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User accounts and authentication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levels and groups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Files, folders and file management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Accounts office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1.5 Systems software  |  Lesson 3 — Accounts office</dc:title>
  <dc:subject>OCR J277 GCSE Computer Science</dc:subject>
  <dc:creator>Revise 360 Ltd</dc:creator>
  <cp:lastModifiedBy>Revise 360 Ltd</cp:lastModifiedBy>
  <cp:revision>1</cp:revision>
  <dcterms:created xsi:type="dcterms:W3CDTF">2026-10-01T06:54:16Z</dcterms:created>
  <dcterms:modified xsi:type="dcterms:W3CDTF">2026-10-01T06:54:16Z</dcterms:modified>
</cp:coreProperties>
</file>
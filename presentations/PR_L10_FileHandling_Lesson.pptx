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10: File handling.
Open the experience at revise360.co.uk and hand out PR_L10_FileHandling_Worksheet.docx.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Reading a whole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Reading line by line.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Writing to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Adding to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Records in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10</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File handling</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Data in variables disappears the moment a program ends. A file keeps it, and the records office is where you learn to open one, read it, write it and search it.</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does the mode a file is opened in matter more than anything else on that line?</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open a text file, read what is in it and close it again</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difference between write mode and append mode</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split one line of a file into its separate fields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File handling</a:t>
            </a:r>
            <a:endParaRPr lang="en-US" sz="1200" dirty="0"/>
          </a:p>
        </p:txBody>
      </p:sp>
      <p:sp>
        <p:nvSpPr>
          <p:cNvPr id="19" name="Shape 17"/>
          <p:cNvSpPr/>
          <p:nvPr/>
        </p:nvSpPr>
        <p:spPr>
          <a:xfrm>
            <a:off x="3035808" y="5468112"/>
            <a:ext cx="133502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open()</a:t>
            </a:r>
            <a:endParaRPr lang="en-US" sz="1200" dirty="0"/>
          </a:p>
        </p:txBody>
      </p:sp>
      <p:sp>
        <p:nvSpPr>
          <p:cNvPr id="21" name="Shape 19"/>
          <p:cNvSpPr/>
          <p:nvPr/>
        </p:nvSpPr>
        <p:spPr>
          <a:xfrm>
            <a:off x="4498848" y="5468112"/>
            <a:ext cx="1335024"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4498848"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read()</a:t>
            </a:r>
            <a:endParaRPr lang="en-US" sz="1200" dirty="0"/>
          </a:p>
        </p:txBody>
      </p:sp>
      <p:sp>
        <p:nvSpPr>
          <p:cNvPr id="23" name="Shape 21"/>
          <p:cNvSpPr/>
          <p:nvPr/>
        </p:nvSpPr>
        <p:spPr>
          <a:xfrm>
            <a:off x="5961888" y="5468112"/>
            <a:ext cx="2066544"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5961888"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readlines()</a:t>
            </a:r>
            <a:endParaRPr lang="en-US" sz="1200" dirty="0"/>
          </a:p>
        </p:txBody>
      </p:sp>
      <p:sp>
        <p:nvSpPr>
          <p:cNvPr id="25" name="Shape 23"/>
          <p:cNvSpPr/>
          <p:nvPr/>
        </p:nvSpPr>
        <p:spPr>
          <a:xfrm>
            <a:off x="8156448" y="5468112"/>
            <a:ext cx="1920240"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8156448"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Write mode</a:t>
            </a:r>
            <a:endParaRPr lang="en-US" sz="1200" dirty="0"/>
          </a:p>
        </p:txBody>
      </p:sp>
      <p:sp>
        <p:nvSpPr>
          <p:cNvPr id="27" name="Shape 25"/>
          <p:cNvSpPr/>
          <p:nvPr/>
        </p:nvSpPr>
        <p:spPr>
          <a:xfrm>
            <a:off x="10204704" y="5468112"/>
            <a:ext cx="1335024"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10204704"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Record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opens scores.txt in write mode, and the file already holds 40 lines of results. Write down what the file holds the moment that line has run, and which mode should have been used to add to it instead.</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File handling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a whole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"r") opens a file for reading and hands back a file object.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 gives the whole file as one string, and .close() lets go of it when you are done.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opening a file that is not there, which stops the program with an error.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should a program close a file as soon as it has finished with it?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file left open can keep other programs out, and may lose data that was not written yet.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line by line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.readline() reads one line, while .readlines() gives a list of every line.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line still carries its newline, so .strip() tidies that off before you use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measuring a line before stripping it, which counts the newline as a character.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a stripped line one character shorter than the line that was read?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newline is one single invisible character, which is why a stripped line comes out shorter.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Writing to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"w") opens a file for writing and empties whatever was in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.write() adds no newline of its own, so put a newline on the end of each line yourself.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write mode on a file you meant to add to, which wipes it completely.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happens to the contents of a file the moment it is opened in w mode?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Write mode creates the file if it is not there, which is handy and dangerous in equal measure.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Adding to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"a") is append mode: new text goes on the end and nothing is lost.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Logs are always appended, so yesterday's entries are still there tomorrow.</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leaving the newline out, so the new entry runs straight into the last one.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mode would a visitor log use, and why that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Three modes cover everything you need: r to read, w to write from scratch and a to add on the end.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Records in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record is one line of the file, and its fields are the parts separated by a comma.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.split(",") breaks a line into a list of its fields.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splitting before stripping, which leaves a newline stuck on the last field.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does a program find the record for one particular name?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file of comma-separated records is a CSV file, and a spreadsheet will open one straight away.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 the whole file first, close it, then work on the lines you are holding.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program can read one file and write a second one in the same run.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looping over a file you have already closed, or reading and writing one file at once.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the two files a sales report program would need.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Skipping blank lines is worth doing every time: a stray newline at the end of a file is very common.</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mode?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jobs have reached the records office. Tap the star and choose the file mode each one needs.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Where it looks</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program looks for a file in the folder it is running in, unless you give it a fuller path.</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One line at a time</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Looping straight over the file object reads it a line at a time, which matters when a file is too big to fit in memory.</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No undo</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Write mode empties the file the instant it opens, before you have written anything at all.</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Why logs append</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log is evidence of what happened. Appending adds an entry without touching anything already written.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Every line read from a file is measured with len(), and each answer comes out one character bigger than expected. Name the character being counted, and write the line that removes it.</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adds a new visitor's name onto the end of log.txt without losing the names already in it, and then prints the whole file.</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Each line of members.txt holds a name and an age, separated by a comma. Write a program that prints the name of every member aged 16 or over.</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Opening, reading and closing a file</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Choosing between write mode and append mode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Splitting a record into its fields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File handling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10 — File handling</dc:title>
  <dc:subject>OCR J277 GCSE Computer Science</dc:subject>
  <dc:creator>Revise 360 Ltd</dc:creator>
  <cp:lastModifiedBy>Revise 360 Ltd</cp:lastModifiedBy>
  <cp:revision>1</cp:revision>
  <dcterms:created xsi:type="dcterms:W3CDTF">2026-10-02T14:04:24Z</dcterms:created>
  <dcterms:modified xsi:type="dcterms:W3CDTF">2026-10-02T14:04:24Z</dcterms:modified>
</cp:coreProperties>
</file>
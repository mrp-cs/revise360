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47ead1db204694" /><Relationship Type="http://schemas.openxmlformats.org/officeDocument/2006/relationships/extended-properties" Target="/docProps/app.xml" Id="R6828d8647dd3488c" /><Relationship Type="http://schemas.openxmlformats.org/officeDocument/2006/relationships/officeDocument" Target="/ppt/presentation.xml" Id="Rb0dbed61c1c049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9e3cc56a6b4f01"/>
  </p:sldMasterIdLst>
  <p:notesMasterIdLst>
    <p:notesMasterId xmlns:r="http://schemas.openxmlformats.org/officeDocument/2006/relationships" r:id="R6641f4916dc84b60"/>
  </p:notesMasterIdLst>
  <p:sldIdLst>
    <p:sldId xmlns:r="http://schemas.openxmlformats.org/officeDocument/2006/relationships" id="256" r:id="R061567a6cd8c48a5"/>
    <p:sldId xmlns:r="http://schemas.openxmlformats.org/officeDocument/2006/relationships" id="257" r:id="R1115385eba6b4a2c"/>
    <p:sldId xmlns:r="http://schemas.openxmlformats.org/officeDocument/2006/relationships" id="258" r:id="R9522b8ef4d9a42ae"/>
    <p:sldId xmlns:r="http://schemas.openxmlformats.org/officeDocument/2006/relationships" id="259" r:id="R1302eb3426ad426e"/>
    <p:sldId xmlns:r="http://schemas.openxmlformats.org/officeDocument/2006/relationships" id="260" r:id="R05317fea8bb94689"/>
    <p:sldId xmlns:r="http://schemas.openxmlformats.org/officeDocument/2006/relationships" id="261" r:id="R9400290055ba4db7"/>
    <p:sldId xmlns:r="http://schemas.openxmlformats.org/officeDocument/2006/relationships" id="262" r:id="R3744a85718d941d0"/>
    <p:sldId xmlns:r="http://schemas.openxmlformats.org/officeDocument/2006/relationships" id="263" r:id="R0c3fe8aceecb4fbd"/>
    <p:sldId xmlns:r="http://schemas.openxmlformats.org/officeDocument/2006/relationships" id="264" r:id="R39ea18523f7d4c8f"/>
    <p:sldId xmlns:r="http://schemas.openxmlformats.org/officeDocument/2006/relationships" id="265" r:id="R51477078915743c0"/>
    <p:sldId xmlns:r="http://schemas.openxmlformats.org/officeDocument/2006/relationships" id="266" r:id="R64a6593753094425"/>
    <p:sldId xmlns:r="http://schemas.openxmlformats.org/officeDocument/2006/relationships" id="267" r:id="Rcb3afd374c564051"/>
    <p:sldId xmlns:r="http://schemas.openxmlformats.org/officeDocument/2006/relationships" id="268" r:id="R3d259f87bccb4709"/>
    <p:sldId xmlns:r="http://schemas.openxmlformats.org/officeDocument/2006/relationships" id="269" r:id="R27502620fa7e40c5"/>
    <p:sldId xmlns:r="http://schemas.openxmlformats.org/officeDocument/2006/relationships" id="270" r:id="R7727611af5bf49da"/>
    <p:sldId xmlns:r="http://schemas.openxmlformats.org/officeDocument/2006/relationships" id="271" r:id="R9f5350119bac4e58"/>
    <p:sldId xmlns:r="http://schemas.openxmlformats.org/officeDocument/2006/relationships" id="272" r:id="R2c701eeea1f14fe0"/>
    <p:sldId xmlns:r="http://schemas.openxmlformats.org/officeDocument/2006/relationships" id="273" r:id="Rd40c73e39edc4108"/>
    <p:sldId xmlns:r="http://schemas.openxmlformats.org/officeDocument/2006/relationships" id="274" r:id="Rf53c821897d949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4a602a0f974710" /><Relationship Type="http://schemas.openxmlformats.org/officeDocument/2006/relationships/slideMaster" Target="/ppt/slideMasters/slideMaster1.xml" Id="R919e3cc56a6b4f01" /><Relationship Type="http://schemas.openxmlformats.org/officeDocument/2006/relationships/notesMaster" Target="/ppt/notesMasters/notesMaster1.xml" Id="R6641f4916dc84b60" /><Relationship Type="http://schemas.openxmlformats.org/officeDocument/2006/relationships/presProps" Target="/ppt/presProps.xml" Id="R5cdc65aaff744f12" /><Relationship Type="http://schemas.openxmlformats.org/officeDocument/2006/relationships/tableStyles" Target="/ppt/tableStyles.xml" Id="Rc3b3ef96443c4a76" /><Relationship Type="http://schemas.openxmlformats.org/officeDocument/2006/relationships/slide" Target="/ppt/slides/slide1.xml" Id="R061567a6cd8c48a5" /><Relationship Type="http://schemas.openxmlformats.org/officeDocument/2006/relationships/slide" Target="/ppt/slides/slide2.xml" Id="R1115385eba6b4a2c" /><Relationship Type="http://schemas.openxmlformats.org/officeDocument/2006/relationships/slide" Target="/ppt/slides/slide3.xml" Id="R9522b8ef4d9a42ae" /><Relationship Type="http://schemas.openxmlformats.org/officeDocument/2006/relationships/slide" Target="/ppt/slides/slide4.xml" Id="R1302eb3426ad426e" /><Relationship Type="http://schemas.openxmlformats.org/officeDocument/2006/relationships/slide" Target="/ppt/slides/slide5.xml" Id="R05317fea8bb94689" /><Relationship Type="http://schemas.openxmlformats.org/officeDocument/2006/relationships/slide" Target="/ppt/slides/slide6.xml" Id="R9400290055ba4db7" /><Relationship Type="http://schemas.openxmlformats.org/officeDocument/2006/relationships/slide" Target="/ppt/slides/slide7.xml" Id="R3744a85718d941d0" /><Relationship Type="http://schemas.openxmlformats.org/officeDocument/2006/relationships/slide" Target="/ppt/slides/slide8.xml" Id="R0c3fe8aceecb4fbd" /><Relationship Type="http://schemas.openxmlformats.org/officeDocument/2006/relationships/slide" Target="/ppt/slides/slide9.xml" Id="R39ea18523f7d4c8f" /><Relationship Type="http://schemas.openxmlformats.org/officeDocument/2006/relationships/slide" Target="/ppt/slides/slide10.xml" Id="R51477078915743c0" /><Relationship Type="http://schemas.openxmlformats.org/officeDocument/2006/relationships/slide" Target="/ppt/slides/slide11.xml" Id="R64a6593753094425" /><Relationship Type="http://schemas.openxmlformats.org/officeDocument/2006/relationships/slide" Target="/ppt/slides/slide12.xml" Id="Rcb3afd374c564051" /><Relationship Type="http://schemas.openxmlformats.org/officeDocument/2006/relationships/slide" Target="/ppt/slides/slide13.xml" Id="R3d259f87bccb4709" /><Relationship Type="http://schemas.openxmlformats.org/officeDocument/2006/relationships/slide" Target="/ppt/slides/slide14.xml" Id="R27502620fa7e40c5" /><Relationship Type="http://schemas.openxmlformats.org/officeDocument/2006/relationships/slide" Target="/ppt/slides/slide15.xml" Id="R7727611af5bf49da" /><Relationship Type="http://schemas.openxmlformats.org/officeDocument/2006/relationships/slide" Target="/ppt/slides/slide16.xml" Id="R9f5350119bac4e58" /><Relationship Type="http://schemas.openxmlformats.org/officeDocument/2006/relationships/slide" Target="/ppt/slides/slide17.xml" Id="R2c701eeea1f14fe0" /><Relationship Type="http://schemas.openxmlformats.org/officeDocument/2006/relationships/slide" Target="/ppt/slides/slide18.xml" Id="Rd40c73e39edc4108" /><Relationship Type="http://schemas.openxmlformats.org/officeDocument/2006/relationships/slide" Target="/ppt/slides/slide19.xml" Id="Rf53c821897d949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8c8921a58141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c9bf8827d046ac" /><Relationship Type="http://schemas.openxmlformats.org/officeDocument/2006/relationships/notesMaster" Target="/ppt/notesMasters/notesMaster1.xml" Id="Rac8bd6bfb7024a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e660b6c5d4f66" /><Relationship Type="http://schemas.openxmlformats.org/officeDocument/2006/relationships/notesMaster" Target="/ppt/notesMasters/notesMaster1.xml" Id="R46ac2805f65a46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87bbfae2f84e55" /><Relationship Type="http://schemas.openxmlformats.org/officeDocument/2006/relationships/notesMaster" Target="/ppt/notesMasters/notesMaster1.xml" Id="Rec1e34f2b15448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e420cd51b34169" /><Relationship Type="http://schemas.openxmlformats.org/officeDocument/2006/relationships/notesMaster" Target="/ppt/notesMasters/notesMaster1.xml" Id="Rc892d65d1cc44b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6e545695db4558" /><Relationship Type="http://schemas.openxmlformats.org/officeDocument/2006/relationships/notesMaster" Target="/ppt/notesMasters/notesMaster1.xml" Id="R0bb61a83cd2b4e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40944864f049e4" /><Relationship Type="http://schemas.openxmlformats.org/officeDocument/2006/relationships/notesMaster" Target="/ppt/notesMasters/notesMaster1.xml" Id="Ra292c2c0117242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c15f827a554440" /><Relationship Type="http://schemas.openxmlformats.org/officeDocument/2006/relationships/notesMaster" Target="/ppt/notesMasters/notesMaster1.xml" Id="Re965267ed16f49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5bab505d674e41" /><Relationship Type="http://schemas.openxmlformats.org/officeDocument/2006/relationships/notesMaster" Target="/ppt/notesMasters/notesMaster1.xml" Id="Raa4882fed01849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78d30c215a4d98" /><Relationship Type="http://schemas.openxmlformats.org/officeDocument/2006/relationships/notesMaster" Target="/ppt/notesMasters/notesMaster1.xml" Id="R473a6ed012cb47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bc851dba77489e" /><Relationship Type="http://schemas.openxmlformats.org/officeDocument/2006/relationships/notesMaster" Target="/ppt/notesMasters/notesMaster1.xml" Id="Rd5459e94146e4c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5ff821429c47f1" /><Relationship Type="http://schemas.openxmlformats.org/officeDocument/2006/relationships/notesMaster" Target="/ppt/notesMasters/notesMaster1.xml" Id="Rd35d5835d54b47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da0cc8a4864440" /><Relationship Type="http://schemas.openxmlformats.org/officeDocument/2006/relationships/notesMaster" Target="/ppt/notesMasters/notesMaster1.xml" Id="R06d43eb926494b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946db828eb4e23" /><Relationship Type="http://schemas.openxmlformats.org/officeDocument/2006/relationships/notesMaster" Target="/ppt/notesMasters/notesMaster1.xml" Id="R2b56f7516f8c47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837108c4164f06" /><Relationship Type="http://schemas.openxmlformats.org/officeDocument/2006/relationships/notesMaster" Target="/ppt/notesMasters/notesMaster1.xml" Id="Rb996c1e7861e4b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549d3132034da6" /><Relationship Type="http://schemas.openxmlformats.org/officeDocument/2006/relationships/notesMaster" Target="/ppt/notesMasters/notesMaster1.xml" Id="Rb0cedbe2b29f40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7fe3b3d9f34a86" /><Relationship Type="http://schemas.openxmlformats.org/officeDocument/2006/relationships/notesMaster" Target="/ppt/notesMasters/notesMaster1.xml" Id="R02180f0bb38143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b44bfbe9b940e0" /><Relationship Type="http://schemas.openxmlformats.org/officeDocument/2006/relationships/notesMaster" Target="/ppt/notesMasters/notesMaster1.xml" Id="Rae46b7daabb04b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30f704f2ee4b47" /><Relationship Type="http://schemas.openxmlformats.org/officeDocument/2006/relationships/notesMaster" Target="/ppt/notesMasters/notesMaster1.xml" Id="R6e1f8c959d004e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5df40d1e7b4457" /><Relationship Type="http://schemas.openxmlformats.org/officeDocument/2006/relationships/notesMaster" Target="/ppt/notesMasters/notesMaster1.xml" Id="R3d74d773883c4d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experiences/ms-l15.json and worksheets/MS_L15_CompressionWorks_Worksheet.docx.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aa12b84424e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b67ca712a449d" /><Relationship Type="http://schemas.openxmlformats.org/officeDocument/2006/relationships/slideLayout" Target="/ppt/slideLayouts/slideLayout1.xml" Id="R608277e30ffc40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277e30ffc40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df01f33af4e3b" /><Relationship Type="http://schemas.openxmlformats.org/officeDocument/2006/relationships/image" Target="/ppt/media/image.png" Id="Radf62121bd11403a" /><Relationship Type="http://schemas.openxmlformats.org/officeDocument/2006/relationships/image" Target="/ppt/media/image.jpeg" Id="R586d92a490534fcb" /><Relationship Type="http://schemas.openxmlformats.org/officeDocument/2006/relationships/notesSlide" Target="/ppt/notesSlides/notesSlide1.xml" Id="R9aec67baa5d74f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e6855198741e9" /><Relationship Type="http://schemas.openxmlformats.org/officeDocument/2006/relationships/image" Target="/ppt/media/image2.png" Id="Rc92b1977504145e3" /><Relationship Type="http://schemas.openxmlformats.org/officeDocument/2006/relationships/notesSlide" Target="/ppt/notesSlides/notesSlide2.xml" Id="R2b3f654c453b4b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baeefc0214233" /><Relationship Type="http://schemas.openxmlformats.org/officeDocument/2006/relationships/image" Target="/ppt/media/image3.png" Id="R2f79d8898e23460d" /><Relationship Type="http://schemas.openxmlformats.org/officeDocument/2006/relationships/notesSlide" Target="/ppt/notesSlides/notesSlide3.xml" Id="Rbaaaeb13b12047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dd4c67a3e40f4" /><Relationship Type="http://schemas.openxmlformats.org/officeDocument/2006/relationships/image" Target="/ppt/media/image4.png" Id="R3306817d07b141d7" /><Relationship Type="http://schemas.openxmlformats.org/officeDocument/2006/relationships/notesSlide" Target="/ppt/notesSlides/notesSlide4.xml" Id="Rb04a6ce389294a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1ef2176ee45ed" /><Relationship Type="http://schemas.openxmlformats.org/officeDocument/2006/relationships/image" Target="/ppt/media/image5.png" Id="R450a413ebc16445b" /><Relationship Type="http://schemas.openxmlformats.org/officeDocument/2006/relationships/notesSlide" Target="/ppt/notesSlides/notesSlide5.xml" Id="R63be6768d6ad45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69385bebe4e94" /><Relationship Type="http://schemas.openxmlformats.org/officeDocument/2006/relationships/image" Target="/ppt/media/image6.png" Id="Rc2c1e8e0a03b4da7" /><Relationship Type="http://schemas.openxmlformats.org/officeDocument/2006/relationships/notesSlide" Target="/ppt/notesSlides/notesSlide6.xml" Id="R0094e538c28c4a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b15d3a6164936" /><Relationship Type="http://schemas.openxmlformats.org/officeDocument/2006/relationships/image" Target="/ppt/media/image7.png" Id="Rbadaca931c4b4d35" /><Relationship Type="http://schemas.openxmlformats.org/officeDocument/2006/relationships/hyperlink" Target="https://mrp-cs.github.io/Revise360/experience.html?id=ms-l15" TargetMode="External" Id="R86879a7f1f1e44f1" /><Relationship Type="http://schemas.openxmlformats.org/officeDocument/2006/relationships/notesSlide" Target="/ppt/notesSlides/notesSlide7.xml" Id="R901eedd80ca349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2b1bbceb94642" /><Relationship Type="http://schemas.openxmlformats.org/officeDocument/2006/relationships/image" Target="/ppt/media/image8.png" Id="R18be536557114da2" /><Relationship Type="http://schemas.openxmlformats.org/officeDocument/2006/relationships/notesSlide" Target="/ppt/notesSlides/notesSlide8.xml" Id="R3a257ba63a9744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78cdd800f4875" /><Relationship Type="http://schemas.openxmlformats.org/officeDocument/2006/relationships/image" Target="/ppt/media/image9.png" Id="Rdf8e7d82fd1e433d" /><Relationship Type="http://schemas.openxmlformats.org/officeDocument/2006/relationships/notesSlide" Target="/ppt/notesSlides/notesSlide9.xml" Id="R82157a3441ec49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3eab4fe5d42f7" /><Relationship Type="http://schemas.openxmlformats.org/officeDocument/2006/relationships/image" Target="/ppt/media/image10.png" Id="R255fc86304724a03" /><Relationship Type="http://schemas.openxmlformats.org/officeDocument/2006/relationships/notesSlide" Target="/ppt/notesSlides/notesSlide10.xml" Id="Rdacb7b999a3343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74cd283714cd0" /><Relationship Type="http://schemas.openxmlformats.org/officeDocument/2006/relationships/image" Target="/ppt/media/image11.png" Id="R5771adae2ee24ac3" /><Relationship Type="http://schemas.openxmlformats.org/officeDocument/2006/relationships/notesSlide" Target="/ppt/notesSlides/notesSlide11.xml" Id="R074998b006c443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a61cd3e0b4f0a" /><Relationship Type="http://schemas.openxmlformats.org/officeDocument/2006/relationships/image" Target="/ppt/media/image12.png" Id="R8a2f1c92863a43ed" /><Relationship Type="http://schemas.openxmlformats.org/officeDocument/2006/relationships/notesSlide" Target="/ppt/notesSlides/notesSlide12.xml" Id="R77d50a859e23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66521ed6345c3" /><Relationship Type="http://schemas.openxmlformats.org/officeDocument/2006/relationships/image" Target="/ppt/media/image13.png" Id="Ra05a5b097db942e9" /><Relationship Type="http://schemas.openxmlformats.org/officeDocument/2006/relationships/notesSlide" Target="/ppt/notesSlides/notesSlide13.xml" Id="R7d56febd844846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60b884d2c4c1f" /><Relationship Type="http://schemas.openxmlformats.org/officeDocument/2006/relationships/image" Target="/ppt/media/image14.png" Id="R97d57fd74ecc4124" /><Relationship Type="http://schemas.openxmlformats.org/officeDocument/2006/relationships/notesSlide" Target="/ppt/notesSlides/notesSlide14.xml" Id="R1b45286da5d34c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d19516a644213" /><Relationship Type="http://schemas.openxmlformats.org/officeDocument/2006/relationships/image" Target="/ppt/media/image15.png" Id="Rc98ca36e6e084696" /><Relationship Type="http://schemas.openxmlformats.org/officeDocument/2006/relationships/notesSlide" Target="/ppt/notesSlides/notesSlide15.xml" Id="Refaddea100a948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5f462d9d84871" /><Relationship Type="http://schemas.openxmlformats.org/officeDocument/2006/relationships/image" Target="/ppt/media/image16.png" Id="R874ee00855f34467" /><Relationship Type="http://schemas.openxmlformats.org/officeDocument/2006/relationships/notesSlide" Target="/ppt/notesSlides/notesSlide16.xml" Id="R987359ed19824b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256e742c84b7d" /><Relationship Type="http://schemas.openxmlformats.org/officeDocument/2006/relationships/image" Target="/ppt/media/image17.png" Id="R4acc75a4a23c4236" /><Relationship Type="http://schemas.openxmlformats.org/officeDocument/2006/relationships/notesSlide" Target="/ppt/notesSlides/notesSlide17.xml" Id="R255e8998c5b341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1ed6a034b4dbf" /><Relationship Type="http://schemas.openxmlformats.org/officeDocument/2006/relationships/image" Target="/ppt/media/image18.png" Id="Rda9f449f0ab24c1f" /><Relationship Type="http://schemas.openxmlformats.org/officeDocument/2006/relationships/notesSlide" Target="/ppt/notesSlides/notesSlide18.xml" Id="Rb2e5adc719a848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01aa3df194c27" /><Relationship Type="http://schemas.openxmlformats.org/officeDocument/2006/relationships/image" Target="/ppt/media/image19.png" Id="R4bfc248dcd0a4467" /><Relationship Type="http://schemas.openxmlformats.org/officeDocument/2006/relationships/notesSlide" Target="/ppt/notesSlides/notesSlide19.xml" Id="Raee6680fca554b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85D2739-2176-45A1-B185-283ACDB7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1A07B0C-2DA0-4E35-8B24-E2163531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15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BE09998-F0CC-4733-86C7-18DE7AF8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COMPRESSION WORKS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62121bd11403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D4478D6-03D9-4934-89E1-9D4C3FF7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19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C0A262DB-8AE8-4326-8FE0-EB5F4EC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Compression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22045088-9FA6-4AD9-900B-D021457F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16F6CDA3-7CD9-4E6B-A150-D4A2690A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are the effects on a file for each type of compression?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d92a490534fcb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44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EB061BD-F21D-415A-8416-CBC59798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430B9AC-B9C9-49A3-A024-43FCA8F2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2E87824-A92E-4926-9BE2-1B888EC5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b1977504145e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A982502-EC1B-4C67-8F43-5580F1E2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60F0979-3D6A-4676-B30D-AE39D291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EAD15D2-BA47-42D9-B054-BB7A171F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why data is compressed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7681509F-D20B-418A-8780-D593A6FA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E74C54A-94A4-4CD4-9512-E7BE428E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difference between lossy and lossless compression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45E04F1E-05C3-487B-A3AB-73971F1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0AA2E1F0-05D3-4C03-82F5-3899CBAE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why some data can only be compressed losslessly</a:t>
            </a:r>
          </a:p>
        </p:txBody>
      </p:sp>
    </p:spTree>
    <p:extLst>
      <p:ext uri="{BB962C8B-B14F-4D97-AF65-F5344CB8AC3E}">
        <p14:creationId xmlns:p14="http://schemas.microsoft.com/office/powerpoint/2010/main" val="956450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5CB27F-288E-4C37-934C-68DD9622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08FF238-9281-40FB-841F-4D955C72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79C609-8709-4B3C-8E29-51BB53CA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9d8898e23460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51F4CE9-A6DE-4A3F-B1FC-B148EED2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19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099C956D-3B75-4466-9063-A51155A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three-minute song is about 30 MB uncompressed, but under 3 MB as an MP3. Suggest what could have been removed, and what could not.</a:t>
            </a:r>
          </a:p>
        </p:txBody>
      </p:sp>
    </p:spTree>
    <p:extLst>
      <p:ext uri="{BB962C8B-B14F-4D97-AF65-F5344CB8AC3E}">
        <p14:creationId xmlns:p14="http://schemas.microsoft.com/office/powerpoint/2010/main" val="1188354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0712E11-D3BE-42CA-B230-09644824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C71BA60-F07A-4A5F-96E6-52B51460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C4CD33F-7DF6-4951-9957-9B891302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6817d07b141d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1BF8A10-78F9-45DC-BC86-2404901D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4125041-2F6C-4FC7-9A06-87C47E6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A8CEB4FE-37B8-497D-8763-37A84C77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MP3 uses lossy compression: it can discard sound detail judged less noticeable to listeners.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643B7B5-3F50-4C79-B3F7-0B5D27BE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6FD766F-8679-4601-9974-7FED60B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song’s main audible content must remain, but the original samples cannot be recovered exactly.</a:t>
            </a:r>
          </a:p>
        </p:txBody>
      </p:sp>
    </p:spTree>
    <p:extLst>
      <p:ext uri="{BB962C8B-B14F-4D97-AF65-F5344CB8AC3E}">
        <p14:creationId xmlns:p14="http://schemas.microsoft.com/office/powerpoint/2010/main" val="2072091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196A183-EC5C-4984-84C4-31CF0D5A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42D563F-A3B7-4C43-8F3C-852420EE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4EBE3A5-5212-4F79-B0D8-C47B8654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a413ebc16445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A7E6CA5-A78A-469A-8A6E-E00C8BC4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19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504C3199-D597-4653-8D7B-A30ECE35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A357950-FD6C-4765-BE34-8E382327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Lossy compression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62E4DA34-9060-47E2-A62B-0F80C62F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AB06801F-950B-4F38-9E64-9A0A7FF8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Lossless compression</a:t>
            </a:r>
          </a:p>
        </p:txBody>
      </p:sp>
    </p:spTree>
    <p:extLst>
      <p:ext uri="{BB962C8B-B14F-4D97-AF65-F5344CB8AC3E}">
        <p14:creationId xmlns:p14="http://schemas.microsoft.com/office/powerpoint/2010/main" val="770617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7177B48-0F07-46F6-AC8A-A2369C46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6584EDA-8830-4F47-AAA3-8A6C213F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0AB986A-3B15-4377-B47A-97D359E5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1e8e0a03b4da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75727BE-7C47-4003-854F-3978BD34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19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B299146C-CEF2-4A57-8349-220CAA63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Lossy compression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12ED87A0-DF60-4A88-A02F-3B635092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Lossy compression: makes a smaller file by permanently discarding some data.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1553D8E3-A598-4CD2-B094-AE2E895E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Lossless compression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D263EE57-6F3E-4661-A627-25FC905A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Lossless compression: makes a smaller file while allowing the original data to be restored exactly.</a:t>
            </a:r>
          </a:p>
        </p:txBody>
      </p:sp>
    </p:spTree>
    <p:extLst>
      <p:ext uri="{BB962C8B-B14F-4D97-AF65-F5344CB8AC3E}">
        <p14:creationId xmlns:p14="http://schemas.microsoft.com/office/powerpoint/2010/main" val="1984513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D6E448D-6EB2-45BA-9464-CD7699B1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5B3EF5C-EA8D-4CCD-9F86-E2309A91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15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EEA3DAE-4DC7-4C33-B308-23A41849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aca931c4b4d3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5992FF8-E126-48C4-B6A7-4C785361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19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ECBAB432-5100-4084-9FED-8845A884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6879a7f1f1e44f1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DF06CCDA-BE60-4231-8CD7-244E0DF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Compression works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07A24C09-D055-4A49-A0EF-8B289152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FF491DF2-DC32-43FC-9ED8-7B4E56DC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D5C4B82E-1B3E-4AAE-B26A-E4140E3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972E97DE-F62F-4742-912A-518D9BF1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24),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59230BCB-033D-4FAE-B0EE-82D0BAD7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E82D1180-CA0A-455B-A9B4-8302737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124633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0297A26-001F-454B-BAA5-6AE0A9FF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8418EFF-D41F-4F4E-8DE7-FD5C49C9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1252A0A-247D-4564-9358-A2309631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e536557114da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FB10A51-2D63-4A32-B8EC-A8348153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19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06E2ECD4-B099-479B-B622-229967D8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Run-length encoding. Write the RLE for the first two rows of your image, then compare the sizes.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EE7B40C4-16CB-481F-8AA3-992BC4F0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1413528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47EA6D8-8878-474D-AD48-E71A714F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14CDB69-85C7-4938-881D-3DB31F71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F2842D4-A0AA-41F9-AEA5-ABC458F7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e7d82fd1e433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FD0E54-0DE3-411B-B8BD-7DAC2D40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19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6E6211CA-64E8-4783-8C89-9CABAA32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might run-length encoding enlarge a noisy photograph but shrink a simple cartoon?</a:t>
            </a:r>
          </a:p>
        </p:txBody>
      </p:sp>
    </p:spTree>
    <p:extLst>
      <p:ext uri="{BB962C8B-B14F-4D97-AF65-F5344CB8AC3E}">
        <p14:creationId xmlns:p14="http://schemas.microsoft.com/office/powerpoint/2010/main" val="17673730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BEFA39B-FFC2-478B-B9DD-3B0FB2C9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5D5E442-0E10-4F57-BEDA-936FEE21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F31BB2D-4F6C-4FFA-AD01-EDF5EB12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fc86304724a0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AA60E3-7150-4DC9-A7D7-CF43C8BF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AAEA29D5-C2B9-4BCD-A938-4F145AC3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98B008BC-C1B0-45D2-90A1-B33E4306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Row 1: 11111111 → (8,1). Row 2: 00001111 → (4,0),(4,1).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2E9856C-015C-4546-A20C-152E66C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B48BDB0E-2F16-4552-B011-7FF510A9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two raw 1-bit rows contain 16 pixels = 16 bits. RLE uses three runs; exact stored size depends on how counts and values are encoded.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1B3B5DE3-2AB0-4536-A0B7-960A137F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08FD02E0-4BEA-4720-9119-9078E217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cartoon has long stretches of repeated colours, so runs replace many pixels. A varied photo has short runs, and storing their counts adds overhead.</a:t>
            </a:r>
          </a:p>
        </p:txBody>
      </p:sp>
    </p:spTree>
    <p:extLst>
      <p:ext uri="{BB962C8B-B14F-4D97-AF65-F5344CB8AC3E}">
        <p14:creationId xmlns:p14="http://schemas.microsoft.com/office/powerpoint/2010/main" val="8825415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2483E91-C133-4F62-A741-AE0BB4B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0B7AC6D-9EBE-4285-BFAD-BEC842FC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395B8F9-45FF-471D-AB3B-61C401B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1adae2ee24ac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7CFFAB1-3CFD-4E9A-A9ED-5396A1C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C7D4A9A9-FF38-4358-AF64-13C2F942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922179F5-4064-482F-B6B0-4B5E89CC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Why compress?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E24375B0-6F5F-410C-94A6-06BDDD14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Smaller files take less storage and bandwidth, download faster and can stream with less buffering.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C645FFFB-52EF-4726-B5C8-ABC395B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Lossy compression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983C9D02-59C7-4F4F-A299-4744660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Lossy compression discards detail permanently; MP3 audio and JPEG images are examples.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4EB3E619-FAB6-4C3C-8BEC-5BDA9855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Lossless compression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98330216-152F-420B-869F-A72B83C5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Lossless keeps all information recoverable. Program or text files must be restored exactly to work correctly.</a:t>
            </a:r>
          </a:p>
        </p:txBody>
      </p:sp>
    </p:spTree>
    <p:extLst>
      <p:ext uri="{BB962C8B-B14F-4D97-AF65-F5344CB8AC3E}">
        <p14:creationId xmlns:p14="http://schemas.microsoft.com/office/powerpoint/2010/main" val="176299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69338A8-6483-4317-A0FC-67F480C8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3DFC432-D1BD-42DE-AACE-668D73CC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EA4863B-55B6-4590-9846-F9A75DC2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f1c92863a43e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F08E765-3B14-4DD9-B0A3-58445CD9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4FD05F1D-2F03-47C1-A9AF-345F7645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466103E3-8D5B-4EDB-8BBB-0EFA859D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Which one, when?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1F50E045-1EAC-4743-A933-91484B8A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photo or stream may use lossy compression if some quality loss is acceptable; code and text need lossless.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A15D00B0-E98E-4156-95F4-E6263436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Run-length encoding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8D6A3E86-3639-4755-8959-9A30B4DB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Run-length encoding records each run of repeated values as a value and count. Row 1 is eight 1s; row 2 is four 0s then four 1s.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8FBD26AF-DE29-4B30-8866-DBF831C0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Does it always help?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65CAA988-7E63-405D-8752-FBC54F3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RLE works best for long repeated runs; a varied photo may have many short runs and gain little or even grow.</a:t>
            </a:r>
          </a:p>
        </p:txBody>
      </p:sp>
    </p:spTree>
    <p:extLst>
      <p:ext uri="{BB962C8B-B14F-4D97-AF65-F5344CB8AC3E}">
        <p14:creationId xmlns:p14="http://schemas.microsoft.com/office/powerpoint/2010/main" val="17925567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FB9C9A5-E8D5-4744-B68E-86247F5A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D0F675C-6CB1-413D-B19C-3E13BBDA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BD1E1F5-8758-42F0-B656-C41A14B7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1–5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a5b097db942e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1BC8A23-775C-4D25-A4F5-E835F8A0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8DFA2C36-CE97-41A0-95F1-8CEA8130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20FE94A3-E412-4B67-86FF-425602AD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Data is permanently removed → Lossy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52375D18-6E2A-4A63-BF78-C4028264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E74DECAC-DEDA-4439-B402-B146FE4C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original file can be restored exactly → Lossless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B2A29D4E-53B3-41FB-919E-06BB46CB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9B2466F8-0B9E-4405-908C-640641F1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Used for MP3 and JPEG files → Lossy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B72A00C6-6280-4765-885B-ADDDD9ED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39B75016-2D86-4467-A6E0-FCED9911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Used for text and program files → Lossless</a:t>
            </a:r>
          </a:p>
        </p:txBody>
      </p:sp>
      <p:sp>
        <p:nvSpPr>
          <p:cNvPr id="14" name="number-5">
            <a:extLst xmlns:a="http://schemas.openxmlformats.org/drawingml/2006/main">
              <a:ext uri="{FF2B5EF4-FFF2-40B4-BE49-F238E27FC236}">
                <a16:creationId xmlns:a16="http://schemas.microsoft.com/office/drawing/2014/main" id="{80971AFD-033C-43A4-852B-73EE106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5" name="item-5">
            <a:extLst xmlns:a="http://schemas.openxmlformats.org/drawingml/2006/main">
              <a:ext uri="{FF2B5EF4-FFF2-40B4-BE49-F238E27FC236}">
                <a16:creationId xmlns:a16="http://schemas.microsoft.com/office/drawing/2014/main" id="{AEF8FD86-7A62-4414-98F0-7458DD80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Usually gives the smallest file → Lossy</a:t>
            </a:r>
          </a:p>
        </p:txBody>
      </p:sp>
    </p:spTree>
    <p:extLst>
      <p:ext uri="{BB962C8B-B14F-4D97-AF65-F5344CB8AC3E}">
        <p14:creationId xmlns:p14="http://schemas.microsoft.com/office/powerpoint/2010/main" val="15899311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95E963F-64B4-41E8-9228-235B00DA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409B5BC-766F-4E88-A6CF-EDFE4957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8BCC47B-81B6-47A3-A2FA-4B01BFE6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6–8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57fd74ecc412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A005B47-2823-4E6F-9A0C-E94FBEE2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19</a:t>
            </a:r>
          </a:p>
        </p:txBody>
      </p:sp>
      <p:sp>
        <p:nvSpPr>
          <p:cNvPr id="6" name="number-6">
            <a:extLst xmlns:a="http://schemas.openxmlformats.org/drawingml/2006/main">
              <a:ext uri="{FF2B5EF4-FFF2-40B4-BE49-F238E27FC236}">
                <a16:creationId xmlns:a16="http://schemas.microsoft.com/office/drawing/2014/main" id="{F10F00F6-92A2-491D-BFE2-22CD6C5E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7" name="item-6">
            <a:extLst xmlns:a="http://schemas.openxmlformats.org/drawingml/2006/main">
              <a:ext uri="{FF2B5EF4-FFF2-40B4-BE49-F238E27FC236}">
                <a16:creationId xmlns:a16="http://schemas.microsoft.com/office/drawing/2014/main" id="{F3DFD9A2-3ABC-4C6F-847E-58131B7C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Run-length encoding is an example → Lossless</a:t>
            </a:r>
          </a:p>
        </p:txBody>
      </p:sp>
      <p:sp>
        <p:nvSpPr>
          <p:cNvPr id="8" name="number-7">
            <a:extLst xmlns:a="http://schemas.openxmlformats.org/drawingml/2006/main">
              <a:ext uri="{FF2B5EF4-FFF2-40B4-BE49-F238E27FC236}">
                <a16:creationId xmlns:a16="http://schemas.microsoft.com/office/drawing/2014/main" id="{A91D3F5B-89B7-4559-A889-A9EE01F2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9" name="item-7">
            <a:extLst xmlns:a="http://schemas.openxmlformats.org/drawingml/2006/main">
              <a:ext uri="{FF2B5EF4-FFF2-40B4-BE49-F238E27FC236}">
                <a16:creationId xmlns:a16="http://schemas.microsoft.com/office/drawing/2014/main" id="{897F7F80-A560-4513-AF48-AB959F04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Five 1s then three 0s: two runs.</a:t>
            </a:r>
          </a:p>
        </p:txBody>
      </p:sp>
      <p:sp>
        <p:nvSpPr>
          <p:cNvPr id="10" name="number-8">
            <a:extLst xmlns:a="http://schemas.openxmlformats.org/drawingml/2006/main">
              <a:ext uri="{FF2B5EF4-FFF2-40B4-BE49-F238E27FC236}">
                <a16:creationId xmlns:a16="http://schemas.microsoft.com/office/drawing/2014/main" id="{CA4338F5-9EAB-4B42-9B54-55FFB53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1" name="item-8">
            <a:extLst xmlns:a="http://schemas.openxmlformats.org/drawingml/2006/main">
              <a:ext uri="{FF2B5EF4-FFF2-40B4-BE49-F238E27FC236}">
                <a16:creationId xmlns:a16="http://schemas.microsoft.com/office/drawing/2014/main" id="{2FF8CF2F-D1C6-406A-AF0A-2B7E4AB9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reduces the bandwidth needed, so video plays without buffering. Less data per second is the whole point.</a:t>
            </a:r>
          </a:p>
        </p:txBody>
      </p:sp>
    </p:spTree>
    <p:extLst>
      <p:ext uri="{BB962C8B-B14F-4D97-AF65-F5344CB8AC3E}">
        <p14:creationId xmlns:p14="http://schemas.microsoft.com/office/powerpoint/2010/main" val="4692422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FECF8FF-2D43-4FDA-89B0-59D2216A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3D4909A-58C5-4A22-8B25-46791342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36DBBCE-484C-469D-846E-D635EF22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ca36e6e08469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7AADDB7-6570-444A-B85F-F88109AF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3425054A-272A-4419-9302-0CDBEB7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DAA82244-AA19-42F4-887A-BD831C80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Give two reasons why files are compressed before being sent over a network.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1A80F159-DE0B-4F2D-9AF2-B86A6682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Compare lossy and lossless compression, using an example of a file that suits each.  [6]</a:t>
            </a:r>
          </a:p>
        </p:txBody>
      </p:sp>
    </p:spTree>
    <p:extLst>
      <p:ext uri="{BB962C8B-B14F-4D97-AF65-F5344CB8AC3E}">
        <p14:creationId xmlns:p14="http://schemas.microsoft.com/office/powerpoint/2010/main" val="6521463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9AC8866-9C76-4DDF-9A3A-5CDD7764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662AEA0-237B-4C4F-999A-10B896C6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7AEE706-ADEC-4A77-BB7A-31E35065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ee00855f3446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151681B-46C2-4BB4-9D6B-013300AA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00398AB7-68A5-4A0B-95E9-CA4EB26F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76803A72-3944-4D90-A1A5-64E1D066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Explain why run-length encoding shrinks a cartoon image more than a photograph.  [3]</a:t>
            </a:r>
          </a:p>
        </p:txBody>
      </p:sp>
    </p:spTree>
    <p:extLst>
      <p:ext uri="{BB962C8B-B14F-4D97-AF65-F5344CB8AC3E}">
        <p14:creationId xmlns:p14="http://schemas.microsoft.com/office/powerpoint/2010/main" val="21371431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58064B-09EC-4421-9651-2254485B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FF8535A-538E-44DF-8561-E2D9D783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4248207-D774-420F-AFE2-DB1DA892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c75a4a23c423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A2FDCD-C358-469A-BE3D-CC0115E2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4F912235-2203-4D78-A349-F71FDD24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FF363D57-550F-4F2C-ADA8-B90377F3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Smaller files need less bandwidth and transfer faster over the network (also less storage).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40A3F6F8-4195-4EF5-8844-99A46768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Lossy removes data permanently and cannot reproduce the original exactly, for example JPEG or MP3. Lossless restores every bit, for example ZIP or a text/program file. Lossy can be smaller when some quality loss is acceptable; lossless is essential where exact data matters.</a:t>
            </a:r>
          </a:p>
        </p:txBody>
      </p:sp>
    </p:spTree>
    <p:extLst>
      <p:ext uri="{BB962C8B-B14F-4D97-AF65-F5344CB8AC3E}">
        <p14:creationId xmlns:p14="http://schemas.microsoft.com/office/powerpoint/2010/main" val="10906860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D70C5DF-5516-4C52-AE38-1D114ED7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29E580B-1109-4308-B733-8876EDDB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893E00C-7F54-471D-BCE1-CAB7F93C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f449f0ab24c1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A4D588B-BE4B-4B80-9FCF-495209E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D73E6D62-792A-4FB4-B5F3-526AC489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7F6AC8AD-B8AD-40DC-B241-F27D78FA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Cartoons have large areas of the same colour, which form long runs encoded compactly. Photographs vary pixel by pixel, so short runs add count overhead and reduce the saving.</a:t>
            </a:r>
          </a:p>
        </p:txBody>
      </p:sp>
    </p:spTree>
    <p:extLst>
      <p:ext uri="{BB962C8B-B14F-4D97-AF65-F5344CB8AC3E}">
        <p14:creationId xmlns:p14="http://schemas.microsoft.com/office/powerpoint/2010/main" val="2953623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5B88A25-2D2B-45D7-81E9-DCBCC40B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D77C636-F9DC-4B1B-9EEC-6B790A59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15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5B682CC-BF89-48B5-8407-2C9A23D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c248dcd0a446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BD19285-E448-437D-81BA-4A2DCD0E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0B5170FE-2AC9-4872-B0A9-B749E4D8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AEA0518A-62BD-4668-9FF7-084BAC33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7A83B55A-241E-4EDF-82ED-C142A96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data is compressed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59744424-D72D-4643-B532-2E74C465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B4B3147C-55DC-4ECB-B06A-F7BFBD79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Lossy and lossless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30F3CF7F-F212-4A9C-AB5F-32DA77A0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4444F79A-7D14-4921-B753-1E73FAA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Run-length encoding</a:t>
            </a:r>
          </a:p>
        </p:txBody>
      </p:sp>
    </p:spTree>
    <p:extLst>
      <p:ext uri="{BB962C8B-B14F-4D97-AF65-F5344CB8AC3E}">
        <p14:creationId xmlns:p14="http://schemas.microsoft.com/office/powerpoint/2010/main" val="1353331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2026-09-25T13:18:27.2890000Z</dcterms:created>
  <dcterms:modified xsi:type="dcterms:W3CDTF">2026-09-25T13:18:27.2890000Z</dcterms:modified>
</coreProperties>
</file>
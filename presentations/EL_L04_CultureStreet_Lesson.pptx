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Culture street.
Open the experience at revise360.co.uk and hand out EL_L04_Culturestreet_Worksheet.docx.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Technology and daily life.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The digital divide.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Closing the gap.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Globalisation.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Work and automation.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Answering cultural questions.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It changes how communities work, what they watch and which languages dominate.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Globalisation, and work through its example again, aloud, with the class watching, then re-ask this question.
The course's own response to a wrong answer here: Shared platforms make cultures more alike, which some see as loss.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(el-l04-s4-c2),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1.6 Ethical, legal, cultural and environmental impacts  |  Lesson 4</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Culture street</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How technology changed daily life, who gets left behind, and what globalisation did to work.</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does computing affect how people live and work?</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impact of technology on daily life</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digital divide</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globalisation</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505456"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50545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Digital divide</a:t>
            </a:r>
            <a:endParaRPr lang="en-US" sz="1200" dirty="0"/>
          </a:p>
        </p:txBody>
      </p:sp>
      <p:sp>
        <p:nvSpPr>
          <p:cNvPr id="19" name="Shape 17"/>
          <p:cNvSpPr/>
          <p:nvPr/>
        </p:nvSpPr>
        <p:spPr>
          <a:xfrm>
            <a:off x="3182112" y="5468112"/>
            <a:ext cx="235915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182112"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Globalisation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List five things your grandparents did differently at your age because the technology did not exist. Who gained and who lost from each change?</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Culture street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Technology and daily life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Shopping, banking, learning, healthcare and government moved online within a generation.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That is faster and cheaper for people who can get online.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Services that used to have a counter or a phone line increasingly have neither.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Name three things you can now only do easily online, and say who that excludes.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Technology changed daily life by...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The digital divide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digital divide is the gap between people who have good access to technology and those who don't.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Causes: cost of devices and data, poor broadband, age, disability, and skills.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Effects: worse access to education, jobs, cheaper prices and public services.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Name three causes of the digital divide and one effect of each.</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digital divide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Closing the gap</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Public wifi, libraries and school device loans widen access.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Subsidised connections and low-cost devices lower the cost barrier.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Training matters as much as hardware: a device nobody can use helps nobody.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Suggest three things a town could do to narrow its digital divide.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digital divide can be narrowed by...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Globalisation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Networks let a company work across many countries at once, around the clock.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Work can be done wherever it is cheapest, which creates jobs in some places and removes them in others.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Culture travels too: the same films, games and platforms reach almost everywhere.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one benefit and one drawback of globalisation for a UK worker.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Globalisation means...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Work and automation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Remote working spread when networks made it practical, changing commuting, offices and town centres.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Automation removes repetitive jobs and creates different ones, usually needing different skills.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people who lose a job are rarely the ones who get the new one.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Name one job changed by automation in your lifetime, and say how.</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Technology changed work by...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Answering cultural questions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Name the group affected before saying how.</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Use the words the specification uses: digital divide, globalisation, automation, access.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Discuss means both sides, then a conclusion you can defend.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Plan an eight-mark answer on a bank closing its last local branch.</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answer a cultural question, I should...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Why is globalisation a cultural issue rather than only an economic one?</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Because it involves money</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Because it needs networks</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Because it is international</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changes how communities work, what they watch and which languages dominate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Who is left behind?</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statements about cultural change. Tap the star and sort each one.</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Not just rural</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divide is often sharpest within cities, where cost rather than coverage is the barrier.</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Homework gap</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During school closures, the difference between pupils with a laptop and those without became one of the clearest examples of the divide.</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Follow the sun</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Global firms pass work between offices in different time zones so a project is worked on continuously.</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Not new</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Every wave of technology has moved work: looms, production lines, spreadsheets. What changes is how fast and which jobs.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what is meant by the digital divide.</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two ways globalisation has been made possible by computer networks.</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council moves all its services online. Discuss the cultural impacts of this decision.</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[8]</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Technology and daily life</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The digital divide</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Globalisation and changing work</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Culture street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 Ethical, legal, cultural and environmental impacts  |  Lesson 4 — Culture street</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
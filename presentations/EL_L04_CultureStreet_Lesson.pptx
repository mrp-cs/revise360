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4: Culture street.
Open the experience at revise360.co.uk and hand out EL_L04_Culturestreet_Worksheet.docx.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Technology and daily life.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The digital divide.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Closing the gap.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Globalisation.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Work and automation.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Answering cultural questions.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Culture street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technology changed daily life, who gets left behind, and what globalisation did to work.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1  |  Computer systems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does computing affect how people live and work?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impact of technology on daily life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digital divide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globalisation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5054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Digital divide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82112" y="5468112"/>
            <a:ext cx="235915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82112" y="5468112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Globalisation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 five things your grandparents did differently at your age because the technology did not exist. Who gained and who lost from each change?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Culture street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Technology and daily life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Shopping, banking, learning, healthcare and government moved online within a generation.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is faster and cheaper for people who can get online.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Services that used to have a counter or a phone line increasingly have neither.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three things you can now only do easily online, and say who that excludes.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Technology changed daily life by...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digital divide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digital divide is the gap between people who have good access to technology and those who don't.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Causes: cost of devices and data, poor broadband, age, disability, and skills.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Effects: worse access to education, jobs, cheaper prices and public services.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three causes of the digital divide and one effect of each.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digital divide is...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Closing the gap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Public wifi, libraries and school device loans widen access.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Subsidised connections and low-cost devices lower the cost barrier.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Training matters as much as hardware: a device nobody can use helps nobody.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Suggest three things a town could do to narrow its digital divide.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digital divide can be narrowed by...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Globalisation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Networks let a company work across many countries at once, around the clock.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can be done wherever it is cheapest, which creates jobs in some places and removes them in others.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Culture travels too: the same films, games and platforms reach almost everywhere.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one benefit and one drawback of globalisation for a UK worker.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Globalisation means...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and automation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Remote working spread when networks made it practical, changing commuting, offices and town centres.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Automation removes repetitive jobs and creates different ones, usually needing different skills.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people who lose a job are rarely the ones who get the new one.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one job changed by automation in your lifetime, and say how.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Technology changed work by...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Answering cultural questions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group affected before saying how.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the words the specification uses: digital divide, globalisation, automation, access.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Discuss means both sides, then a conclusion you can defend.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an eight-mark answer on a bank closing its last local branch.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answer a cultural question, I should...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Who is left behind?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statements about cultural change. Tap the star and sort each one.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just rural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divide is often sharpest within cities, where cost rather than coverage is the barrier.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Homework gap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During school closures, the difference between pupils with a laptop and those without became one of the clearest examples of the divide.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Follow the sun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Global firms pass work between offices in different time zones so a project is worked on continuously.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new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wave of technology has moved work: looms, production lines, spreadsheets. What changes is how fast and which jobs.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what is meant by the digital divide.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two ways globalisation has been made possible by computer networks.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council moves all its services online. Discuss the cultural impacts of this decision.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[8]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Technology and daily life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digital divide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Globalisation and changing work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Culture street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1.6 Ethical, legal, cultural and environmental impacts  |  Lesson 4 — Culture street</dc:title>
  <dc:subject>OCR J277 GCSE Computer Science</dc:subject>
  <dc:creator>Revise 360 Ltd</dc:creator>
  <cp:lastModifiedBy>Revise 360 Ltd</cp:lastModifiedBy>
  <cp:revision>1</cp:revision>
  <dcterms:created xsi:type="dcterms:W3CDTF">2026-10-01T01:30:27Z</dcterms:created>
  <dcterms:modified xsi:type="dcterms:W3CDTF">2026-10-01T01:30:27Z</dcterms:modified>
</cp:coreProperties>
</file>
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Assembly line.
Open the experience at revise360.co.uk and hand out PR_L09_AssemblyLine_Worksheet.docx.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Assembly line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Assembly line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Assembly line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Assembly line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
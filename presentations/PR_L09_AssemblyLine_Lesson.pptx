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9: Assembly line.
Open the experience at revise360.co.uk and hand out PR_L09_AssemblyLine_Worksheet.docx.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Writing a procedure.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Parameters.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Returning a value.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Functions and procedures.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Local and global.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Putting it together.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9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Assembly line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Long programs are built out of small named parts. On the assembly line you will write procedures and functions, pass values into them and get answers back out.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 Python course  |  Beyond the OCR J277 specification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When should a subprogram return a value rather than print one?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define a subprogram with def and how to call it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how a parameter passes a value into a subprogram and how return passes one back out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31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the difference between a local variable and a global one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840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5468112"/>
            <a:ext cx="192024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46811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Subprogram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596896" y="5468112"/>
            <a:ext cx="177393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596896" y="5468112"/>
            <a:ext cx="17739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Procedure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498848" y="5468112"/>
            <a:ext cx="162763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498848" y="546811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Function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254496" y="5468112"/>
            <a:ext cx="177393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254496" y="5468112"/>
            <a:ext cx="17739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Parameter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156448" y="5468112"/>
            <a:ext cx="162763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156448" y="546811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Argument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912096" y="5468112"/>
            <a:ext cx="1335024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912096" y="5468112"/>
            <a:ext cx="13350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return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program defines a subprogram called banner with one print line inside it, and then stops. Nothing is printed when it runs. Explain why, and write down the line that has been left out.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Assembly line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before you type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task and its brief. Work out the inputs, what happens to them, and exactly what is printed.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it and run it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Type the program in the editor and press Run to see what it does. Then press Check to mark it against the tests.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failures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test that fails tells you what was expected and what came out. Fix and run it again - that is what programmers do.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Writing a procedure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def names a subprogram, and the indented block below it is what that subprogram does.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Nothing happens until the name is called, with brackets after it.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defining a procedure and never calling it, so none of it ever runs.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is the difference between defining a procedure and calling it?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Writing a job once and calling it many times has a name of its own: code reuse.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Parameters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parameter in the brackets lets whoever calls the subprogram pass a value in.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value handed over is the argument, and inside it is used like any other variable.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giving the arguments in a different order from the parameters.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is a procedure with a parameter more useful than one without?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names in the definition are the parameters; the values handed over when it is called are the arguments.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Returning a value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return hands a value back to whatever called the subprogram.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call can then be stored in a variable, printed, or used inside a bigger sum.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printing inside when the task says return, so nothing is handed back.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would a task insist a subprogram returns a value rather than prints it?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return ends the subprogram there and then, so any line written after it never runs.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Functions and procedures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function returns a value; a procedure just does a job and returns nothing.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Both are subprograms, and in Python both are written with def.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calling something a function when all it does is print.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Decide whether each subprogram in your program is a function or a procedure.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exam marks this difference, so say 'function' only when a value actually comes back.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Local and global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variable made inside a subprogram is local: it exists only while that subprogram runs.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global variable belongs to the main program, and global lets a subprogram change it.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expecting a local variable's value to survive after the subprogram ends.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can two subprograms both use a variable called total without clashing?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Keeping variables local is good practice: it stops one part of a program quietly breaking another.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Putting it together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subprogram may call another one, so a big job splits into small named steps.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Calling a function inside a loop lets one piece of code answer the same question many times.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repeating the same lines instead of writing one subprogram and calling it.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which parts of a booking receipt program should become subprograms.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Breaking a problem into named parts is decomposition, which you met in topic 2.1.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Function or procedure?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Eight subprograms have come off the line. Tap the star and decide whether each one is a function or a procedure.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bother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job written once and called from four places is tested once and fixed once. The same lines copied four times are four bugs waiting to happen.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Default values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parameter can be given a default, so label("Juice") still works when the price is usually the same.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Returning more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return can hand back several values at once, separated by commas, and the caller unpacks them.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Already written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len(), int() and round() are functions somebody else wrote: you call them exactly the way you call your own.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subprogram called vat takes an amount and its last line is print(amount * 0.2). The main program writes tax = vat(50) and then prints tax, which shows None. Explain why, and write the change needed inside the subprogram.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[3]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function that takes a length and a width in metres and returns the area, and a main program that uses it to print the area of two different rooms.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[5]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procedure that takes a pupil's name and a score and prints one tidy line of a results table, then call it for three different pupils.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Defining a subprogram and calling it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Passing values in with parameters and back with return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Telling a local variable from a global one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Assembly line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programming  |  Lesson 9 — Assembly line</dc:title>
  <dc:subject>OCR J277 GCSE Computer Science</dc:subject>
  <dc:creator>Revise 360 Ltd</dc:creator>
  <cp:lastModifiedBy>Revise 360 Ltd</cp:lastModifiedBy>
  <cp:revision>1</cp:revision>
  <dcterms:created xsi:type="dcterms:W3CDTF">2026-10-02T09:26:45Z</dcterms:created>
  <dcterms:modified xsi:type="dcterms:W3CDTF">2026-10-02T09:26:45Z</dcterms:modified>
</cp:coreProperties>
</file>
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Law court.
Open the experience at revise360.co.uk and hand out EL_L03_Lawcourt_Worksheet.docx.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Data Protection Act 2018.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Computer Misuse Act 1990.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Copyright, Designs and Patents Act 1988.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Which Act applies?.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Other legislation.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legal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Law court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three Acts you need: data protection, computer misuse, and copyright, and which one applies.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computing legislation prohibit?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principles of the Data Protection Act 2018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principles of the Computer Misuse Act 1990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principles of the Copyright, Designs and Patents Act 1988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96849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968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Protection Act 2018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45152" y="5468112"/>
            <a:ext cx="396849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45152" y="5468112"/>
            <a:ext cx="3968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 Misuse Act 1990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finds a teacher's password written on a desk and uses it to read a mark sheet. Which laws, if any, have been broken? Write your first thoughts.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Law court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Protection Act 2018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Governs how organisations collect, store and use personal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must be used fairly and lawfully, for a stated purpose, kept accurate, kept no longer than needed, and kept secure.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People have rights: to see their data, to correct it, and in many cases to have it deleted.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three things the Data Protection Act requires of an organisation.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Data Protection Act 2018 says...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 Misuse Act 1990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Created to deal with hacking, which no earlier law covered.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main offences: unauthorised access; unauthorised access with intent to commit a further offence; unauthorised modification of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 without permission is an offence even if nothing is changed or taken.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guessing a friend's password and logging in is an offence even if you change nothing.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Computer Misuse Act 1990 makes it an offence to...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Copyright, Designs and Patents Act 1988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Protects the creator of original work: software, music, film, writing, images.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Copying, sharing or selling without permission infringes copyright.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applies automatically the moment work is created: no registration needed.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using an image from a web search in a book you sell is a problem.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Copyright, Designs and Patents Act 1988 protects...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Act applies?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Personal data misused or leaked: Data Protection Act.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Access, hacking or changing data without permission: Computer Misuse Act.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Copying or sharing someone's creative work: Copyright, Designs and Patents Act.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 six scenarios into the right Act, with a reason for each.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decide which Act applies, ask...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Other legislation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Freedom of Information allows anyone to request information held by public bodies, such as what a council spent.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covers public information, not personal data about individuals.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Health and safety, equality and consumer law also apply to technology.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law would you use to find out what a council paid for a new traffic system?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Freedom of Information allows...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legal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Act in full, including the year, then state the relevant principle.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which part of the situation breaches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more than one Act applies, say so: many real cases involve two.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full answer to: a worker copies the customer database before leaving for a rival.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legal answer names...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Act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Nine cases have reached the court. Tap the star and decide which Act each one falls under.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1990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Computer Misuse Act was passed after two hackers who broke into a mailbox system were acquitted, because no existing law covered what they had done.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Fines that hurt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Serious data protection breaches can be fined up to 4% of a company's worldwide turnover, which is why boards now pay attention.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Copyright lasts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UK, copyright in a literary or musical work lasts for the creator's lifetime plus 70 years.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all copying is illegal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Limited copying for criticism, review, news reporting or education can be allowed under fair dealing, but the rules are narrower than most people assume.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two principles of the Data Protection Act 2018.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the three offences under the Computer Misuse Act 1990.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finds that an employee has copied its customer database and taken it to a competitor. Explain which laws may have been broken.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 Ethical, legal, cultural and environmental impacts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Protection Act 2018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 Misuse Act 1990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Copyright, Designs and Patents Act 1988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Law court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1.6 Ethical, legal, cultural and environmental impacts  |  Lesson 3 — Law court</dc:title>
  <dc:subject>OCR J277 GCSE Computer Science</dc:subject>
  <dc:creator>Revise 360 Ltd</dc:creator>
  <cp:lastModifiedBy>Revise 360 Ltd</cp:lastModifiedBy>
  <cp:revision>1</cp:revision>
  <dcterms:created xsi:type="dcterms:W3CDTF">2026-10-01T01:30:27Z</dcterms:created>
  <dcterms:modified xsi:type="dcterms:W3CDTF">2026-10-01T01:30:27Z</dcterms:modified>
</cp:coreProperties>
</file>
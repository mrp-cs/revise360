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Law court.
Open the experience at revise360.co.uk and hand out EL_L03_Lawcourt_Worksheet.docx.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Data Protection Act 2018.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Computer Misuse Act 1990.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Copyright, Designs and Patents Act 1988.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Which Act applies?.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Other legislation.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legal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Copying digital work is effortless and global, which the Act was not written for.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Copyright, Designs and Patents Act 1988, and work through its example again, aloud, with the class watching, then re-ask this question.
The course's own response to a wrong answer here: Streaming, sampling and AI training all raise questions it never anticipated.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(el-l03-s3-c2),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1.6 Ethical, legal, cultural and environmental impacts  |  Lesson 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Law court</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The three Acts you need: data protection, computer misuse, and copyright, and which one applies.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does computing legislation prohibit?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principles of the Data Protection Act 2018</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principles of the Computer Misuse Act 1990</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principles of the Copyright, Designs and Patents Act 1988</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396849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396849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Data Protection Act 2018</a:t>
            </a:r>
            <a:endParaRPr lang="en-US" sz="1200" dirty="0"/>
          </a:p>
        </p:txBody>
      </p:sp>
      <p:sp>
        <p:nvSpPr>
          <p:cNvPr id="19" name="Shape 17"/>
          <p:cNvSpPr/>
          <p:nvPr/>
        </p:nvSpPr>
        <p:spPr>
          <a:xfrm>
            <a:off x="4645152" y="5468112"/>
            <a:ext cx="396849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4645152" y="5468112"/>
            <a:ext cx="396849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Computer Misuse Act 1990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pupil finds a teacher's password written on a desk and uses it to read a mark sheet. Which laws, if any, have been broken? Write your first thoughts.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Law court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Data Protection Act 2018</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Governs how organisations collect, store and use personal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must be used fairly and lawfully, for a stated purpose, kept accurate, kept no longer than needed, and kept secure.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People have rights: to see their data, to correct it, and in many cases to have it deleted.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State three things the Data Protection Act requires of an organisation.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Data Protection Act 2018 says...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Computer Misuse Act 1990</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Created to deal with hacking, which no earlier law covered.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Three main offences: unauthorised access; unauthorised access with intent to commit a further offence; unauthorised modification of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Access without permission is an offence even if nothing is changed or taken.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guessing a friend's password and logging in is an offence even if you change nothing.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Computer Misuse Act 1990 makes it an offence 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Copyright, Designs and Patents Act 1988</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Protects the creator of original work: software, music, film, writing, images.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Copying, sharing or selling without permission infringes copyright.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applies automatically the moment work is created: no registration needed.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using an image from a web search in a book you sell is a problem.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Copyright, Designs and Patents Act 1988 protects...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Which Act applies?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Personal data misused or leaked: Data Protection Act.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Access, hacking or changing data without permission: Computer Misuse Act.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Copying or sharing someone's creative work: Copyright, Designs and Patents Act.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Sort six scenarios into the right Act, with a reason for each.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decide which Act applies, ask...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Other legislation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Freedom of Information allows anyone to request information held by public bodies, such as what a council spent.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covers public information, not personal data about individuals.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Health and safety, equality and consumer law also apply to technology.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law would you use to find out what a council paid for a new traffic system?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Freedom of Information allows...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legal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Name the Act in full, including the year, then state the relevant principle.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 which part of the situation breaches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more than one Act applies, say so: many real cases involve two.</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full answer to: a worker copies the customer database before leaving for a rival.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good legal answer names...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100584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is this Act constantly having to adapt?</a:t>
            </a:r>
            <a:endParaRPr lang="en-US" sz="2600" dirty="0"/>
          </a:p>
        </p:txBody>
      </p:sp>
      <p:sp>
        <p:nvSpPr>
          <p:cNvPr id="9" name="Shape 7"/>
          <p:cNvSpPr/>
          <p:nvPr/>
        </p:nvSpPr>
        <p:spPr>
          <a:xfrm>
            <a:off x="502920" y="233172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478024"/>
            <a:ext cx="438912" cy="438912"/>
          </a:xfrm>
          <a:prstGeom prst="roundRect">
            <a:avLst>
              <a:gd name="adj" fmla="val 20833"/>
            </a:avLst>
          </a:prstGeom>
          <a:solidFill>
            <a:srgbClr val="EEF2FB"/>
          </a:solidFill>
          <a:ln/>
        </p:spPr>
      </p:sp>
      <p:sp>
        <p:nvSpPr>
          <p:cNvPr id="11" name="Text 9"/>
          <p:cNvSpPr txBox="1"/>
          <p:nvPr/>
        </p:nvSpPr>
        <p:spPr>
          <a:xfrm>
            <a:off x="777240" y="24780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3317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Parliament rewrites it yearly</a:t>
            </a:r>
            <a:endParaRPr lang="en-US" sz="1700" dirty="0"/>
          </a:p>
        </p:txBody>
      </p:sp>
      <p:sp>
        <p:nvSpPr>
          <p:cNvPr id="13" name="Shape 11"/>
          <p:cNvSpPr/>
          <p:nvPr/>
        </p:nvSpPr>
        <p:spPr>
          <a:xfrm>
            <a:off x="502920" y="320040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346704"/>
            <a:ext cx="438912" cy="438912"/>
          </a:xfrm>
          <a:prstGeom prst="roundRect">
            <a:avLst>
              <a:gd name="adj" fmla="val 20833"/>
            </a:avLst>
          </a:prstGeom>
          <a:solidFill>
            <a:srgbClr val="EEF2FB"/>
          </a:solidFill>
          <a:ln/>
        </p:spPr>
      </p:sp>
      <p:sp>
        <p:nvSpPr>
          <p:cNvPr id="15" name="Text 13"/>
          <p:cNvSpPr txBox="1"/>
          <p:nvPr/>
        </p:nvSpPr>
        <p:spPr>
          <a:xfrm>
            <a:off x="777240" y="33467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2004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software is not protected</a:t>
            </a:r>
            <a:endParaRPr lang="en-US" sz="1700" dirty="0"/>
          </a:p>
        </p:txBody>
      </p:sp>
      <p:sp>
        <p:nvSpPr>
          <p:cNvPr id="17" name="Shape 15"/>
          <p:cNvSpPr/>
          <p:nvPr/>
        </p:nvSpPr>
        <p:spPr>
          <a:xfrm>
            <a:off x="502920" y="406908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215384"/>
            <a:ext cx="438912" cy="438912"/>
          </a:xfrm>
          <a:prstGeom prst="roundRect">
            <a:avLst>
              <a:gd name="adj" fmla="val 20833"/>
            </a:avLst>
          </a:prstGeom>
          <a:solidFill>
            <a:srgbClr val="EEF2FB"/>
          </a:solidFill>
          <a:ln/>
        </p:spPr>
      </p:sp>
      <p:sp>
        <p:nvSpPr>
          <p:cNvPr id="19" name="Text 17"/>
          <p:cNvSpPr txBox="1"/>
          <p:nvPr/>
        </p:nvSpPr>
        <p:spPr>
          <a:xfrm>
            <a:off x="777240" y="42153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40690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Because copyright expires after one year</a:t>
            </a:r>
            <a:endParaRPr lang="en-US" sz="1700" dirty="0"/>
          </a:p>
        </p:txBody>
      </p:sp>
      <p:sp>
        <p:nvSpPr>
          <p:cNvPr id="21" name="Shape 19"/>
          <p:cNvSpPr/>
          <p:nvPr/>
        </p:nvSpPr>
        <p:spPr>
          <a:xfrm>
            <a:off x="502920" y="493776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5084064"/>
            <a:ext cx="438912" cy="438912"/>
          </a:xfrm>
          <a:prstGeom prst="roundRect">
            <a:avLst>
              <a:gd name="adj" fmla="val 20833"/>
            </a:avLst>
          </a:prstGeom>
          <a:solidFill>
            <a:srgbClr val="EEF2FB"/>
          </a:solidFill>
          <a:ln/>
        </p:spPr>
      </p:sp>
      <p:sp>
        <p:nvSpPr>
          <p:cNvPr id="23" name="Text 21"/>
          <p:cNvSpPr txBox="1"/>
          <p:nvPr/>
        </p:nvSpPr>
        <p:spPr>
          <a:xfrm>
            <a:off x="777240" y="508406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93776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Copying digital work is effortless and global, which the Act was not written for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Name the Act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Nine cases have reached the court. Tap the star and decide which Act each one falls under.</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1990</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Computer Misuse Act was passed after two hackers who broke into a mailbox system were acquitted, because no existing law covered what they had done.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Fines that hurt</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Serious data protection breaches can be fined up to 4% of a company's worldwide turnover, which is why boards now pay attention.</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Copyright lasts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the UK, copyright in a literary or musical work lasts for the creator's lifetime plus 70 years.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Not all copying is illegal</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Limited copying for criticism, review, news reporting or education can be allowed under fair dealing, but the rules are narrower than most people assume.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two principles of the Data Protection Act 2018.</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the three offences under the Computer Misuse Act 1990.</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company finds that an employee has copied its customer database and taken it to a competitor. Explain which laws may have been broken.</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1.6 Ethical, legal, cultural and environmental impacts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Data Protection Act 2018</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Computer Misuse Act 1990</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Copyright, Designs and Patents Act 1988</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Law court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 Ethical, legal, cultural and environmental impacts  |  Lesson 3 — Law court</dc:title>
  <dc:subject>OCR J277 GCSE Computer Science</dc:subject>
  <dc:creator>Revise 360 Ltd</dc:creator>
  <cp:lastModifiedBy>Revise 360 Ltd</cp:lastModifiedBy>
  <cp:revision>1</cp:revision>
  <dcterms:created xsi:type="dcterms:W3CDTF">2026-10-03T16:28:09Z</dcterms:created>
  <dcterms:modified xsi:type="dcterms:W3CDTF">2026-10-03T16:28:09Z</dcterms:modified>
</cp:coreProperties>
</file>
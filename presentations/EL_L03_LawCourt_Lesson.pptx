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Law court.
Open the experience at revise360.co.uk and hand out EL_L03_Lawcourt_Worksheet.docx.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Data Protection Act 2018.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Computer Misuse Act 1990.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Copyright, Designs and Patents Act 1988.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Which Act applies?.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Other legislation.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Answering legal questions.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D: Copying digital work is effortless and global, which the Act was not written for.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Copyright, Designs and Patents Act 1988, and work through its example again, aloud, with the class watching, then re-ask this question.
The course's own response to a wrong answer here: Streaming, sampling and AI training all raise questions it never anticipated.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(el-l03-s3-c2),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1.6 Ethical, legal, cultural and environmental impacts  |  Lesson 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Law court</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The three Acts you need: data protection, computer misuse, and copyright, and which one applies.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does computing legislation prohibit?</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principles of the Data Protection Act 2018</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principles of the Computer Misuse Act 1990</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principles of the Copyright, Designs and Patents Act 1988</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3968496"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396849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Data Protection Act 2018</a:t>
            </a:r>
            <a:endParaRPr lang="en-US" sz="1200" dirty="0"/>
          </a:p>
        </p:txBody>
      </p:sp>
      <p:sp>
        <p:nvSpPr>
          <p:cNvPr id="19" name="Shape 17"/>
          <p:cNvSpPr/>
          <p:nvPr/>
        </p:nvSpPr>
        <p:spPr>
          <a:xfrm>
            <a:off x="4645152" y="5468112"/>
            <a:ext cx="396849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4645152" y="5468112"/>
            <a:ext cx="396849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Computer Misuse Act 1990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pupil finds a teacher's password written on a desk and uses it to read a mark sheet. Which laws, if any, have been broken? Write your first thoughts.</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Law court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Data Protection Act 2018</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Governs how organisations collect, store and use personal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Data must be used fairly and lawfully, for a stated purpose, kept accurate, kept no longer than needed, and kept secure.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People have rights: to see their data, to correct it, and in many cases to have it deleted.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State three things the Data Protection Act requires of an organisation.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Data Protection Act 2018 says...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Computer Misuse Act 1990</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Created to deal with hacking, which no earlier law covered.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Three main offences: unauthorised access; unauthorised access with intent to commit a further offence; unauthorised modification of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Access without permission is an offence even if nothing is changed or taken.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guessing a friend's password and logging in is an offence even if you change nothing.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Computer Misuse Act 1990 makes it an offence to...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Copyright, Designs and Patents Act 1988</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Protects the creator of original work: software, music, film, writing, images.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Copying, sharing or selling without permission infringes copyright.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applies automatically the moment work is created: no registration needed.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using an image from a web search in a book you sell is a problem.</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Copyright, Designs and Patents Act 1988 protects...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Which Act applies?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Personal data misused or leaked: Data Protection Act.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Access, hacking or changing data without permission: Computer Misuse Act.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Copying or sharing someone's creative work: Copyright, Designs and Patents Act.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Sort six scenarios into the right Act, with a reason for each.</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decide which Act applies, ask...</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Other legislation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Freedom of Information allows anyone to request information held by public bodies, such as what a council spent.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covers public information, not personal data about individuals.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Health and safety, equality and consumer law also apply to technology.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law would you use to find out what a council paid for a new traffic system?</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Freedom of Information allows...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Answering legal questions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Name the Act in full, including the year, then state the relevant principle.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 which part of the situation breaches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more than one Act applies, say so: many real cases involve two.</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full answer to: a worker copies the customer database before leaving for a rival.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good legal answer names...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is this Act constantly having to adapt?</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Because Parliament rewrites it yearly</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Because software is not protected</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Because copyright expires after one year</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Copying digital work is effortless and global, which the Act was not written for</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Name the Act</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Nine cases have reached the court. Tap the star and decide which Act each one falls under.</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Why 1990</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Computer Misuse Act was passed after two hackers who broke into a mailbox system were acquitted, because no existing law covered what they had done.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Fines that hurt</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Serious data protection breaches can be fined up to 4% of a company's worldwide turnover, which is why boards now pay attention.</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Copyright lasts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 the UK, copyright in a literary or musical work lasts for the creator's lifetime plus 70 years.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Not all copying is illegal</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Limited copying for criticism, review, news reporting or education can be allowed under fair dealing, but the rules are narrower than most people assume.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two principles of the Data Protection Act 2018.</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the three offences under the Computer Misuse Act 1990.</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company finds that an employee has copied its customer database and taken it to a competitor. Explain which laws may have been broken.</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Data Protection Act 2018</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Computer Misuse Act 1990</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Copyright, Designs and Patents Act 1988</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Law court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1.6 Ethical, legal, cultural and environmental impacts  |  Lesson 3 — Law court</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
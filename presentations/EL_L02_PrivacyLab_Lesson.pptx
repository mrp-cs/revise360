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Privacy lab.
Open the experience at revise360.co.uk and hand out EL_L02_Privacylab_Worksheet.docx.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is collected.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Tracking.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Consent.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Two sides of privacy.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When it goes wrong.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Arguing a privacy case.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Children are less able to understand what they are agreeing to.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Consent, and work through its example again, aloud, with the class watching, then re-ask this question.
The course's own response to a wrong answer here: That's why services aimed at children have stricter rules.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(el-l02-s3-c2),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1.6 Ethical, legal, cultural and environmental impacts  |  Lesson 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Privacy lab</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What is collected about you, who gets it, and where the line between useful and intrusive sits.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privacy issues does computing create, and where should the limits be?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at least one issue related to privacy and computer technology</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Be able to weigh the benefits and risks of collecting personal data</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2359152"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Personal data</a:t>
            </a:r>
            <a:endParaRPr lang="en-US" sz="1200" dirty="0"/>
          </a:p>
        </p:txBody>
      </p:sp>
      <p:sp>
        <p:nvSpPr>
          <p:cNvPr id="16" name="Shape 14"/>
          <p:cNvSpPr/>
          <p:nvPr/>
        </p:nvSpPr>
        <p:spPr>
          <a:xfrm>
            <a:off x="3035808" y="4535424"/>
            <a:ext cx="1481328"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3035808" y="4535424"/>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Consent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List everything your phone knows about you that you never typed into it. How did it learn each one?</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Privacy lab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is collected</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Personal data is anything that identifies you, on its own or combined with something else.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Typical collection: what you search, where you go, who you message, how long you look at something.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Data is valuable because it predicts what you will do next.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five pieces of data a social media app collects that you never typed in.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Personal data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Tracking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Cookies and identifiers follow a device from site to site, building a profile.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Apps can request location, contacts, microphone and camera, often for features that don't need them.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profile built from many small facts can be more revealing than any single one.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list of the places you visited more revealing than your address?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Tracking works by...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Consent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Consent should be informed, freely given and easy to withdraw.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practice it is often a long notice nobody reads, or a design that makes refusing hard.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Children's data has stronger protection in law, because consent is harder to give meaningfully.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Rewrite a cookie banner so consent would actually be informed.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Consent means...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Two sides of privacy</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Collecting data does bring real benefits: better services, safety features, fraud detection, research.</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also brings risks: profiling, discrimination, breaches, and being watched.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Almost every privacy question is a trade-off, not a villain.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one genuine benefit and one genuine risk of a phone tracking your location.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Privacy is a trade-off because...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When it goes wrong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data breach exposes data that was collected for a legitimate reason.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harm is real: fraud, blackmail, and details that cannot be made private again.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best protection is not collecting what isn't needed, and deleting what is no longer used.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deleting old data is a privacy measure, not just housekeeping.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When privacy fails...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Arguing a privacy case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Name what is collected, who gets it, and what could go wrong.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Weigh the benefit against the risk for each stakeholder.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Conclude with a limit you can defend: what should be allowed, and what shouldn't.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answer on smart speakers listening in a family home.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argue a privacy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100584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does the law treat children's data more carefully?</a:t>
            </a:r>
            <a:endParaRPr lang="en-US" sz="2600" dirty="0"/>
          </a:p>
        </p:txBody>
      </p:sp>
      <p:sp>
        <p:nvSpPr>
          <p:cNvPr id="9" name="Shape 7"/>
          <p:cNvSpPr/>
          <p:nvPr/>
        </p:nvSpPr>
        <p:spPr>
          <a:xfrm>
            <a:off x="502920" y="233172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478024"/>
            <a:ext cx="438912" cy="438912"/>
          </a:xfrm>
          <a:prstGeom prst="roundRect">
            <a:avLst>
              <a:gd name="adj" fmla="val 20833"/>
            </a:avLst>
          </a:prstGeom>
          <a:solidFill>
            <a:srgbClr val="EEF2FB"/>
          </a:solidFill>
          <a:ln/>
        </p:spPr>
      </p:sp>
      <p:sp>
        <p:nvSpPr>
          <p:cNvPr id="11" name="Text 9"/>
          <p:cNvSpPr txBox="1"/>
          <p:nvPr/>
        </p:nvSpPr>
        <p:spPr>
          <a:xfrm>
            <a:off x="777240" y="24780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3317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is easier to store</a:t>
            </a:r>
            <a:endParaRPr lang="en-US" sz="1700" dirty="0"/>
          </a:p>
        </p:txBody>
      </p:sp>
      <p:sp>
        <p:nvSpPr>
          <p:cNvPr id="13" name="Shape 11"/>
          <p:cNvSpPr/>
          <p:nvPr/>
        </p:nvSpPr>
        <p:spPr>
          <a:xfrm>
            <a:off x="502920" y="320040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346704"/>
            <a:ext cx="438912" cy="438912"/>
          </a:xfrm>
          <a:prstGeom prst="roundRect">
            <a:avLst>
              <a:gd name="adj" fmla="val 20833"/>
            </a:avLst>
          </a:prstGeom>
          <a:solidFill>
            <a:srgbClr val="EEF2FB"/>
          </a:solidFill>
          <a:ln/>
        </p:spPr>
      </p:sp>
      <p:sp>
        <p:nvSpPr>
          <p:cNvPr id="15" name="Text 13"/>
          <p:cNvSpPr txBox="1"/>
          <p:nvPr/>
        </p:nvSpPr>
        <p:spPr>
          <a:xfrm>
            <a:off x="777240" y="33467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2004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Children are less able to understand what they are agreeing to</a:t>
            </a:r>
            <a:endParaRPr lang="en-US" sz="1700" dirty="0"/>
          </a:p>
        </p:txBody>
      </p:sp>
      <p:sp>
        <p:nvSpPr>
          <p:cNvPr id="17" name="Shape 15"/>
          <p:cNvSpPr/>
          <p:nvPr/>
        </p:nvSpPr>
        <p:spPr>
          <a:xfrm>
            <a:off x="502920" y="406908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215384"/>
            <a:ext cx="438912" cy="438912"/>
          </a:xfrm>
          <a:prstGeom prst="roundRect">
            <a:avLst>
              <a:gd name="adj" fmla="val 20833"/>
            </a:avLst>
          </a:prstGeom>
          <a:solidFill>
            <a:srgbClr val="EEF2FB"/>
          </a:solidFill>
          <a:ln/>
        </p:spPr>
      </p:sp>
      <p:sp>
        <p:nvSpPr>
          <p:cNvPr id="19" name="Text 17"/>
          <p:cNvSpPr txBox="1"/>
          <p:nvPr/>
        </p:nvSpPr>
        <p:spPr>
          <a:xfrm>
            <a:off x="777240" y="42153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40690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Children produce more data</a:t>
            </a:r>
            <a:endParaRPr lang="en-US" sz="1700" dirty="0"/>
          </a:p>
        </p:txBody>
      </p:sp>
      <p:sp>
        <p:nvSpPr>
          <p:cNvPr id="21" name="Shape 19"/>
          <p:cNvSpPr/>
          <p:nvPr/>
        </p:nvSpPr>
        <p:spPr>
          <a:xfrm>
            <a:off x="502920" y="493776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5084064"/>
            <a:ext cx="438912" cy="438912"/>
          </a:xfrm>
          <a:prstGeom prst="roundRect">
            <a:avLst>
              <a:gd name="adj" fmla="val 20833"/>
            </a:avLst>
          </a:prstGeom>
          <a:solidFill>
            <a:srgbClr val="EEF2FB"/>
          </a:solidFill>
          <a:ln/>
        </p:spPr>
      </p:sp>
      <p:sp>
        <p:nvSpPr>
          <p:cNvPr id="23" name="Text 21"/>
          <p:cNvSpPr txBox="1"/>
          <p:nvPr/>
        </p:nvSpPr>
        <p:spPr>
          <a:xfrm>
            <a:off x="777240" y="508406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93776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Children's data is cheaper</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The privacy line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practices. Tap the star and decide whether each is reasonable, needs clear consent, or goes too far.</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price of free</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If a service is free, the running costs are usually paid for by advertising, and advertising is paid for by what is known about you.</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Anonymous isn't</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Studies have shown that a few 'anonymous' details, such as postcode, date of birth and sex, identify most people uniquely.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Metadata matters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Who you called and when can reveal more than the conversation itself: a call to a clinic followed by a call to a relative tells a story.</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Dark patterns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Designs that make accepting easy and refusing hard have a name, and regulators have started fining companies for them.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personal data.</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[1]</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one benefit and one risk of an app collecting location data.</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supermarket wants to use facial recognition to identify shoplifters. Discuss the privacy issues raised.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[8]</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1.6 Ethical, legal, cultural and environmental impacts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personal data is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Tracking, profiling and consent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Arguing where the privacy line sits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Privacy lab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1.6 Ethical, legal, cultural and environmental impacts  |  Lesson 2 — Privacy lab</dc:title>
  <dc:subject>OCR J277 GCSE Computer Science</dc:subject>
  <dc:creator>Revise 360 Ltd</dc:creator>
  <cp:lastModifiedBy>Revise 360 Ltd</cp:lastModifiedBy>
  <cp:revision>1</cp:revision>
  <dcterms:created xsi:type="dcterms:W3CDTF">2026-10-03T16:28:09Z</dcterms:created>
  <dcterms:modified xsi:type="dcterms:W3CDTF">2026-10-03T16:28:09Z</dcterms:modified>
</cp:coreProperties>
</file>
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2: Privacy lab.
Open the experience at revise360.co.uk and hand out EL_L02_Privacylab_Worksheet.docx.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What is collected.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Tracking.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Consent.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Two sides of privacy.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When it goes wrong.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Arguing a privacy case.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collected about you, who gets it, and where the line between useful and intrusive sits.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privacy issues does computing create, and where should the limits be?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at least one issue related to privacy and computer technology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 able to weigh the benefits and risks of collecting personal data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35808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35808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everything your phone knows about you that you never typed into it. How did it learn each one?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Privacy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collected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data is anything that identifies you, on its own or combined with something else.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collection: what you search, where you go, who you message, how long you look at something.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is valuable because it predicts what you will do next.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five pieces of data a social media app collects that you never typed in.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Personal data is...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Cookies and identifiers follow a device from site to site, building a profile.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Apps can request location, contacts, microphone and camera, often for features that don't need them.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profile built from many small facts can be more revealing than any single one.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list of the places you visited more revealing than your address?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 works by...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Consent should be informed, freely given and easy to withdraw.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practice it is often a long notice nobody reads, or a design that makes refusing hard.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Children's data has stronger protection in law, because consent is harder to give meaningfully.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Rewrite a cookie banner so consent would actually be informed.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Consent means...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sides of privacy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Collecting data does bring real benefits: better services, safety features, fraud detection, research.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also brings risks: profiling, discrimination, breaches, and being watched.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Almost every privacy question is a trade-off, not a villain.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one genuine benefit and one genuine risk of a phone tracking your location.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 is a trade-off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it goes wrong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data breach exposes data that was collected for a legitimate reason.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harm is real: fraud, blackmail, and details that cannot be made private again.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best protection is not collecting what isn't needed, and deleting what is no longer used.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deleting old data is a privacy measure, not just housekeeping.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privacy fails...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Arguing a privacy case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what is collected, who gets it, and what could go wrong.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 the benefit against the risk for each stakeholder.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Conclude with a limit you can defend: what should be allowed, and what shouldn't.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an answer on smart speakers listening in a family home.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argue a privacy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privacy line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practices. Tap the star and decide whether each is reasonable, needs clear consent, or goes too far.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price of free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 service is free, the running costs are usually paid for by advertising, and advertising is paid for by what is known about 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Anonymous isn't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Studies have shown that a few 'anonymous' details, such as postcode, date of birth and sex, identify most people uniquely.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 matters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you called and when can reveal more than the conversation itself: a call to a clinic followed by a call to a relative tells a story.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Dark patterns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Designs that make accepting easy and refusing hard have a name, and regulators have started fining companies for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what is meant by personal data.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 one benefit and one risk of an app collecting location data.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supermarket wants to use facial recognition to identify shoplifters. Discuss the privacy issues raised.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[8]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personal data 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Tracking, profiling and consent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Arguing where the privacy line sits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Privacy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1.6 Ethical, legal, cultural and environmental impacts  |  Lesson 2 — Privacy lab</dc:title>
  <dc:subject>OCR J277 GCSE Computer Science</dc:subject>
  <dc:creator>Revise 360 Ltd</dc:creator>
  <cp:lastModifiedBy>Revise 360 Ltd</cp:lastModifiedBy>
  <cp:revision>1</cp:revision>
  <dcterms:created xsi:type="dcterms:W3CDTF">2026-10-01T01:30:27Z</dcterms:created>
  <dcterms:modified xsi:type="dcterms:W3CDTF">2026-10-01T01:30:27Z</dcterms:modified>
</cp:coreProperties>
</file>
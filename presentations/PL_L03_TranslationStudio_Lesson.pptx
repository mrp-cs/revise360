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c50a0116044116" /><Relationship Type="http://schemas.openxmlformats.org/officeDocument/2006/relationships/extended-properties" Target="/docProps/app.xml" Id="Rb4e65379a39b41f3" /><Relationship Type="http://schemas.openxmlformats.org/officeDocument/2006/relationships/officeDocument" Target="/ppt/presentation.xml" Id="R8b6c5f5abb4d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f73a60bbae46b1"/>
  </p:sldMasterIdLst>
  <p:notesMasterIdLst>
    <p:notesMasterId xmlns:r="http://schemas.openxmlformats.org/officeDocument/2006/relationships" r:id="Rb532737d3a084ec8"/>
  </p:notesMasterIdLst>
  <p:sldIdLst>
    <p:sldId xmlns:r="http://schemas.openxmlformats.org/officeDocument/2006/relationships" id="256" r:id="R4ff4ce00f4f8481d"/>
    <p:sldId xmlns:r="http://schemas.openxmlformats.org/officeDocument/2006/relationships" id="257" r:id="R84c409b28d444328"/>
    <p:sldId xmlns:r="http://schemas.openxmlformats.org/officeDocument/2006/relationships" id="258" r:id="R4b22b92d412c4048"/>
    <p:sldId xmlns:r="http://schemas.openxmlformats.org/officeDocument/2006/relationships" id="259" r:id="Re15420f65364470c"/>
    <p:sldId xmlns:r="http://schemas.openxmlformats.org/officeDocument/2006/relationships" id="260" r:id="Rf21e82ee858c4e36"/>
    <p:sldId xmlns:r="http://schemas.openxmlformats.org/officeDocument/2006/relationships" id="261" r:id="Re33a42b27d0847c0"/>
    <p:sldId xmlns:r="http://schemas.openxmlformats.org/officeDocument/2006/relationships" id="262" r:id="R0d25695a01234150"/>
    <p:sldId xmlns:r="http://schemas.openxmlformats.org/officeDocument/2006/relationships" id="263" r:id="R5662006f23f44d1e"/>
    <p:sldId xmlns:r="http://schemas.openxmlformats.org/officeDocument/2006/relationships" id="264" r:id="R781febe6e23549ce"/>
    <p:sldId xmlns:r="http://schemas.openxmlformats.org/officeDocument/2006/relationships" id="265" r:id="Ref742ffac3b847d2"/>
    <p:sldId xmlns:r="http://schemas.openxmlformats.org/officeDocument/2006/relationships" id="266" r:id="Rbea5e1ec524d42b5"/>
    <p:sldId xmlns:r="http://schemas.openxmlformats.org/officeDocument/2006/relationships" id="267" r:id="R4077029771e3474f"/>
    <p:sldId xmlns:r="http://schemas.openxmlformats.org/officeDocument/2006/relationships" id="268" r:id="R56eabd976b2d432b"/>
    <p:sldId xmlns:r="http://schemas.openxmlformats.org/officeDocument/2006/relationships" id="269" r:id="R5402f628c4c24331"/>
    <p:sldId xmlns:r="http://schemas.openxmlformats.org/officeDocument/2006/relationships" id="270" r:id="R63e8addb47b24eab"/>
    <p:sldId xmlns:r="http://schemas.openxmlformats.org/officeDocument/2006/relationships" id="271" r:id="R30568a653b0344f0"/>
    <p:sldId xmlns:r="http://schemas.openxmlformats.org/officeDocument/2006/relationships" id="272" r:id="R2d27a2b3ee1e4b57"/>
    <p:sldId xmlns:r="http://schemas.openxmlformats.org/officeDocument/2006/relationships" id="273" r:id="R2221b30348cf44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f7fc1f1ba242fa" /><Relationship Type="http://schemas.openxmlformats.org/officeDocument/2006/relationships/slideMaster" Target="/ppt/slideMasters/slideMaster1.xml" Id="R71f73a60bbae46b1" /><Relationship Type="http://schemas.openxmlformats.org/officeDocument/2006/relationships/notesMaster" Target="/ppt/notesMasters/notesMaster1.xml" Id="Rb532737d3a084ec8" /><Relationship Type="http://schemas.openxmlformats.org/officeDocument/2006/relationships/presProps" Target="/ppt/presProps.xml" Id="Redf54445e0d94fbf" /><Relationship Type="http://schemas.openxmlformats.org/officeDocument/2006/relationships/tableStyles" Target="/ppt/tableStyles.xml" Id="R85a090502e7e4113" /><Relationship Type="http://schemas.openxmlformats.org/officeDocument/2006/relationships/slide" Target="/ppt/slides/slide1.xml" Id="R4ff4ce00f4f8481d" /><Relationship Type="http://schemas.openxmlformats.org/officeDocument/2006/relationships/slide" Target="/ppt/slides/slide2.xml" Id="R84c409b28d444328" /><Relationship Type="http://schemas.openxmlformats.org/officeDocument/2006/relationships/slide" Target="/ppt/slides/slide3.xml" Id="R4b22b92d412c4048" /><Relationship Type="http://schemas.openxmlformats.org/officeDocument/2006/relationships/slide" Target="/ppt/slides/slide4.xml" Id="Re15420f65364470c" /><Relationship Type="http://schemas.openxmlformats.org/officeDocument/2006/relationships/slide" Target="/ppt/slides/slide5.xml" Id="Rf21e82ee858c4e36" /><Relationship Type="http://schemas.openxmlformats.org/officeDocument/2006/relationships/slide" Target="/ppt/slides/slide6.xml" Id="Re33a42b27d0847c0" /><Relationship Type="http://schemas.openxmlformats.org/officeDocument/2006/relationships/slide" Target="/ppt/slides/slide7.xml" Id="R0d25695a01234150" /><Relationship Type="http://schemas.openxmlformats.org/officeDocument/2006/relationships/slide" Target="/ppt/slides/slide8.xml" Id="R5662006f23f44d1e" /><Relationship Type="http://schemas.openxmlformats.org/officeDocument/2006/relationships/slide" Target="/ppt/slides/slide9.xml" Id="R781febe6e23549ce" /><Relationship Type="http://schemas.openxmlformats.org/officeDocument/2006/relationships/slide" Target="/ppt/slides/slide10.xml" Id="Ref742ffac3b847d2" /><Relationship Type="http://schemas.openxmlformats.org/officeDocument/2006/relationships/slide" Target="/ppt/slides/slide11.xml" Id="Rbea5e1ec524d42b5" /><Relationship Type="http://schemas.openxmlformats.org/officeDocument/2006/relationships/slide" Target="/ppt/slides/slide12.xml" Id="R4077029771e3474f" /><Relationship Type="http://schemas.openxmlformats.org/officeDocument/2006/relationships/slide" Target="/ppt/slides/slide13.xml" Id="R56eabd976b2d432b" /><Relationship Type="http://schemas.openxmlformats.org/officeDocument/2006/relationships/slide" Target="/ppt/slides/slide14.xml" Id="R5402f628c4c24331" /><Relationship Type="http://schemas.openxmlformats.org/officeDocument/2006/relationships/slide" Target="/ppt/slides/slide15.xml" Id="R63e8addb47b24eab" /><Relationship Type="http://schemas.openxmlformats.org/officeDocument/2006/relationships/slide" Target="/ppt/slides/slide16.xml" Id="R30568a653b0344f0" /><Relationship Type="http://schemas.openxmlformats.org/officeDocument/2006/relationships/slide" Target="/ppt/slides/slide17.xml" Id="R2d27a2b3ee1e4b57" /><Relationship Type="http://schemas.openxmlformats.org/officeDocument/2006/relationships/slide" Target="/ppt/slides/slide18.xml" Id="R2221b30348cf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7871dc9a3643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c1c5f4ae214acc" /><Relationship Type="http://schemas.openxmlformats.org/officeDocument/2006/relationships/notesMaster" Target="/ppt/notesMasters/notesMaster1.xml" Id="R4b22a6f286db48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c7e8bfa8e94aca" /><Relationship Type="http://schemas.openxmlformats.org/officeDocument/2006/relationships/notesMaster" Target="/ppt/notesMasters/notesMaster1.xml" Id="R9027ffaa12b245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fb096c69654383" /><Relationship Type="http://schemas.openxmlformats.org/officeDocument/2006/relationships/notesMaster" Target="/ppt/notesMasters/notesMaster1.xml" Id="R14240926192444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df868476344b0f" /><Relationship Type="http://schemas.openxmlformats.org/officeDocument/2006/relationships/notesMaster" Target="/ppt/notesMasters/notesMaster1.xml" Id="Rfc6aa34f0d0249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14d04b6eb14628" /><Relationship Type="http://schemas.openxmlformats.org/officeDocument/2006/relationships/notesMaster" Target="/ppt/notesMasters/notesMaster1.xml" Id="Rcf4c1140015e45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09b4ba2034130" /><Relationship Type="http://schemas.openxmlformats.org/officeDocument/2006/relationships/notesMaster" Target="/ppt/notesMasters/notesMaster1.xml" Id="R7264fbe42efb48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15b7914cc9446d" /><Relationship Type="http://schemas.openxmlformats.org/officeDocument/2006/relationships/notesMaster" Target="/ppt/notesMasters/notesMaster1.xml" Id="Rcb7ebb0d99a248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56cad854034870" /><Relationship Type="http://schemas.openxmlformats.org/officeDocument/2006/relationships/notesMaster" Target="/ppt/notesMasters/notesMaster1.xml" Id="R78998471245542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a1bdab0db24dd7" /><Relationship Type="http://schemas.openxmlformats.org/officeDocument/2006/relationships/notesMaster" Target="/ppt/notesMasters/notesMaster1.xml" Id="R9488b4e8f85344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49542523494b43" /><Relationship Type="http://schemas.openxmlformats.org/officeDocument/2006/relationships/notesMaster" Target="/ppt/notesMasters/notesMaster1.xml" Id="R8ec0b83256b74f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f9c3b3d8a949e1" /><Relationship Type="http://schemas.openxmlformats.org/officeDocument/2006/relationships/notesMaster" Target="/ppt/notesMasters/notesMaster1.xml" Id="Rcff904a4534041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1be2babc5444df" /><Relationship Type="http://schemas.openxmlformats.org/officeDocument/2006/relationships/notesMaster" Target="/ppt/notesMasters/notesMaster1.xml" Id="R3a994006822c4a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b93bda6f9f4659" /><Relationship Type="http://schemas.openxmlformats.org/officeDocument/2006/relationships/notesMaster" Target="/ppt/notesMasters/notesMaster1.xml" Id="Re6b389b88e1443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2e30ea1ee542d1" /><Relationship Type="http://schemas.openxmlformats.org/officeDocument/2006/relationships/notesMaster" Target="/ppt/notesMasters/notesMaster1.xml" Id="R206450eeeed64e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f08858797a4f68" /><Relationship Type="http://schemas.openxmlformats.org/officeDocument/2006/relationships/notesMaster" Target="/ppt/notesMasters/notesMaster1.xml" Id="R3aa62e815aef4e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d014a57712419e" /><Relationship Type="http://schemas.openxmlformats.org/officeDocument/2006/relationships/notesMaster" Target="/ppt/notesMasters/notesMaster1.xml" Id="R653d41eb41fd43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d3c4bd1fa14f28" /><Relationship Type="http://schemas.openxmlformats.org/officeDocument/2006/relationships/notesMaster" Target="/ppt/notesMasters/notesMaster1.xml" Id="Rfd1b45d1c7c649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85107a432b4d8c" /><Relationship Type="http://schemas.openxmlformats.org/officeDocument/2006/relationships/notesMaster" Target="/ppt/notesMasters/notesMaster1.xml" Id="R4c99129c1ef845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1455ef3054a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6ca55a3d0c4d8c" /><Relationship Type="http://schemas.openxmlformats.org/officeDocument/2006/relationships/slideLayout" Target="/ppt/slideLayouts/slideLayout1.xml" Id="R601bf337934b4c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bf337934b4c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b29c9c9624e03" /><Relationship Type="http://schemas.openxmlformats.org/officeDocument/2006/relationships/image" Target="/ppt/media/image.png" Id="Rc2b64a43521947b5" /><Relationship Type="http://schemas.openxmlformats.org/officeDocument/2006/relationships/image" Target="/ppt/media/image2.png" Id="R831035e37ddc46d2" /><Relationship Type="http://schemas.openxmlformats.org/officeDocument/2006/relationships/notesSlide" Target="/ppt/notesSlides/notesSlide1.xml" Id="Rad3e261b9a504b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c334112354959" /><Relationship Type="http://schemas.openxmlformats.org/officeDocument/2006/relationships/image" Target="/ppt/media/image3.png" Id="Raac18c1745134cf3" /><Relationship Type="http://schemas.openxmlformats.org/officeDocument/2006/relationships/notesSlide" Target="/ppt/notesSlides/notesSlide2.xml" Id="R23db83f2a9344b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2414b9bbd45f2" /><Relationship Type="http://schemas.openxmlformats.org/officeDocument/2006/relationships/image" Target="/ppt/media/image4.png" Id="R83d6ffdb55de4406" /><Relationship Type="http://schemas.openxmlformats.org/officeDocument/2006/relationships/notesSlide" Target="/ppt/notesSlides/notesSlide3.xml" Id="R20028fbedcfd4f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9357236b344af" /><Relationship Type="http://schemas.openxmlformats.org/officeDocument/2006/relationships/image" Target="/ppt/media/image5.png" Id="R1de2d30f310944b1" /><Relationship Type="http://schemas.openxmlformats.org/officeDocument/2006/relationships/notesSlide" Target="/ppt/notesSlides/notesSlide4.xml" Id="Rdf9d9a0a21e44a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8c82e58014980" /><Relationship Type="http://schemas.openxmlformats.org/officeDocument/2006/relationships/image" Target="/ppt/media/image6.png" Id="Rfa11715015804c66" /><Relationship Type="http://schemas.openxmlformats.org/officeDocument/2006/relationships/notesSlide" Target="/ppt/notesSlides/notesSlide5.xml" Id="Rc1a4512dcb204a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26ddb0514482e" /><Relationship Type="http://schemas.openxmlformats.org/officeDocument/2006/relationships/image" Target="/ppt/media/image7.png" Id="Rb923604c24f64eec" /><Relationship Type="http://schemas.openxmlformats.org/officeDocument/2006/relationships/notesSlide" Target="/ppt/notesSlides/notesSlide6.xml" Id="Rd0b036e259944f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4855c442643bb" /><Relationship Type="http://schemas.openxmlformats.org/officeDocument/2006/relationships/image" Target="/ppt/media/image8.png" Id="Rc1188e95163d4351" /><Relationship Type="http://schemas.openxmlformats.org/officeDocument/2006/relationships/notesSlide" Target="/ppt/notesSlides/notesSlide7.xml" Id="Rf09645ea4a664d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153c908c6488a" /><Relationship Type="http://schemas.openxmlformats.org/officeDocument/2006/relationships/image" Target="/ppt/media/image9.png" Id="R8aa2b594a0a74125" /><Relationship Type="http://schemas.openxmlformats.org/officeDocument/2006/relationships/notesSlide" Target="/ppt/notesSlides/notesSlide8.xml" Id="R39974f0d24a749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5028b1e4b4fa4" /><Relationship Type="http://schemas.openxmlformats.org/officeDocument/2006/relationships/image" Target="/ppt/media/image10.png" Id="R32db2f2281cf4681" /><Relationship Type="http://schemas.openxmlformats.org/officeDocument/2006/relationships/notesSlide" Target="/ppt/notesSlides/notesSlide9.xml" Id="R9a6d4e48001b48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524d719cd44c3" /><Relationship Type="http://schemas.openxmlformats.org/officeDocument/2006/relationships/image" Target="/ppt/media/image11.png" Id="Rede0326540af4a27" /><Relationship Type="http://schemas.openxmlformats.org/officeDocument/2006/relationships/notesSlide" Target="/ppt/notesSlides/notesSlide10.xml" Id="R69e4c5213bc144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87eadc3af474f" /><Relationship Type="http://schemas.openxmlformats.org/officeDocument/2006/relationships/image" Target="/ppt/media/image12.png" Id="R14b61a1d6ce34e39" /><Relationship Type="http://schemas.openxmlformats.org/officeDocument/2006/relationships/notesSlide" Target="/ppt/notesSlides/notesSlide11.xml" Id="R3f746b796b52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a09a7e888469e" /><Relationship Type="http://schemas.openxmlformats.org/officeDocument/2006/relationships/image" Target="/ppt/media/image13.png" Id="R6395d43802ad46b5" /><Relationship Type="http://schemas.openxmlformats.org/officeDocument/2006/relationships/notesSlide" Target="/ppt/notesSlides/notesSlide12.xml" Id="Re6cbc8fbca7e45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9474e31454ed6" /><Relationship Type="http://schemas.openxmlformats.org/officeDocument/2006/relationships/image" Target="/ppt/media/image14.png" Id="Rfd7b4d16b77c4613" /><Relationship Type="http://schemas.openxmlformats.org/officeDocument/2006/relationships/notesSlide" Target="/ppt/notesSlides/notesSlide13.xml" Id="R1c61a1e89f564b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e7af43f8c4964" /><Relationship Type="http://schemas.openxmlformats.org/officeDocument/2006/relationships/image" Target="/ppt/media/image15.png" Id="Rcd6143fb035b4499" /><Relationship Type="http://schemas.openxmlformats.org/officeDocument/2006/relationships/notesSlide" Target="/ppt/notesSlides/notesSlide14.xml" Id="R787d5e741f0f4f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b031f41444ea0" /><Relationship Type="http://schemas.openxmlformats.org/officeDocument/2006/relationships/image" Target="/ppt/media/image16.png" Id="R0d73c99de09d412e" /><Relationship Type="http://schemas.openxmlformats.org/officeDocument/2006/relationships/notesSlide" Target="/ppt/notesSlides/notesSlide15.xml" Id="Rd00708fa470943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00c02133542dc" /><Relationship Type="http://schemas.openxmlformats.org/officeDocument/2006/relationships/image" Target="/ppt/media/image17.png" Id="R785467e1e47248e4" /><Relationship Type="http://schemas.openxmlformats.org/officeDocument/2006/relationships/notesSlide" Target="/ppt/notesSlides/notesSlide16.xml" Id="R3bf2c0654e3444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e81a1f73a49f2" /><Relationship Type="http://schemas.openxmlformats.org/officeDocument/2006/relationships/image" Target="/ppt/media/image18.png" Id="R9d733dd0de8c4afc" /><Relationship Type="http://schemas.openxmlformats.org/officeDocument/2006/relationships/notesSlide" Target="/ppt/notesSlides/notesSlide17.xml" Id="R1dae2d4ab48f42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ed5404e274ea5" /><Relationship Type="http://schemas.openxmlformats.org/officeDocument/2006/relationships/image" Target="/ppt/media/image19.png" Id="Ra22bdd39b1774d06" /><Relationship Type="http://schemas.openxmlformats.org/officeDocument/2006/relationships/notesSlide" Target="/ppt/notesSlides/notesSlide18.xml" Id="R5afe3131d3c443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2.5   /   LESSON 03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TRANSLATION STUDIO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64a43521947b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Compilers and interpreters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can a CPU not simply follow a Python source file as written?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035e37ddc46d2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18c1745134cf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programs need translation.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how compilers and interpreters work.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Justify a translator choice using the task requirements.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6ffdb55de440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programmer writes total = price * quantity. Identify the source code and explain why the CPU needs another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2d30f310944b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written statement is source code. The CPU executes instructions in its own machine-code instruction set.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1715015804c6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Compiler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Interpreter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3604c24f64ee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Compiler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translator that processes a program into target code before that translated program runs.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Interpreter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Software that translates and executes source instructions as the program runs.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2.5   /   LESSON 03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88e95163d435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Translation studio in Topic 2.5.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2b594a0a7412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Check that each reason links a specific characteristic or tool to the task.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b2f2281cf468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move on to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0326540af4a2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Choosing a route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interpreter supports quick edit-and-run cycles without a separate full compilation step.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61a1d6ce34e3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Why translate?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Saving keeps the source text. It does not itself translate the program into instructions the CPU can execute.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The compiler route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Users can run the translated program repeatedly without translating the whole source again each time.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The interpreter route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programmer can edit source and test it without a separate whole-program compilation step.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5d43802ad46b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Errors at different stages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No. The code can obey syntax rules while implementing the wrong calculation. Test its outputs against expected results.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Time and distribution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Usually no. They need a compatible system and any required runtime libraries, but not the original compiler.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Choosing a route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interpreter supports quick edit-and-run cycles without a separate full compilation step.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b4d16b77c461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Quickly retest a changed source statement: Interpretation supports short edit-and-run cycles. Run a finished program many times: A compiled build avoids repeating source translation. A translated program gives the wrong answer: Logic still needs testing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Translation does not replace testing. A compiled program may need a compatible runtime library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143fb035b449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State why a high-level program needs a translator. [2]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Describe two differences between a compiler and an interpreter in the GCSE model. [4]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3c99de09d412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program compiles but calculates tax incorrectly. Explain why testing is still needed.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467e1e47248e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The CPU executes machine code. The translator processes high-level source into a form that can be executed.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A compiler translates the source program before execution. An interpreter translates and executes instructions during execution. A compiled build can run again without retranslating the source each time. Interpretation requires the interpreter or suitable runtime when running the source.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33dd0de8c4af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program may contain a logic error despite valid syntax.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Testing compares actual results with expected results to identify the fault.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03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bdd39b1774d0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programs need translation.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how compilers and interpreters work.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Justify a translator choice using the task requirements.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2026-09-26T07:59:16.7840000Z</dcterms:created>
  <dcterms:modified xsi:type="dcterms:W3CDTF">2026-09-26T07:59:16.7840000Z</dcterms:modified>
</coreProperties>
</file>
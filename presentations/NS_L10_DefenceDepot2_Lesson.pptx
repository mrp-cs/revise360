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10: Defence depot 2.
Open the experience at revise360.co.uk and hand out NS_L10_DefenceDepot2_Worksheet.docx.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Passwords.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Encryption.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Physical security.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Backups and updates.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Match the defence.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Layers of defence.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10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Defence depot 2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second half of the depot: passwords, encryption and physical security. Then the real skill: choosing the right defence for each threat, and layering them so one failure isn't a disaster.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1  |  Computer systems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can we protect ourselves against hackers?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passwords, encryption and physical security help against cyberattack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 able to choose suitable protections for a given threat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5137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535424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535424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Password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304288" y="4535424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04288" y="453542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Encryption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52544" y="4535424"/>
            <a:ext cx="294436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52544" y="4535424"/>
            <a:ext cx="2944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Physical security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424928" y="4535424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24928" y="4535424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Backups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034272" y="4535424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034272" y="453542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Two-factor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company has been hit by ransomware and lost a week of work. List the three changes you would insist on before it reopens.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Defence depot 2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Passwords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Long passwords, ideally passphrases, with a mix of characters.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Different password for every account, never shared or written down.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Backed up by lockouts and two-factor authentication.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a situation where a password alone isn't enough.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Passwords protect systems by...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Encryption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Scrambles data so it can't be understood without the key.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Protects data in transit (HTTPS, WPA2, VPN) and at rest (encrypted drives).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doesn't stop data being stolen: it makes stolen data useless.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Give an example of when each type of encryption would be used.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Encryption protects...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Physical security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Locked doors, server cabinets and equipment cages.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Keycards, visitor passes, CCTV and staffed reception desks.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Locking screens, shredding printouts and secure disposal of old drives.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Survey your classroom: what physical security can you see?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Physical security means...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Backups and updates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Regular backups mean ransomware doesn't have to be paid.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 at least one backup disconnected or off-site.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Patching software closes the weaknesses worms and attackers use.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why a backup stored on the same computer isn't much use.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Backups and updates help because...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Match the defence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threat has defences that work best against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Most real protection comes from combining several.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Your task: place each protection with the threat it stops.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Complete the matching task on your worksheet.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best defence for each threat is...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Layers of defence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single protection stops everything, and any one can fail.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Layering means an attacker has to beat several defences in a row.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Technology, people and physical measures all matter.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three layers protecting a school's data, from the door to the database.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Layered security means...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the defences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security measures are waiting to be installed. Tap the star and sort each one into the type of protection it is.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Change it only when needed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Modern advice is to stop forcing regular password changes: it pushes people towards weak, predictable patterns. Change passwords when there's a reason.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Encryption by default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Messaging apps like WhatsApp and Signal use end-to-end encryption, so even the company running the service can't read the messages.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cleaner test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Security teams ask: could someone dressed as a cleaner walk in and plug something into a server? Often the answer used to be yes.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your backups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backup that has never been restored isn't a backup. Organisations practise restoring, so they know it works before they need it.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how encryption protects data stored on a stolen laptop.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Give two examples of physical security and state what each one prevents.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company has lost data to ransomware. Recommend three measures it should introduce, and justify each one.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[6]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 Network security  |  Lesson 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Passwords and encryption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Physical security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the right defence for a threat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Defence depot 2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1.4 Network security  |  Lesson 10 — Defence depot 2</dc:title>
  <dc:subject>OCR J277 GCSE Computer Science</dc:subject>
  <dc:creator>Revise 360 Ltd</dc:creator>
  <cp:lastModifiedBy>Revise 360 Ltd</cp:lastModifiedBy>
  <cp:revision>1</cp:revision>
  <dcterms:created xsi:type="dcterms:W3CDTF">2026-10-01T02:34:50Z</dcterms:created>
  <dcterms:modified xsi:type="dcterms:W3CDTF">2026-10-01T02:34:50Z</dcterms:modified>
</cp:coreProperties>
</file>
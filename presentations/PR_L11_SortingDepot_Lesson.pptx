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Sorting depot.
Open the experience at revise360.co.uk and hand out PR_L11_SortingDepot_Worksheet.docx.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Sorting depot</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At the sorting depot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binary search needs its list to be in order before it starts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item a binary search looks at first, second and third while hunting for 31,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Sorting depot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 worth having.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list adds only one more comparison, so a million items need about twenty.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with no swaps at all means the list is already in order, so the sort can stop there.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sort a hand of cards without ever being taught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but it needs extra memory to hold the pieces.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needs sorted data, so sort the list first and search it afterwards.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binary searching an unsorted list,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a linear search of unsorted data can still win.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have arrived at the depot.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searching one list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8 whole numbers into a list, puts them in order using a bubble sort, and prints the sorted list.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uses a binary search to look for a membership number the user types in, within a list of 10 numbers already in order,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Sorting depot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Sorting depot</dc:title>
  <dc:subject>OCR J277 GCSE Computer Science</dc:subject>
  <dc:creator>Revise 360 Ltd</dc:creator>
  <cp:lastModifiedBy>Revise 360 Ltd</cp:lastModifiedBy>
  <cp:revision>1</cp:revision>
  <dcterms:created xsi:type="dcterms:W3CDTF">2026-10-01T23:56:57Z</dcterms:created>
  <dcterms:modified xsi:type="dcterms:W3CDTF">2026-10-01T23:56:57Z</dcterms:modified>
</cp:coreProperties>
</file>
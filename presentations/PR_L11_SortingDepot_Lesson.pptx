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11: Sorting depot.
Open the experience at revise360.co.uk and hand out PR_L11_SortingDepot_Worksheet.docx.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Linear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Binary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Bubble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Insertion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Merge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Sorting depot</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You met these algorithms in topic 2.1 and traced them on paper. Now you will write them. At the sorting depot every search and every sort is yours to code, not just to describe.</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a binary search so much faster than a linear search on a long list, and what does using one cost you?</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linear search and a binary search</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bubble sort, an insertion sort and a merge sort each put a list in order</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why a binary search needs its list to be in order before it starts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Linear search</a:t>
            </a:r>
            <a:endParaRPr lang="en-US" sz="1200" dirty="0"/>
          </a:p>
        </p:txBody>
      </p:sp>
      <p:sp>
        <p:nvSpPr>
          <p:cNvPr id="19" name="Shape 17"/>
          <p:cNvSpPr/>
          <p:nvPr/>
        </p:nvSpPr>
        <p:spPr>
          <a:xfrm>
            <a:off x="3035808" y="5468112"/>
            <a:ext cx="235915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Binary search</a:t>
            </a:r>
            <a:endParaRPr lang="en-US" sz="1200" dirty="0"/>
          </a:p>
        </p:txBody>
      </p:sp>
      <p:sp>
        <p:nvSpPr>
          <p:cNvPr id="21" name="Shape 19"/>
          <p:cNvSpPr/>
          <p:nvPr/>
        </p:nvSpPr>
        <p:spPr>
          <a:xfrm>
            <a:off x="5522976" y="5468112"/>
            <a:ext cx="206654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522976"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Bubble sort</a:t>
            </a:r>
            <a:endParaRPr lang="en-US" sz="1200" dirty="0"/>
          </a:p>
        </p:txBody>
      </p:sp>
      <p:sp>
        <p:nvSpPr>
          <p:cNvPr id="23" name="Shape 21"/>
          <p:cNvSpPr/>
          <p:nvPr/>
        </p:nvSpPr>
        <p:spPr>
          <a:xfrm>
            <a:off x="7717536" y="5468112"/>
            <a:ext cx="2505456"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71753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Insertion sort</a:t>
            </a:r>
            <a:endParaRPr lang="en-US" sz="1200" dirty="0"/>
          </a:p>
        </p:txBody>
      </p:sp>
      <p:sp>
        <p:nvSpPr>
          <p:cNvPr id="25" name="Shape 23"/>
          <p:cNvSpPr/>
          <p:nvPr/>
        </p:nvSpPr>
        <p:spPr>
          <a:xfrm>
            <a:off x="10351008" y="5468112"/>
            <a:ext cx="1042416"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10351008"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Pass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The sorted list holds 3, 8, 12, 19, 24, 31, 40. Write down the item a binary search looks at first, second and third while hunting for 31, and how many comparisons that took.</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Sorting depot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Linear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linear search checks each item in turn until it finds the one it wants.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works on any list, in order or not, and reports the position or that nothing matched.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printing 'not found' inside the loop, once for every item that did not match.</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'not found' be decided after the loop has finished?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linear search over a million items may need a million comparisons, which is why sorted data is worth having.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Binary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binary search looks at the middle item, then throws away the half that cannot hold the answer.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only works on a list that is already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not moving low or high, which leaves the loop checking the same middle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much of the list can a binary search rule out with its first comparison?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Doubling the list adds only one more comparison, so a million items need about twenty.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Bubble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bubble sort compares each neighbouring pair and swaps them if they are the wrong way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Every pass pushes the largest remaining value to the end, so n items need up to n - 1 passes.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a swap that loses a value, because one side was overwritten before it was copied.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bubble sort know that it can stop early?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whole pass with no swaps at all means the list is already in order, so the sort can stop there.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Insertion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insertion sort takes the next item and slides it back into place among the sorted ones.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front of the list is always in order, and it grows by one item each time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overwriting an item instead of shifting it along to make room.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the list is already sorted part way through an insertion sort?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insertion sort is how most people sort a hand of cards without ever being taught to.</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Merge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merge sort splits the list in half over and over, then merges the pieces back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Merging compares the front of each sorted list and takes the smaller one each time.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stopping when one list runs out, instead of copying the rest of the other.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merging two sorted lists easier than sorting one unsorted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merge sort usually beats a bubble sort, but it needs extra memory to hold the pieces.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Count the comparisons to compare two algorithms fairly on exactly the same data.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binary search needs sorted data, so sort the list first and search it afterwards.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binary searching an unsorted list, which quietly gives the wrong answer.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an experiment that shows a binary search beating a linear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Sorting costs time too, so for one single search a linear search of unsorted data can still win.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algorithm?</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descriptions have arrived at the depot. Tap the star and sort each one into the algorithm it describes.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found flag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flag set to False before the loop is the tidiest way to report 'not found' exactly once.</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Whole middles only</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mid = (low + high) // 2 uses // so the middle is a whole number: a list index can never be 3.5.</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Swapping in one line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Python can swap two values in one line with a, b = b, a. Most languages need a third variable to hold one of them.</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Nearly sorted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On a list that is almost in order an insertion sort is very quick, because hardly anything has to move.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linear search prints Not found from inside its loop, so searching one list prints that message several times. State where the message should go instead, and explain why putting it there fixes the problem.</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8 whole numbers into a list, puts them in order using a bubble sort, and prints the sorted list.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uses a binary search to look for a membership number the user types in, within a list of 10 numbers already in order, and prints its position or Not found.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linear search and a binary search</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bubble, insertion or merge sort</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Explaining why a binary search needs sorted data</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Sorting depot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11 — Sorting depot</dc:title>
  <dc:subject>OCR J277 GCSE Computer Science</dc:subject>
  <dc:creator>Revise 360 Ltd</dc:creator>
  <cp:lastModifiedBy>Revise 360 Ltd</cp:lastModifiedBy>
  <cp:revision>1</cp:revision>
  <dcterms:created xsi:type="dcterms:W3CDTF">2026-10-02T05:55:28Z</dcterms:created>
  <dcterms:modified xsi:type="dcterms:W3CDTF">2026-10-02T05:55:28Z</dcterms:modified>
</cp:coreProperties>
</file>
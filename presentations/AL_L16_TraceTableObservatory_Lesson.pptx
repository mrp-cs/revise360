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bce59ddf34230" /><Relationship Type="http://schemas.openxmlformats.org/officeDocument/2006/relationships/extended-properties" Target="/docProps/app.xml" Id="R59d9be3c07384555" /><Relationship Type="http://schemas.openxmlformats.org/officeDocument/2006/relationships/officeDocument" Target="/ppt/presentation.xml" Id="R4873ca59c97743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ac1b6c72fb4bb5"/>
  </p:sldMasterIdLst>
  <p:notesMasterIdLst>
    <p:notesMasterId xmlns:r="http://schemas.openxmlformats.org/officeDocument/2006/relationships" r:id="R38722b7e380747d5"/>
  </p:notesMasterIdLst>
  <p:sldIdLst>
    <p:sldId xmlns:r="http://schemas.openxmlformats.org/officeDocument/2006/relationships" id="256" r:id="Ra6d8ed86724945b5"/>
    <p:sldId xmlns:r="http://schemas.openxmlformats.org/officeDocument/2006/relationships" id="257" r:id="R14e3951d32c8423b"/>
    <p:sldId xmlns:r="http://schemas.openxmlformats.org/officeDocument/2006/relationships" id="258" r:id="R201a5365fe5940d1"/>
    <p:sldId xmlns:r="http://schemas.openxmlformats.org/officeDocument/2006/relationships" id="259" r:id="R570f532610b54237"/>
    <p:sldId xmlns:r="http://schemas.openxmlformats.org/officeDocument/2006/relationships" id="260" r:id="R4a6e10dc40fd42eb"/>
    <p:sldId xmlns:r="http://schemas.openxmlformats.org/officeDocument/2006/relationships" id="261" r:id="R246cb81146be4431"/>
    <p:sldId xmlns:r="http://schemas.openxmlformats.org/officeDocument/2006/relationships" id="262" r:id="Rc05ac0330ae64ccf"/>
    <p:sldId xmlns:r="http://schemas.openxmlformats.org/officeDocument/2006/relationships" id="263" r:id="R588e4d025d634609"/>
    <p:sldId xmlns:r="http://schemas.openxmlformats.org/officeDocument/2006/relationships" id="264" r:id="R76d5e782cdef4b1e"/>
    <p:sldId xmlns:r="http://schemas.openxmlformats.org/officeDocument/2006/relationships" id="265" r:id="Rb1af96b8391e40fa"/>
    <p:sldId xmlns:r="http://schemas.openxmlformats.org/officeDocument/2006/relationships" id="266" r:id="Re7856acc7c804801"/>
    <p:sldId xmlns:r="http://schemas.openxmlformats.org/officeDocument/2006/relationships" id="267" r:id="R06cb28800b0e44ef"/>
    <p:sldId xmlns:r="http://schemas.openxmlformats.org/officeDocument/2006/relationships" id="268" r:id="Rb055d49f289d40ac"/>
    <p:sldId xmlns:r="http://schemas.openxmlformats.org/officeDocument/2006/relationships" id="269" r:id="R305cd2ed34a74b29"/>
    <p:sldId xmlns:r="http://schemas.openxmlformats.org/officeDocument/2006/relationships" id="270" r:id="R0bd07ef255864f3f"/>
    <p:sldId xmlns:r="http://schemas.openxmlformats.org/officeDocument/2006/relationships" id="271" r:id="Rf8e8bc203a8548d2"/>
    <p:sldId xmlns:r="http://schemas.openxmlformats.org/officeDocument/2006/relationships" id="272" r:id="Rd5288069dbef483c"/>
    <p:sldId xmlns:r="http://schemas.openxmlformats.org/officeDocument/2006/relationships" id="273" r:id="R85ed0e43313b47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5b1aafcd74df2" /><Relationship Type="http://schemas.openxmlformats.org/officeDocument/2006/relationships/slideMaster" Target="/ppt/slideMasters/slideMaster1.xml" Id="R05ac1b6c72fb4bb5" /><Relationship Type="http://schemas.openxmlformats.org/officeDocument/2006/relationships/notesMaster" Target="/ppt/notesMasters/notesMaster1.xml" Id="R38722b7e380747d5" /><Relationship Type="http://schemas.openxmlformats.org/officeDocument/2006/relationships/presProps" Target="/ppt/presProps.xml" Id="Rcac286682f18418e" /><Relationship Type="http://schemas.openxmlformats.org/officeDocument/2006/relationships/tableStyles" Target="/ppt/tableStyles.xml" Id="R48bc00c3b158416a" /><Relationship Type="http://schemas.openxmlformats.org/officeDocument/2006/relationships/slide" Target="/ppt/slides/slide1.xml" Id="Ra6d8ed86724945b5" /><Relationship Type="http://schemas.openxmlformats.org/officeDocument/2006/relationships/slide" Target="/ppt/slides/slide2.xml" Id="R14e3951d32c8423b" /><Relationship Type="http://schemas.openxmlformats.org/officeDocument/2006/relationships/slide" Target="/ppt/slides/slide3.xml" Id="R201a5365fe5940d1" /><Relationship Type="http://schemas.openxmlformats.org/officeDocument/2006/relationships/slide" Target="/ppt/slides/slide4.xml" Id="R570f532610b54237" /><Relationship Type="http://schemas.openxmlformats.org/officeDocument/2006/relationships/slide" Target="/ppt/slides/slide5.xml" Id="R4a6e10dc40fd42eb" /><Relationship Type="http://schemas.openxmlformats.org/officeDocument/2006/relationships/slide" Target="/ppt/slides/slide6.xml" Id="R246cb81146be4431" /><Relationship Type="http://schemas.openxmlformats.org/officeDocument/2006/relationships/slide" Target="/ppt/slides/slide7.xml" Id="Rc05ac0330ae64ccf" /><Relationship Type="http://schemas.openxmlformats.org/officeDocument/2006/relationships/slide" Target="/ppt/slides/slide8.xml" Id="R588e4d025d634609" /><Relationship Type="http://schemas.openxmlformats.org/officeDocument/2006/relationships/slide" Target="/ppt/slides/slide9.xml" Id="R76d5e782cdef4b1e" /><Relationship Type="http://schemas.openxmlformats.org/officeDocument/2006/relationships/slide" Target="/ppt/slides/slide10.xml" Id="Rb1af96b8391e40fa" /><Relationship Type="http://schemas.openxmlformats.org/officeDocument/2006/relationships/slide" Target="/ppt/slides/slide11.xml" Id="Re7856acc7c804801" /><Relationship Type="http://schemas.openxmlformats.org/officeDocument/2006/relationships/slide" Target="/ppt/slides/slide12.xml" Id="R06cb28800b0e44ef" /><Relationship Type="http://schemas.openxmlformats.org/officeDocument/2006/relationships/slide" Target="/ppt/slides/slide13.xml" Id="Rb055d49f289d40ac" /><Relationship Type="http://schemas.openxmlformats.org/officeDocument/2006/relationships/slide" Target="/ppt/slides/slide14.xml" Id="R305cd2ed34a74b29" /><Relationship Type="http://schemas.openxmlformats.org/officeDocument/2006/relationships/slide" Target="/ppt/slides/slide15.xml" Id="R0bd07ef255864f3f" /><Relationship Type="http://schemas.openxmlformats.org/officeDocument/2006/relationships/slide" Target="/ppt/slides/slide16.xml" Id="Rf8e8bc203a8548d2" /><Relationship Type="http://schemas.openxmlformats.org/officeDocument/2006/relationships/slide" Target="/ppt/slides/slide17.xml" Id="Rd5288069dbef483c" /><Relationship Type="http://schemas.openxmlformats.org/officeDocument/2006/relationships/slide" Target="/ppt/slides/slide18.xml" Id="R85ed0e43313b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b684ee4866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c00b77e93945d8" /><Relationship Type="http://schemas.openxmlformats.org/officeDocument/2006/relationships/notesMaster" Target="/ppt/notesMasters/notesMaster1.xml" Id="Rfa29e7315fa740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6a6585ed614404" /><Relationship Type="http://schemas.openxmlformats.org/officeDocument/2006/relationships/notesMaster" Target="/ppt/notesMasters/notesMaster1.xml" Id="Re8c5ebc87ed04c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cc7689d5542c7" /><Relationship Type="http://schemas.openxmlformats.org/officeDocument/2006/relationships/notesMaster" Target="/ppt/notesMasters/notesMaster1.xml" Id="R8f002b6bcc4544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8f7edb09fa4080" /><Relationship Type="http://schemas.openxmlformats.org/officeDocument/2006/relationships/notesMaster" Target="/ppt/notesMasters/notesMaster1.xml" Id="R33492f3e7d4e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ff4797def54acf" /><Relationship Type="http://schemas.openxmlformats.org/officeDocument/2006/relationships/notesMaster" Target="/ppt/notesMasters/notesMaster1.xml" Id="Ra505c166a48042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9393e528c2477b" /><Relationship Type="http://schemas.openxmlformats.org/officeDocument/2006/relationships/notesMaster" Target="/ppt/notesMasters/notesMaster1.xml" Id="Rb1d639efcf59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1ab25c1a224b18" /><Relationship Type="http://schemas.openxmlformats.org/officeDocument/2006/relationships/notesMaster" Target="/ppt/notesMasters/notesMaster1.xml" Id="Reb19aff984b34e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d7569df4ff4815" /><Relationship Type="http://schemas.openxmlformats.org/officeDocument/2006/relationships/notesMaster" Target="/ppt/notesMasters/notesMaster1.xml" Id="Raeb494438ee842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adb5ef02cd4f14" /><Relationship Type="http://schemas.openxmlformats.org/officeDocument/2006/relationships/notesMaster" Target="/ppt/notesMasters/notesMaster1.xml" Id="R31778312614845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15631a56f04efe" /><Relationship Type="http://schemas.openxmlformats.org/officeDocument/2006/relationships/notesMaster" Target="/ppt/notesMasters/notesMaster1.xml" Id="R957b9097364547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2c0fa1e9ce4e15" /><Relationship Type="http://schemas.openxmlformats.org/officeDocument/2006/relationships/notesMaster" Target="/ppt/notesMasters/notesMaster1.xml" Id="R57b7d6889f9747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56bf37ed8c4733" /><Relationship Type="http://schemas.openxmlformats.org/officeDocument/2006/relationships/notesMaster" Target="/ppt/notesMasters/notesMaster1.xml" Id="R3cdcbddb900940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d9642eed2d42ad" /><Relationship Type="http://schemas.openxmlformats.org/officeDocument/2006/relationships/notesMaster" Target="/ppt/notesMasters/notesMaster1.xml" Id="Ra3e51fa8a8c840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4a482136e4f4384" /><Relationship Type="http://schemas.openxmlformats.org/officeDocument/2006/relationships/notesMaster" Target="/ppt/notesMasters/notesMaster1.xml" Id="R6c76ebae277e42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32f8d0d189460f" /><Relationship Type="http://schemas.openxmlformats.org/officeDocument/2006/relationships/notesMaster" Target="/ppt/notesMasters/notesMaster1.xml" Id="R0dde2e5e63c245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f2b07d6f9f4be7" /><Relationship Type="http://schemas.openxmlformats.org/officeDocument/2006/relationships/notesMaster" Target="/ppt/notesMasters/notesMaster1.xml" Id="R2bfea28c250747a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01776b947f4285" /><Relationship Type="http://schemas.openxmlformats.org/officeDocument/2006/relationships/notesMaster" Target="/ppt/notesMasters/notesMaster1.xml" Id="R8b3f486db8af4d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320eb847744be8" /><Relationship Type="http://schemas.openxmlformats.org/officeDocument/2006/relationships/notesMaster" Target="/ppt/notesMasters/notesMaster1.xml" Id="R96d4238367e549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16: Trace tables.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2d565390c4c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9b0bbf2c3f48c7" /><Relationship Type="http://schemas.openxmlformats.org/officeDocument/2006/relationships/slideLayout" Target="/ppt/slideLayouts/slideLayout1.xml" Id="R6e9d2ab9510a4a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9d2ab9510a4a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20ddf073b4e37" /><Relationship Type="http://schemas.openxmlformats.org/officeDocument/2006/relationships/image" Target="/ppt/media/image.png" Id="R77e272f0df58479f" /><Relationship Type="http://schemas.openxmlformats.org/officeDocument/2006/relationships/image" Target="/ppt/media/image.jpeg" Id="R3e92307db100472a" /><Relationship Type="http://schemas.openxmlformats.org/officeDocument/2006/relationships/notesSlide" Target="/ppt/notesSlides/notesSlide1.xml" Id="Rcf1b700ee46648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2f9fa51d04229" /><Relationship Type="http://schemas.openxmlformats.org/officeDocument/2006/relationships/image" Target="/ppt/media/image2.png" Id="R1051aded0f45436b" /><Relationship Type="http://schemas.openxmlformats.org/officeDocument/2006/relationships/notesSlide" Target="/ppt/notesSlides/notesSlide2.xml" Id="Rcb49470c138246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276b2764f4087" /><Relationship Type="http://schemas.openxmlformats.org/officeDocument/2006/relationships/image" Target="/ppt/media/image3.png" Id="Rbb2361afe39c4e74" /><Relationship Type="http://schemas.openxmlformats.org/officeDocument/2006/relationships/notesSlide" Target="/ppt/notesSlides/notesSlide3.xml" Id="R23a97ac34aa544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1311f480147fb" /><Relationship Type="http://schemas.openxmlformats.org/officeDocument/2006/relationships/image" Target="/ppt/media/image4.png" Id="Rc1536a4071d347c8" /><Relationship Type="http://schemas.openxmlformats.org/officeDocument/2006/relationships/notesSlide" Target="/ppt/notesSlides/notesSlide4.xml" Id="Rf7268a6a9ee445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2788c5365461c" /><Relationship Type="http://schemas.openxmlformats.org/officeDocument/2006/relationships/image" Target="/ppt/media/image5.png" Id="R7107fd33c423457b" /><Relationship Type="http://schemas.openxmlformats.org/officeDocument/2006/relationships/notesSlide" Target="/ppt/notesSlides/notesSlide5.xml" Id="Re0545585438447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781c306674487" /><Relationship Type="http://schemas.openxmlformats.org/officeDocument/2006/relationships/image" Target="/ppt/media/image6.png" Id="R365b90f114704731" /><Relationship Type="http://schemas.openxmlformats.org/officeDocument/2006/relationships/notesSlide" Target="/ppt/notesSlides/notesSlide6.xml" Id="R15b0a2e28295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4f0766d49467a" /><Relationship Type="http://schemas.openxmlformats.org/officeDocument/2006/relationships/image" Target="/ppt/media/image7.png" Id="Rb59733206cab4ece" /><Relationship Type="http://schemas.openxmlformats.org/officeDocument/2006/relationships/notesSlide" Target="/ppt/notesSlides/notesSlide7.xml" Id="R26426995cec24f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1597ab3134f56" /><Relationship Type="http://schemas.openxmlformats.org/officeDocument/2006/relationships/image" Target="/ppt/media/image8.png" Id="Reb5dd9459cfe4cf6" /><Relationship Type="http://schemas.openxmlformats.org/officeDocument/2006/relationships/notesSlide" Target="/ppt/notesSlides/notesSlide8.xml" Id="R2216b77b5f444b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30da06fa24b86" /><Relationship Type="http://schemas.openxmlformats.org/officeDocument/2006/relationships/image" Target="/ppt/media/image9.png" Id="Rceead854c68d449b" /><Relationship Type="http://schemas.openxmlformats.org/officeDocument/2006/relationships/notesSlide" Target="/ppt/notesSlides/notesSlide9.xml" Id="R6347064bd1e0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a5dd8b75447c6" /><Relationship Type="http://schemas.openxmlformats.org/officeDocument/2006/relationships/image" Target="/ppt/media/image10.png" Id="R53d87a35515d43df" /><Relationship Type="http://schemas.openxmlformats.org/officeDocument/2006/relationships/notesSlide" Target="/ppt/notesSlides/notesSlide10.xml" Id="Rfb53f05471944b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705f02d244951" /><Relationship Type="http://schemas.openxmlformats.org/officeDocument/2006/relationships/image" Target="/ppt/media/image11.png" Id="R225cef7bd96b4945" /><Relationship Type="http://schemas.openxmlformats.org/officeDocument/2006/relationships/notesSlide" Target="/ppt/notesSlides/notesSlide11.xml" Id="R1c2a7b1a6e7348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450d20f1a4803" /><Relationship Type="http://schemas.openxmlformats.org/officeDocument/2006/relationships/image" Target="/ppt/media/image12.png" Id="Re5c774ecb5bc4804" /><Relationship Type="http://schemas.openxmlformats.org/officeDocument/2006/relationships/notesSlide" Target="/ppt/notesSlides/notesSlide12.xml" Id="R94de4f2f064c44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84fda09e44a10" /><Relationship Type="http://schemas.openxmlformats.org/officeDocument/2006/relationships/image" Target="/ppt/media/image13.png" Id="R1724172945f64e97" /><Relationship Type="http://schemas.openxmlformats.org/officeDocument/2006/relationships/notesSlide" Target="/ppt/notesSlides/notesSlide13.xml" Id="R6fe4202f594146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28aa573514a9e" /><Relationship Type="http://schemas.openxmlformats.org/officeDocument/2006/relationships/image" Target="/ppt/media/image14.png" Id="Rba27ed51a6784c65" /><Relationship Type="http://schemas.openxmlformats.org/officeDocument/2006/relationships/notesSlide" Target="/ppt/notesSlides/notesSlide14.xml" Id="R8a88883c533f4b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83382b46b4500" /><Relationship Type="http://schemas.openxmlformats.org/officeDocument/2006/relationships/image" Target="/ppt/media/image15.png" Id="Reb29c265ae534078" /><Relationship Type="http://schemas.openxmlformats.org/officeDocument/2006/relationships/notesSlide" Target="/ppt/notesSlides/notesSlide15.xml" Id="R5e662957ee734c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9fd2f190e4751" /><Relationship Type="http://schemas.openxmlformats.org/officeDocument/2006/relationships/image" Target="/ppt/media/image16.png" Id="Re5240b090ecd4bb3" /><Relationship Type="http://schemas.openxmlformats.org/officeDocument/2006/relationships/notesSlide" Target="/ppt/notesSlides/notesSlide16.xml" Id="R222a526ed34844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a54f4a3a7403b" /><Relationship Type="http://schemas.openxmlformats.org/officeDocument/2006/relationships/image" Target="/ppt/media/image17.png" Id="R1f5cf0d22d69491f" /><Relationship Type="http://schemas.openxmlformats.org/officeDocument/2006/relationships/notesSlide" Target="/ppt/notesSlides/notesSlide17.xml" Id="R2d9ceeba7f4f4e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a3bd33d3d4553" /><Relationship Type="http://schemas.openxmlformats.org/officeDocument/2006/relationships/image" Target="/ppt/media/image18.png" Id="R29911657b2244b8e" /><Relationship Type="http://schemas.openxmlformats.org/officeDocument/2006/relationships/notesSlide" Target="/ppt/notesSlides/notesSlide18.xml" Id="Rd09a7b676e1840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16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TRACE TABLE OBSERVATORY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272f0df58479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Trace tables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can you check what a program does without running it?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2307db100472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1aded0f45436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trace tables.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selection and nested iteration.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traces to locate logic errors.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361afe39c4e7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x = 2, x = x + 3, print(x). List each value stored in x and the output.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36a4071d347c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x is first 2 and then 5. The output is 5.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fd33c423457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table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Dry run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b90f11470473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Trace table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table recording variable values and outputs while stepping through an algorithm.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Dry run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Following an algorithm manually with chosen inputs.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733206cab4ec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Trace table observatory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dd9459cfe4cf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ad854c68d449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review mode to correct any mistakes. Write one correction and explain why the right answer fits. Then complete the plenary from memory.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d87a35515d43d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Locate a fault with a trace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total = total + value, which accumulates instead of replacing the total.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cef7bd96b494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Record each change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10, because only print(x) produces output.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Use current values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8. The current value of a is 9, so b becomes 9 - 1.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Trace only the chosen branch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 = 0 is skipped because x &gt;= 5 is true.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774ecb5bc480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Trace a running total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1, 3 and 6. The output after the loop is 6.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Trace nested loops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2, 3, 3, 4.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Locate a fault with a trace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total = total + value, which accumulates instead of replacing the total.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4172945f64e9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total = 0. For i = 1 to 3, add i * 2. What is printed after the loop?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12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n = 4. While n &gt; 1, print n then subtract 1. Outputs?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4, 3, 2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7ed51a6784c6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x = 5, y = x - 2, x = y * 4, print(x). State each assignment and the output. [4]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loop starts total = 0 and adds i for i = 1 to 4 inclusive. Give the total after each iteration. [4]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9c265ae53407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how a trace table can help find a logic error.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40b090ecd4bb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x = 5 (1), y = 3 (1), x = 12 (1), output 12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1 (1), 3 (1), 6 (1), 10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5cf0d22d69491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records intermediate values in execution order (1), so the first wrong value can be linked to the statement that produced it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16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11657b2244b8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Complete trace tables.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selection and nested iteration.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traces to locate logic errors.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2026-09-28T13:00:58.4840000Z</dcterms:created>
  <dcterms:modified xsi:type="dcterms:W3CDTF">2026-09-28T13:00:58.4840000Z</dcterms:modified>
</coreProperties>
</file>
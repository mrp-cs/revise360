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Waiting room.
Open the experience at revise360.co.uk and hand out PR_L05_WaitingRoom_Worksheet.docx.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Waiting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In the waiting room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Waiting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is an infinite loop, and it will freeze the program.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shape has a name of its own: input validation, which is the heart of topic 2.3.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items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guard: the value stands at the end of the data keeping watch.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items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scores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 clearly.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would you use to read a known number of parcel weights?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kinds are called iteration, and the exam expects you to name which one you have used.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validate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inside the loop, which prints a line for every item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a swimming session report needs before its loop starts.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 zero.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for a price, because a price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number, then repeats for as long as it is outside 1 to 50. When 99 is typed the program reports the same wrong number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lengths of rope in centimetres until 0 is typed, then prints how many lengths were read and their total length.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password until one of at least 8 characters is typed, and then prints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Waiting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Waiting room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
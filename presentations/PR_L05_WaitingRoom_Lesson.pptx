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5: Waiting room.
Open the experience at revise360.co.uk and hand out PR_L05_WaitingRoom_Worksheet.docx.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A loop with a condition.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Asking until it is right.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Sentinel values.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Counting inside a while.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Choosing for or while.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Putting it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Waiting room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Sometimes a program cannot know how many repeats it needs until it is already running. In the waiting room you will write condition-controlled loops that keep going until something changes.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 Python course  |  Beyond the OCR J277 specification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 you decide between a for loop and a while loop before you write a single line of code?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write a while loop and what makes it stop repeating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a validation loop keeps asking until the value typed in is acceptable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a sentinel value ends a loop when the amount of data is not known in advance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33832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Condition-controlled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59936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59936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76672" y="5468112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76672" y="54681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loop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56448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56448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Sentinel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912096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12096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sets count = 5, then a while loop runs for as long as count &gt; 0, and the only line inside the loop prints count. Describe what happens when this program runs, and write down the one line that is missing.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Waiting room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before you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task and its brief. Work out the inputs, what happens to them, and exactly what is printed.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and run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program in the editor and press Run to see what it does. Then press Check to mark it against the tests.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failures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fails tells you what was expected and what came out. Fix and run it again - that is what programmers 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loop with a condition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while repeats its block for as long as its condition stays True.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condition is tested before every pass, so a while loop can run no times at all.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never changing the condition inside the loop, which leaves it running forever.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has to change inside a while loop for it ever to stop?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loop whose condition never becomes False is an infinite loop, and it will freeze the program.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Asking until it is right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validation loop reads a value, then asks again for as long as it breaks the rules.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once above the loop, then read again at the bottom of 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leaving the second read out, so the same bad value is tested forever.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a validation loop need an input() in two different places?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shape has a name of its own: input validation, which is the heart of topic 2.3.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Sentinel values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sentinel is an agreed value meaning 'no more data', such as -1 or the word end.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loop keeps going until the sentinel arrives, however many items came before 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counting the sentinel itself as one of the real values.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must a sentinel be a value the real data can never take?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Sentinel means guard: the value stands at the end of the data keeping watch.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Counting inside a while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counter and a running total are set up before the loop and updated inside 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pass can count the items and test each one against a rule.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updating the counter after the loop has already finished.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would you count how many of the scores read reached 40?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while loop with a counter can do anything a for loop can, but a for loop says it more clearly.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Choosing for or while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for when the number of repeats is known before the loop starts.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while when it depends on the data, or on what the user chooses to type.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a while loop with its own counter where a for loop would be shorter and safer.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loop would you use to read a known number of parcel weights?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Both kinds are called iteration, and the exam expects you to name which one you have used.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every total and counter up before the loop, and report them after 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while loop can both validate what comes in and gather the figures you need.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reporting inside the loop, which prints a line for every item read.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the variables a swimming session report needs before its loop starts.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loop that reads until a sentinel copes with no data at all, as long as the totals start at zero.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or while?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jobs are waiting. Tap the star and decide whether each one needs a count-controlled for loop or a condition-controlled while loop.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Stuck forever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a program stops responding, an infinite loop is often why: the condition it waits for can never become False.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 again politely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good validation loop says what was wrong with the last answer, not just 'try again'.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Choosing a sentinel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-1 works for a price, because a price can never be negative. For a temperature it would be a terrible choice.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 or total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counter always adds 1. A running total adds whatever came in. Plenty of programs need both at once.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validation loop reads a number, then repeats for as long as it is outside 1 to 50. When 99 is typed the program reports the same wrong number over and over. State what has been left out of the loop, and where in the loop it belongs.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lengths of rope in centimetres until 0 is typed, then prints how many lengths were read and their total length.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[5]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keeps asking for a password until one of at least 8 characters is typed, and then prints Accepted.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Writing a while loop that stops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Writing a validation loop that asks again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Using a sentinel value to end a loop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Waiting room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|  Lesson 5 — Waiting room</dc:title>
  <dc:subject>OCR J277 GCSE Computer Science</dc:subject>
  <dc:creator>Revise 360 Ltd</dc:creator>
  <cp:lastModifiedBy>Revise 360 Ltd</cp:lastModifiedBy>
  <cp:revision>1</cp:revision>
  <dcterms:created xsi:type="dcterms:W3CDTF">2026-10-02T09:26:45Z</dcterms:created>
  <dcterms:modified xsi:type="dcterms:W3CDTF">2026-10-02T09:26:45Z</dcterms:modified>
</cp:coreProperties>
</file>
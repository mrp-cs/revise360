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Cyber defence HQ.
Open the experience at revise360.co.uk and hand out RP_L02_CyberDefenceHQ_Worksheet.docx.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Anticipating misuse.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When things go wrong.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Authentication.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Forgotten passwords and new users.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Bots and CAPTCHA.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Validate a password.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Only the real owner should be able to access that email account.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4, Forgotten passwords and new users, and work through its example again, aloud, with the class watching, then re-ask this question.
The course's own response to a wrong answer here: It proves you own the account before letting you change the password.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(rp-l02-s4-c1),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2.3 Producing robust programs  |  Lesson 2</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Cyber defence HQ</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Programs are under attack from careless users, clever attackers and automated bots. Find out how programmers anticipate misuse and use authentication to keep programs safe.</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can a program defend itself against careless users and deliberate attackers?</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what is meant by defensive design considerations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a range of problems that can occur when a program is running</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some authentication techniques programmers use</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2505456"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250545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Authentication</a:t>
            </a:r>
            <a:endParaRPr lang="en-US" sz="1200" dirty="0"/>
          </a:p>
        </p:txBody>
      </p:sp>
      <p:sp>
        <p:nvSpPr>
          <p:cNvPr id="19" name="Shape 17"/>
          <p:cNvSpPr/>
          <p:nvPr/>
        </p:nvSpPr>
        <p:spPr>
          <a:xfrm>
            <a:off x="3182112" y="5468112"/>
            <a:ext cx="3236976"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3182112" y="5468112"/>
            <a:ext cx="323697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Anticipating misuse</a:t>
            </a:r>
            <a:endParaRPr lang="en-US" sz="1200" dirty="0"/>
          </a:p>
        </p:txBody>
      </p:sp>
      <p:sp>
        <p:nvSpPr>
          <p:cNvPr id="21" name="Shape 19"/>
          <p:cNvSpPr/>
          <p:nvPr/>
        </p:nvSpPr>
        <p:spPr>
          <a:xfrm>
            <a:off x="6547104" y="5468112"/>
            <a:ext cx="1481328"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6547104"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CAPTCHA</a:t>
            </a:r>
            <a:endParaRPr lang="en-US" sz="1200" dirty="0"/>
          </a:p>
        </p:txBody>
      </p:sp>
      <p:sp>
        <p:nvSpPr>
          <p:cNvPr id="23" name="Shape 21"/>
          <p:cNvSpPr/>
          <p:nvPr/>
        </p:nvSpPr>
        <p:spPr>
          <a:xfrm>
            <a:off x="8156448" y="5468112"/>
            <a:ext cx="100584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8156448"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Bot</a:t>
            </a:r>
            <a:endParaRPr lang="en-US" sz="1200" dirty="0"/>
          </a:p>
        </p:txBody>
      </p:sp>
      <p:sp>
        <p:nvSpPr>
          <p:cNvPr id="25" name="Shape 23"/>
          <p:cNvSpPr/>
          <p:nvPr/>
        </p:nvSpPr>
        <p:spPr>
          <a:xfrm>
            <a:off x="9290304" y="5468112"/>
            <a:ext cx="1627632"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9290304" y="5468112"/>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Password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Think of three ways someone could get into a school computer account without ever breaking the software. How could the school stop each one?</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Cyber defence HQ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Anticipating misuse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Thinking ahead about how users might accidentally or deliberately misuse a program.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E.g. typing text where a number is expected, or clicking a button many times.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Plan for every eventuality.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List three ways a user might misuse a program that asks for their age.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Anticipating misuse means...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When things go wrong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Even with valid input, a program can crash: dividing by zero, a lost connection, a printer out of paper, or a full disk.</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Programmers use exception handling so the program copes instead of crashing.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Fill in the four problems shown on the wall.</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Problems that could crash a running program include...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Authentication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Checking a user is who they say they are before they can use a system.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Usually a username and password.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Strong passwords are long and mix upper and lower case, numbers and symbols.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the difference between validation and authentication.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Authentication means...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Forgotten passwords and new users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reset link or code can be sent to a registered email address or phone.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New users often confirm their email address before the account is activated.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Two-factor authentication adds a code sent to your phone.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is a reset link sent to your email, not shown on screen?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If a user forgets their password...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Bots and CAPTCHA</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Bots are programs that fill in forms automatically, e.g. to make fake accounts or guess passwords.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CAPTCHA tests like 'I'm not a robot' are easy for humans but hard for bots.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Audio CAPTCHAs help users who can't see the images.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would an attacker want a program that fills in forms automatically? Suggest two ways a website can stop one.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CAPTCHA is used to...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Validate a password</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must be at least 10 characters long.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must contain a digit and a letter.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 must not be one of the 100 most common passwords.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the first three lines of a password validation program.</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password is accepted if...</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Why does a website email a link to reset your password?</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Emails are faster than web pages</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It saves storage</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To show you adverts</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Only the real owner should be able to access that email account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Defend the program</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defences have been set up around the program. Tap the star and sort each one into validation, authentication or anticipating misuse.</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Most common password</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Lists of leaked passwords are still topped by '123456'. Attackers try these first, which is why systems should reject common passwords.</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Try and except</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 Python, try and except let a program catch an error, like a missing file, and show a message instead of crashing.</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Brute force maths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An 8-letter password using only lowercase letters has about 200 billion combinations. A computer can try that many surprisingly quickly.</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Password managers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password manager stores a different strong password for every site, so you only need to remember one master password.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what is meant by authentication, using an example.</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Describe two techniques a website can use to stop automated programs creating accounts.</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[4]</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program divides one number by another entered by the user. Explain how the programmer should handle a division by zero.</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What defensive design considerations are</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Problems that can occur when a program runs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Authentication techniques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Cyber defence HQ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 Producing robust programs  |  Lesson 2 — Cyber defence HQ</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
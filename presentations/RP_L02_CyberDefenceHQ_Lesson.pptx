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Cyber defence HQ.
Open the experience at revise360.co.uk and hand out RP_L02_CyberDefenceHQ_Worksheet.docx.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Anticipating misuse.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When things go wrong.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Authentication.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Forgotten passwords and new users.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Bots and CAPTCHA.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Validate a password.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Cyber defence HQ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Programs are under attack from careless users, clever attackers and automated bots. Find out how programmers anticipate misuse and use authentication to keep programs safe.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 defend itself against careless users and deliberate attackers?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what is meant by defensive design considerations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a range of problems that can occur when a program is running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some authentication techniques programmers use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82112" y="5468112"/>
            <a:ext cx="323697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82112" y="546811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Anticipating misuse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4710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4710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CAPTCHA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5644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29030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9030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Think of three ways someone could get into a school computer account without ever breaking the software. How could the school stop each one?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Cyber defence HQ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Anticipating misuse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Thinking ahead about how users might accidentally or deliberately misuse a program.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E.g. typing text where a number is expected, or clicking a button many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for every eventuality.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 three ways a user might misuse a program that asks for their age.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Anticipating misuse means...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things go wrong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 with valid input, a program can crash: dividing by zero, a lost connection, a printer out of paper, or a full disk.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Programmers use exception handling so the program copes instead of crashing.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Fill in the four problems shown on the wall.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Problems that could crash a running program include...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Authentication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Checking a user is who they say they are before they can use a system.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a username and password.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Strong passwords are long and mix upper and lower case, numbers and symbols.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the difference between validation and authentication.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Authentication means...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Forgotten passwords and new users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reset link or code can be sent to a registered email address or phone.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New users often confirm their email address before the account is activated.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Two-factor authentication adds a code sent to your phone.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a reset link sent to your email, not shown on screen?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user forgets their password...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Bots and CAPTCHA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Bots are programs that fill in forms automatically, e.g. to make fake accounts or guess passwords.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CAPTCHA tests like 'I'm not a robot' are easy for humans but hard for bots.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Audio CAPTCHAs help users who can't see the images.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an attacker want a program that fills in forms automatically? Suggest two ways a website can stop one.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CAPTCHA is used to...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 a password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must be at least 10 characters long.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must contain a digit and a letter.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must not be one of the 100 most common passwords.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first three lines of a password validation program.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password is accepted if...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Defend the program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defences have been set up around the program. Tap the star and sort each one into validation, authentication or anticipating misuse.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Most common password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Lists of leaked passwords are still topped by '123456'. Attackers try these first, which is why systems should reject common passwords.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Try and except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Python, try and except let a program catch an error, like a missing file, and show a message instead of crashing.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Brute force maths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8-letter password using only lowercase letters has about 200 billion combinations. A computer can try that many surprisingly quickly.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 managers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password manager stores a different strong password for every site, so you only need to remember one master password.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what is meant by authentication, using an example.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two techniques a website can use to stop automated programs creating accounts.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divides one number by another entered by the user. Explain how the programmer should handle a division by zero.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defensive design considerations are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Problems that can occur when a program runs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Authentication techniques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Cyber defence HQ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2.3 Producing robust programs  |  Lesson 2 — Cyber defence HQ</dc:title>
  <dc:subject>OCR J277 GCSE Computer Science</dc:subject>
  <dc:creator>Revise 360 Ltd</dc:creator>
  <cp:lastModifiedBy>Revise 360 Ltd</cp:lastModifiedBy>
  <cp:revision>1</cp:revision>
  <dcterms:created xsi:type="dcterms:W3CDTF">2026-10-01T02:34:51Z</dcterms:created>
  <dcterms:modified xsi:type="dcterms:W3CDTF">2026-10-01T02:34:51Z</dcterms:modified>
</cp:coreProperties>
</file>
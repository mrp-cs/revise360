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ce389e921c4f6d" /><Relationship Type="http://schemas.openxmlformats.org/officeDocument/2006/relationships/extended-properties" Target="/docProps/app.xml" Id="R337cd17d27fb4766" /><Relationship Type="http://schemas.openxmlformats.org/officeDocument/2006/relationships/officeDocument" Target="/ppt/presentation.xml" Id="R9b750fddfce545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33727fc30d4eb1"/>
  </p:sldMasterIdLst>
  <p:notesMasterIdLst>
    <p:notesMasterId xmlns:r="http://schemas.openxmlformats.org/officeDocument/2006/relationships" r:id="R8703908911274364"/>
  </p:notesMasterIdLst>
  <p:sldIdLst>
    <p:sldId xmlns:r="http://schemas.openxmlformats.org/officeDocument/2006/relationships" id="256" r:id="Rdda0c3f7aa0743c3"/>
    <p:sldId xmlns:r="http://schemas.openxmlformats.org/officeDocument/2006/relationships" id="257" r:id="R0aad7095096b480f"/>
    <p:sldId xmlns:r="http://schemas.openxmlformats.org/officeDocument/2006/relationships" id="258" r:id="R596480fa61934ed9"/>
    <p:sldId xmlns:r="http://schemas.openxmlformats.org/officeDocument/2006/relationships" id="259" r:id="Rb089b45e7f114b4f"/>
    <p:sldId xmlns:r="http://schemas.openxmlformats.org/officeDocument/2006/relationships" id="260" r:id="Rdef2efe467394e96"/>
    <p:sldId xmlns:r="http://schemas.openxmlformats.org/officeDocument/2006/relationships" id="261" r:id="Ra18089fff8bd4a75"/>
    <p:sldId xmlns:r="http://schemas.openxmlformats.org/officeDocument/2006/relationships" id="262" r:id="R9ebda09168b94fb7"/>
    <p:sldId xmlns:r="http://schemas.openxmlformats.org/officeDocument/2006/relationships" id="263" r:id="R3b83a607f2424f4f"/>
    <p:sldId xmlns:r="http://schemas.openxmlformats.org/officeDocument/2006/relationships" id="264" r:id="R9013431b31564b6e"/>
    <p:sldId xmlns:r="http://schemas.openxmlformats.org/officeDocument/2006/relationships" id="265" r:id="Rd31d9e3b9c914ffa"/>
    <p:sldId xmlns:r="http://schemas.openxmlformats.org/officeDocument/2006/relationships" id="266" r:id="R24fb68b0dc98490f"/>
    <p:sldId xmlns:r="http://schemas.openxmlformats.org/officeDocument/2006/relationships" id="267" r:id="R55eabe3375864faf"/>
    <p:sldId xmlns:r="http://schemas.openxmlformats.org/officeDocument/2006/relationships" id="268" r:id="Re6c20b422b274515"/>
    <p:sldId xmlns:r="http://schemas.openxmlformats.org/officeDocument/2006/relationships" id="269" r:id="Rd154253c96ae4e50"/>
    <p:sldId xmlns:r="http://schemas.openxmlformats.org/officeDocument/2006/relationships" id="270" r:id="R14d7c62cf16b4283"/>
    <p:sldId xmlns:r="http://schemas.openxmlformats.org/officeDocument/2006/relationships" id="271" r:id="R02ba04ba138f43fe"/>
    <p:sldId xmlns:r="http://schemas.openxmlformats.org/officeDocument/2006/relationships" id="272" r:id="R72d9861b4bb244e4"/>
    <p:sldId xmlns:r="http://schemas.openxmlformats.org/officeDocument/2006/relationships" id="273" r:id="R0b1f234f054f44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5bd95db5b94377" /><Relationship Type="http://schemas.openxmlformats.org/officeDocument/2006/relationships/slideMaster" Target="/ppt/slideMasters/slideMaster1.xml" Id="Rae33727fc30d4eb1" /><Relationship Type="http://schemas.openxmlformats.org/officeDocument/2006/relationships/notesMaster" Target="/ppt/notesMasters/notesMaster1.xml" Id="R8703908911274364" /><Relationship Type="http://schemas.openxmlformats.org/officeDocument/2006/relationships/presProps" Target="/ppt/presProps.xml" Id="Refce19efbe6b4b3c" /><Relationship Type="http://schemas.openxmlformats.org/officeDocument/2006/relationships/tableStyles" Target="/ppt/tableStyles.xml" Id="Rdd03902048c647f7" /><Relationship Type="http://schemas.openxmlformats.org/officeDocument/2006/relationships/slide" Target="/ppt/slides/slide1.xml" Id="Rdda0c3f7aa0743c3" /><Relationship Type="http://schemas.openxmlformats.org/officeDocument/2006/relationships/slide" Target="/ppt/slides/slide2.xml" Id="R0aad7095096b480f" /><Relationship Type="http://schemas.openxmlformats.org/officeDocument/2006/relationships/slide" Target="/ppt/slides/slide3.xml" Id="R596480fa61934ed9" /><Relationship Type="http://schemas.openxmlformats.org/officeDocument/2006/relationships/slide" Target="/ppt/slides/slide4.xml" Id="Rb089b45e7f114b4f" /><Relationship Type="http://schemas.openxmlformats.org/officeDocument/2006/relationships/slide" Target="/ppt/slides/slide5.xml" Id="Rdef2efe467394e96" /><Relationship Type="http://schemas.openxmlformats.org/officeDocument/2006/relationships/slide" Target="/ppt/slides/slide6.xml" Id="Ra18089fff8bd4a75" /><Relationship Type="http://schemas.openxmlformats.org/officeDocument/2006/relationships/slide" Target="/ppt/slides/slide7.xml" Id="R9ebda09168b94fb7" /><Relationship Type="http://schemas.openxmlformats.org/officeDocument/2006/relationships/slide" Target="/ppt/slides/slide8.xml" Id="R3b83a607f2424f4f" /><Relationship Type="http://schemas.openxmlformats.org/officeDocument/2006/relationships/slide" Target="/ppt/slides/slide9.xml" Id="R9013431b31564b6e" /><Relationship Type="http://schemas.openxmlformats.org/officeDocument/2006/relationships/slide" Target="/ppt/slides/slide10.xml" Id="Rd31d9e3b9c914ffa" /><Relationship Type="http://schemas.openxmlformats.org/officeDocument/2006/relationships/slide" Target="/ppt/slides/slide11.xml" Id="R24fb68b0dc98490f" /><Relationship Type="http://schemas.openxmlformats.org/officeDocument/2006/relationships/slide" Target="/ppt/slides/slide12.xml" Id="R55eabe3375864faf" /><Relationship Type="http://schemas.openxmlformats.org/officeDocument/2006/relationships/slide" Target="/ppt/slides/slide13.xml" Id="Re6c20b422b274515" /><Relationship Type="http://schemas.openxmlformats.org/officeDocument/2006/relationships/slide" Target="/ppt/slides/slide14.xml" Id="Rd154253c96ae4e50" /><Relationship Type="http://schemas.openxmlformats.org/officeDocument/2006/relationships/slide" Target="/ppt/slides/slide15.xml" Id="R14d7c62cf16b4283" /><Relationship Type="http://schemas.openxmlformats.org/officeDocument/2006/relationships/slide" Target="/ppt/slides/slide16.xml" Id="R02ba04ba138f43fe" /><Relationship Type="http://schemas.openxmlformats.org/officeDocument/2006/relationships/slide" Target="/ppt/slides/slide17.xml" Id="R72d9861b4bb244e4" /><Relationship Type="http://schemas.openxmlformats.org/officeDocument/2006/relationships/slide" Target="/ppt/slides/slide18.xml" Id="R0b1f234f054f44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3ba79e27f44e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88664506b44939" /><Relationship Type="http://schemas.openxmlformats.org/officeDocument/2006/relationships/notesMaster" Target="/ppt/notesMasters/notesMaster1.xml" Id="R96c18a9997ff4c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d80f467af44257" /><Relationship Type="http://schemas.openxmlformats.org/officeDocument/2006/relationships/notesMaster" Target="/ppt/notesMasters/notesMaster1.xml" Id="R463a2c06f9184c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a58510d179493d" /><Relationship Type="http://schemas.openxmlformats.org/officeDocument/2006/relationships/notesMaster" Target="/ppt/notesMasters/notesMaster1.xml" Id="R6e44abf53b4e4d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c6636e05024701" /><Relationship Type="http://schemas.openxmlformats.org/officeDocument/2006/relationships/notesMaster" Target="/ppt/notesMasters/notesMaster1.xml" Id="R53ad45e4960d48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f8dcdc399c46ae" /><Relationship Type="http://schemas.openxmlformats.org/officeDocument/2006/relationships/notesMaster" Target="/ppt/notesMasters/notesMaster1.xml" Id="Rc9479390716f46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cf8d70807c48fd" /><Relationship Type="http://schemas.openxmlformats.org/officeDocument/2006/relationships/notesMaster" Target="/ppt/notesMasters/notesMaster1.xml" Id="R1bf0a25ac2ac42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1f674ef42f4bd2" /><Relationship Type="http://schemas.openxmlformats.org/officeDocument/2006/relationships/notesMaster" Target="/ppt/notesMasters/notesMaster1.xml" Id="Rcf9153f6ea9342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4967adb37d480a" /><Relationship Type="http://schemas.openxmlformats.org/officeDocument/2006/relationships/notesMaster" Target="/ppt/notesMasters/notesMaster1.xml" Id="Rb6e33ecc67e64b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27d24ca44944ca" /><Relationship Type="http://schemas.openxmlformats.org/officeDocument/2006/relationships/notesMaster" Target="/ppt/notesMasters/notesMaster1.xml" Id="Ra2029b5761d94e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c2e351a8df452d" /><Relationship Type="http://schemas.openxmlformats.org/officeDocument/2006/relationships/notesMaster" Target="/ppt/notesMasters/notesMaster1.xml" Id="Rcf751f214fbf4f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1226334eab481f" /><Relationship Type="http://schemas.openxmlformats.org/officeDocument/2006/relationships/notesMaster" Target="/ppt/notesMasters/notesMaster1.xml" Id="R3896eefaeff946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eb293a8f4e240d0" /><Relationship Type="http://schemas.openxmlformats.org/officeDocument/2006/relationships/notesMaster" Target="/ppt/notesMasters/notesMaster1.xml" Id="R0b98035e545242f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a379daad3b64054" /><Relationship Type="http://schemas.openxmlformats.org/officeDocument/2006/relationships/notesMaster" Target="/ppt/notesMasters/notesMaster1.xml" Id="R1704cbb74c15441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ed114045ba458f" /><Relationship Type="http://schemas.openxmlformats.org/officeDocument/2006/relationships/notesMaster" Target="/ppt/notesMasters/notesMaster1.xml" Id="Rbd4fa9145a6e426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5e8b26106ff4cc8" /><Relationship Type="http://schemas.openxmlformats.org/officeDocument/2006/relationships/notesMaster" Target="/ppt/notesMasters/notesMaster1.xml" Id="Rac3d51c133ae476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9dacabfddfd4ed8" /><Relationship Type="http://schemas.openxmlformats.org/officeDocument/2006/relationships/notesMaster" Target="/ppt/notesMasters/notesMaster1.xml" Id="Rc2ce43f0b1eb487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cf5214f2b5b4992" /><Relationship Type="http://schemas.openxmlformats.org/officeDocument/2006/relationships/notesMaster" Target="/ppt/notesMasters/notesMaster1.xml" Id="Re6e659c4cc3847d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c6c3edf93634d17" /><Relationship Type="http://schemas.openxmlformats.org/officeDocument/2006/relationships/notesMaster" Target="/ppt/notesMasters/notesMaster1.xml" Id="Ra99c977ea6704b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7: Linear search.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7: Linear search.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7: Linear search.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7: Linear search.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7: Linear search.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7: Linear search.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7: Linear search.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>Allow approximately 25–30 minutes for the experience and worksheet. Pupils record facts in their own words.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7: Linear search.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7: Linear search.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7: Linear search.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7: Linear search.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7: Linear search.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7: Linear search.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7: Linear search.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>Close the experience before attempting the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7: Linear search.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7: Linear search.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7: Linear search.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7: Linear search.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c492ee2ca446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f84fad4c934bf7" /><Relationship Type="http://schemas.openxmlformats.org/officeDocument/2006/relationships/slideLayout" Target="/ppt/slideLayouts/slideLayout1.xml" Id="R2f0d6c44082343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0d6c44082343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9a93c30a74092" /><Relationship Type="http://schemas.openxmlformats.org/officeDocument/2006/relationships/image" Target="/ppt/media/image.png" Id="R7d0106bfdfa24f0e" /><Relationship Type="http://schemas.openxmlformats.org/officeDocument/2006/relationships/image" Target="/ppt/media/image.jpeg" Id="R1efd0f1156034a92" /><Relationship Type="http://schemas.openxmlformats.org/officeDocument/2006/relationships/notesSlide" Target="/ppt/notesSlides/notesSlide1.xml" Id="Refbe01a8b7544f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716635d794434" /><Relationship Type="http://schemas.openxmlformats.org/officeDocument/2006/relationships/image" Target="/ppt/media/image2.png" Id="Rac10fffe79da447e" /><Relationship Type="http://schemas.openxmlformats.org/officeDocument/2006/relationships/notesSlide" Target="/ppt/notesSlides/notesSlide2.xml" Id="Rdd0c8e3cb00f44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dbb7eb7db4d84" /><Relationship Type="http://schemas.openxmlformats.org/officeDocument/2006/relationships/image" Target="/ppt/media/image3.png" Id="R4018ea461741487f" /><Relationship Type="http://schemas.openxmlformats.org/officeDocument/2006/relationships/notesSlide" Target="/ppt/notesSlides/notesSlide3.xml" Id="Rb20e1e0e98e144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8adce8de74738" /><Relationship Type="http://schemas.openxmlformats.org/officeDocument/2006/relationships/image" Target="/ppt/media/image4.png" Id="R2cb9925a7a9e4ebc" /><Relationship Type="http://schemas.openxmlformats.org/officeDocument/2006/relationships/notesSlide" Target="/ppt/notesSlides/notesSlide4.xml" Id="Rb9658d7a6ee444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b7eba2f434dee" /><Relationship Type="http://schemas.openxmlformats.org/officeDocument/2006/relationships/image" Target="/ppt/media/image5.png" Id="R736fd2ea461d430c" /><Relationship Type="http://schemas.openxmlformats.org/officeDocument/2006/relationships/notesSlide" Target="/ppt/notesSlides/notesSlide5.xml" Id="R203bcc3516e840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321a2661c4a39" /><Relationship Type="http://schemas.openxmlformats.org/officeDocument/2006/relationships/image" Target="/ppt/media/image6.png" Id="Rabaff7cb75834acd" /><Relationship Type="http://schemas.openxmlformats.org/officeDocument/2006/relationships/notesSlide" Target="/ppt/notesSlides/notesSlide6.xml" Id="R7e981e92ea7740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d7558b865478e" /><Relationship Type="http://schemas.openxmlformats.org/officeDocument/2006/relationships/image" Target="/ppt/media/image7.png" Id="R7f4ed906bf9f40cd" /><Relationship Type="http://schemas.openxmlformats.org/officeDocument/2006/relationships/notesSlide" Target="/ppt/notesSlides/notesSlide7.xml" Id="R9ee9daa3efcb4f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9c24d310845ce" /><Relationship Type="http://schemas.openxmlformats.org/officeDocument/2006/relationships/image" Target="/ppt/media/image8.png" Id="Re842c2d4f0054c1d" /><Relationship Type="http://schemas.openxmlformats.org/officeDocument/2006/relationships/notesSlide" Target="/ppt/notesSlides/notesSlide8.xml" Id="Rd4871bee5dbd48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2a8d465084497" /><Relationship Type="http://schemas.openxmlformats.org/officeDocument/2006/relationships/image" Target="/ppt/media/image9.png" Id="R9c5da8d441164e5a" /><Relationship Type="http://schemas.openxmlformats.org/officeDocument/2006/relationships/notesSlide" Target="/ppt/notesSlides/notesSlide9.xml" Id="Rdd6f229d01ee47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fe98cc84a457d" /><Relationship Type="http://schemas.openxmlformats.org/officeDocument/2006/relationships/image" Target="/ppt/media/image10.png" Id="Rc51b54da1fe84b6f" /><Relationship Type="http://schemas.openxmlformats.org/officeDocument/2006/relationships/notesSlide" Target="/ppt/notesSlides/notesSlide10.xml" Id="Re869b16882f540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fdacf90dc4a05" /><Relationship Type="http://schemas.openxmlformats.org/officeDocument/2006/relationships/image" Target="/ppt/media/image11.png" Id="R230c0542a91d43a6" /><Relationship Type="http://schemas.openxmlformats.org/officeDocument/2006/relationships/notesSlide" Target="/ppt/notesSlides/notesSlide11.xml" Id="Ra3ae44d24e304f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d1be859994761" /><Relationship Type="http://schemas.openxmlformats.org/officeDocument/2006/relationships/image" Target="/ppt/media/image12.png" Id="Rf5cf6aac17224ecd" /><Relationship Type="http://schemas.openxmlformats.org/officeDocument/2006/relationships/notesSlide" Target="/ppt/notesSlides/notesSlide12.xml" Id="R66d039da26ee4c9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c5b93033c4e8e" /><Relationship Type="http://schemas.openxmlformats.org/officeDocument/2006/relationships/image" Target="/ppt/media/image13.png" Id="R8c454dba34214f14" /><Relationship Type="http://schemas.openxmlformats.org/officeDocument/2006/relationships/notesSlide" Target="/ppt/notesSlides/notesSlide13.xml" Id="Rd74194e735234eb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0460397c44647" /><Relationship Type="http://schemas.openxmlformats.org/officeDocument/2006/relationships/image" Target="/ppt/media/image14.png" Id="R56fb9a25636a43dc" /><Relationship Type="http://schemas.openxmlformats.org/officeDocument/2006/relationships/notesSlide" Target="/ppt/notesSlides/notesSlide14.xml" Id="R49d754dde2a6419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63872e6ed4403" /><Relationship Type="http://schemas.openxmlformats.org/officeDocument/2006/relationships/image" Target="/ppt/media/image15.png" Id="Rbd6343baad214079" /><Relationship Type="http://schemas.openxmlformats.org/officeDocument/2006/relationships/notesSlide" Target="/ppt/notesSlides/notesSlide15.xml" Id="R8d87e437c0bb484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26c5461534cd5" /><Relationship Type="http://schemas.openxmlformats.org/officeDocument/2006/relationships/image" Target="/ppt/media/image16.png" Id="Rdabfab0ee3d342cb" /><Relationship Type="http://schemas.openxmlformats.org/officeDocument/2006/relationships/notesSlide" Target="/ppt/notesSlides/notesSlide16.xml" Id="Ra6119d37c3df493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f6fc879324a77" /><Relationship Type="http://schemas.openxmlformats.org/officeDocument/2006/relationships/image" Target="/ppt/media/image17.png" Id="Re2cd14759730423d" /><Relationship Type="http://schemas.openxmlformats.org/officeDocument/2006/relationships/notesSlide" Target="/ppt/notesSlides/notesSlide17.xml" Id="R5db2d3c8e7af475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43bc92bc34126" /><Relationship Type="http://schemas.openxmlformats.org/officeDocument/2006/relationships/image" Target="/ppt/media/image18.png" Id="Racd964a12b004506" /><Relationship Type="http://schemas.openxmlformats.org/officeDocument/2006/relationships/notesSlide" Target="/ppt/notesSlides/notesSlide18.xml" Id="Rfa16d7541c234c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A49B242-0A93-4CAA-A976-B7B85414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C87B069-4AE3-41FB-8E32-622FAD07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2.1   /   LESSON 07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3815F20-9933-4640-9E82-67A009EF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LINEAR SEARCH DEPOT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0106bfdfa24f0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48E3C81-C842-45B0-92BB-277816F0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18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1D1867E6-9160-4B7B-B718-C2045EBD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Linear search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DB6C6EAB-F00F-49E7-BB96-0088CAEA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DO NOW: RESEARCH AND DISCUSS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00081038-3E7F-400E-8756-EE3640E7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How would you find an item in a box with no useful ordering?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d0f1156034a9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76950" y="1931789"/>
            <a:ext cx="5400675" cy="33754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0518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29D0D74-D405-4298-8504-19625DD8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C94BCC8-515D-47EA-B6E2-2B7D4AC1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07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B715B87-24C3-4EB0-A531-09F29276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0fffe79da447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946EE4D-4656-4BC2-8F50-308BDCE2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4F21E87F-93E4-451F-AB4E-8822ED37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46CD32E7-7220-4C45-83BD-1A75D522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Describe and trace linear search.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27D15F66-C79A-48FB-A458-5FCABD71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6D66A0FC-FF53-4CDB-B571-D4D170C6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051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Interpret a search code segment.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214AB879-F5E1-46A1-B3B7-732C3DA0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47E0FF81-472A-4959-B572-95A0EA47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Compare successful and unsuccessful searches.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43B6C4DF-53E7-4684-A2E0-0FBDE1EF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B7588F05-DB7C-4321-91CF-115D3867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2917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95093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89AE9BD-4456-44D0-A496-4A715994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D7E3F66-12BD-4737-B732-CF062507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07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2E71EDE-630B-477B-8324-3C6B882C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8ea461741487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4CED2EF-8770-4B94-8FF7-8186209C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18</a:t>
            </a:r>
          </a:p>
        </p:txBody>
      </p:sp>
      <p:sp>
        <p:nvSpPr>
          <p:cNvPr id="6" name="worksheet-starter">
            <a:extLst xmlns:a="http://schemas.openxmlformats.org/drawingml/2006/main">
              <a:ext uri="{FF2B5EF4-FFF2-40B4-BE49-F238E27FC236}">
                <a16:creationId xmlns:a16="http://schemas.microsoft.com/office/drawing/2014/main" id="{4CABB616-5B19-458F-ADE4-F0436868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Search [18, 4, 27, 9] from left to right for 27. Which values are checked?</a:t>
            </a:r>
          </a:p>
        </p:txBody>
      </p:sp>
    </p:spTree>
    <p:extLst>
      <p:ext uri="{BB962C8B-B14F-4D97-AF65-F5344CB8AC3E}">
        <p14:creationId xmlns:p14="http://schemas.microsoft.com/office/powerpoint/2010/main" val="2061250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CE6C1A7-1190-46F6-B558-07CF48F6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1A9E94E-2324-4A21-8E1F-53F06181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07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2F7C639-9A4F-4B2E-A66B-E7FC7229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9925a7a9e4eb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810CE3C-06F6-401D-921D-2679EFD1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04B18CF0-64CE-463F-A9B8-6A6A21ED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D57E31F4-31D7-4905-A796-BE34CBF2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99250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18, then 4, then 27. Stop when 27 is found.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F9E7E19B-3986-45FC-B0B8-7910C783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AA142279-1763-4095-BB35-E7C2790B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19256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8B0042C-2776-4B77-8450-5D698DB3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3158093-4E51-4193-8466-193E324E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07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8721011-60E3-4A46-ACE7-07BEAB79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6fd2ea461d430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FC27DE5-76DC-4F16-881C-303A1916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18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B76E08EA-1329-4F7D-B904-1FFEF4D2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072ACAD3-9670-4434-9EBA-05DBFA23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Linear search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A8F18C87-2E1F-4B72-8996-4CD90B50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1C1C0B9C-20D9-4654-9F28-D51D1DA9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9420321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07CAA27-6A33-4D26-8EEC-DDD6F195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C8C088F-E4C7-463F-A500-13D69523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07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AF3A2E8-08E7-4B52-8CB0-E9EDFA86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aff7cb75834ac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1FD2F40-F2E4-4894-A4B9-2F16BF1E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18</a:t>
            </a:r>
          </a:p>
        </p:txBody>
      </p:sp>
      <p:sp>
        <p:nvSpPr>
          <p:cNvPr id="6" name="answer-term-0">
            <a:extLst xmlns:a="http://schemas.openxmlformats.org/drawingml/2006/main">
              <a:ext uri="{FF2B5EF4-FFF2-40B4-BE49-F238E27FC236}">
                <a16:creationId xmlns:a16="http://schemas.microsoft.com/office/drawing/2014/main" id="{C05575DA-F440-47EE-AADE-AE15CCD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Linear search</a:t>
            </a:r>
          </a:p>
        </p:txBody>
      </p:sp>
      <p:sp>
        <p:nvSpPr>
          <p:cNvPr id="7" name="answer-definition-0">
            <a:extLst xmlns:a="http://schemas.openxmlformats.org/drawingml/2006/main">
              <a:ext uri="{FF2B5EF4-FFF2-40B4-BE49-F238E27FC236}">
                <a16:creationId xmlns:a16="http://schemas.microsoft.com/office/drawing/2014/main" id="{C6F926E0-3B0C-455B-B77A-C8974AE3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Checking items one at a time until a target is found or the list ends.</a:t>
            </a:r>
          </a:p>
        </p:txBody>
      </p:sp>
      <p:sp>
        <p:nvSpPr>
          <p:cNvPr id="8" name="answer-term-1">
            <a:extLst xmlns:a="http://schemas.openxmlformats.org/drawingml/2006/main">
              <a:ext uri="{FF2B5EF4-FFF2-40B4-BE49-F238E27FC236}">
                <a16:creationId xmlns:a16="http://schemas.microsoft.com/office/drawing/2014/main" id="{C9190DB0-181E-4A8A-9E5E-95B19960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338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Index</a:t>
            </a:r>
          </a:p>
        </p:txBody>
      </p:sp>
      <p:sp>
        <p:nvSpPr>
          <p:cNvPr id="9" name="answer-definition-1">
            <a:extLst xmlns:a="http://schemas.openxmlformats.org/drawingml/2006/main">
              <a:ext uri="{FF2B5EF4-FFF2-40B4-BE49-F238E27FC236}">
                <a16:creationId xmlns:a16="http://schemas.microsoft.com/office/drawing/2014/main" id="{B865E412-4386-4ED0-B8E9-05D05365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position used to access an item in a list.</a:t>
            </a:r>
          </a:p>
        </p:txBody>
      </p:sp>
    </p:spTree>
    <p:extLst>
      <p:ext uri="{BB962C8B-B14F-4D97-AF65-F5344CB8AC3E}">
        <p14:creationId xmlns:p14="http://schemas.microsoft.com/office/powerpoint/2010/main" val="5443408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BA66B78-BFDC-4298-A4DA-5CB5A770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DA0D920-036D-4124-8F12-38EB1186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2.1   /   LESSON 07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5191E8A-E142-4BC2-8435-1D8EA13B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4ed906bf9f40c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0A45757-2C05-40D6-9E75-84F5AEC8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18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3B14933E-F008-4A1E-B920-32134F7F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OPEN THE EXPERIENCE NOW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7A71894B-6674-45BD-B430-F339D03A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Linear search depot in Topic 2.1.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B90E3C20-8F8E-412D-B38A-D521747F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B45B51EE-5945-44D5-9C7B-668BC232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 each station, write key facts IN YOUR OWN WORDS. Answer its worksheet challenge before tapping the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0B3F37C6-3223-43C3-B5C5-0734100D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23A69AAC-E055-45B3-BEBA-D02CB812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Attempt the worksheet final challenge before tapping the star. Record your score, then use review mode to correct mistakes.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97D05B46-012B-43E3-B865-D49BCF33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93D16BC3-41C8-47E2-B0D7-08EC3C3C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87235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8C536E9-5669-4451-9AAB-579BAC1A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9AAF36-B8DE-4251-8DE6-E6BCCD54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07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722D1D8-2EB7-4550-BC01-C8F4AA1B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2c2d4f0054c1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8D3831D-CA2C-4D2B-8512-1C6B95BF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18</a:t>
            </a:r>
          </a:p>
        </p:txBody>
      </p:sp>
      <p:sp>
        <p:nvSpPr>
          <p:cNvPr id="6" name="extension-prompt">
            <a:extLst xmlns:a="http://schemas.openxmlformats.org/drawingml/2006/main">
              <a:ext uri="{FF2B5EF4-FFF2-40B4-BE49-F238E27FC236}">
                <a16:creationId xmlns:a16="http://schemas.microsoft.com/office/drawing/2014/main" id="{3D632867-A970-4622-9F75-EC7929A6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193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Return to the Do Now question. Use two things you learned in the room to improve your original answer.</a:t>
            </a:r>
          </a:p>
        </p:txBody>
      </p:sp>
      <p:sp>
        <p:nvSpPr>
          <p:cNvPr id="7" name="extension-follow">
            <a:extLst xmlns:a="http://schemas.openxmlformats.org/drawingml/2006/main">
              <a:ext uri="{FF2B5EF4-FFF2-40B4-BE49-F238E27FC236}">
                <a16:creationId xmlns:a16="http://schemas.microsoft.com/office/drawing/2014/main" id="{0C21F904-CB27-4E5D-A9F7-D13B95D2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4820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Link your explanation to the problem and use a worked example where it helps.</a:t>
            </a:r>
          </a:p>
        </p:txBody>
      </p:sp>
    </p:spTree>
    <p:extLst>
      <p:ext uri="{BB962C8B-B14F-4D97-AF65-F5344CB8AC3E}">
        <p14:creationId xmlns:p14="http://schemas.microsoft.com/office/powerpoint/2010/main" val="740997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B263055-5EA4-4302-98FD-2C08B0E0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A5B0DE7-189B-4E0D-AC5D-CF426592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07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41086F9-DF63-4768-BF4E-D1F572BC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5da8d441164e5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14C2577-C6E7-49B9-B106-D65BE85A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18</a:t>
            </a:r>
          </a:p>
        </p:txBody>
      </p:sp>
      <p:sp>
        <p:nvSpPr>
          <p:cNvPr id="6" name="extension-two">
            <a:extLst xmlns:a="http://schemas.openxmlformats.org/drawingml/2006/main">
              <a:ext uri="{FF2B5EF4-FFF2-40B4-BE49-F238E27FC236}">
                <a16:creationId xmlns:a16="http://schemas.microsoft.com/office/drawing/2014/main" id="{29844E22-D648-40A0-BC22-276A81AE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76525"/>
            <a:ext cx="10620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 review mode to correct any mistakes. Write one correction and explain why the right answer fits. Then complete the plenary from memory.</a:t>
            </a:r>
          </a:p>
        </p:txBody>
      </p:sp>
    </p:spTree>
    <p:extLst>
      <p:ext uri="{BB962C8B-B14F-4D97-AF65-F5344CB8AC3E}">
        <p14:creationId xmlns:p14="http://schemas.microsoft.com/office/powerpoint/2010/main" val="16106681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78803E9-413E-4B42-B661-1890FAB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F0305E1-8E4B-4FE7-9B7B-B01E262E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07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71FFA7C-71E3-407E-A084-8AAA8734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stronger explanation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1b54da1fe84b6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5BD4D03-162B-45A5-AA28-72FD38F4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18</a:t>
            </a:r>
          </a:p>
        </p:txBody>
      </p:sp>
      <p:sp>
        <p:nvSpPr>
          <p:cNvPr id="6" name="extension-check">
            <a:extLst xmlns:a="http://schemas.openxmlformats.org/drawingml/2006/main">
              <a:ext uri="{FF2B5EF4-FFF2-40B4-BE49-F238E27FC236}">
                <a16:creationId xmlns:a16="http://schemas.microsoft.com/office/drawing/2014/main" id="{06547FB7-89E1-430C-BA4E-A0059FB7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Compare your reasoning, then improve one sentence on your worksheet.</a:t>
            </a:r>
          </a:p>
        </p:txBody>
      </p:sp>
      <p:sp>
        <p:nvSpPr>
          <p:cNvPr id="7" name="answer-application">
            <a:extLst xmlns:a="http://schemas.openxmlformats.org/drawingml/2006/main">
              <a:ext uri="{FF2B5EF4-FFF2-40B4-BE49-F238E27FC236}">
                <a16:creationId xmlns:a16="http://schemas.microsoft.com/office/drawing/2014/main" id="{7F1A9A78-A783-4735-9B4E-2787A5EE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Best and worst cases</a:t>
            </a:r>
          </a:p>
        </p:txBody>
      </p:sp>
      <p:sp>
        <p:nvSpPr>
          <p:cNvPr id="8" name="answer-application-body">
            <a:extLst xmlns:a="http://schemas.openxmlformats.org/drawingml/2006/main">
              <a:ext uri="{FF2B5EF4-FFF2-40B4-BE49-F238E27FC236}">
                <a16:creationId xmlns:a16="http://schemas.microsoft.com/office/drawing/2014/main" id="{28087EFB-17A1-4A2B-B86E-2733BD05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477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More items must be checked before a last-item match or not-found result.</a:t>
            </a:r>
          </a:p>
        </p:txBody>
      </p:sp>
      <p:sp>
        <p:nvSpPr>
          <p:cNvPr id="9" name="answer-stretch">
            <a:extLst xmlns:a="http://schemas.openxmlformats.org/drawingml/2006/main">
              <a:ext uri="{FF2B5EF4-FFF2-40B4-BE49-F238E27FC236}">
                <a16:creationId xmlns:a16="http://schemas.microsoft.com/office/drawing/2014/main" id="{5A018C42-6685-447F-818E-7126648E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Review and explain</a:t>
            </a:r>
          </a:p>
        </p:txBody>
      </p:sp>
      <p:sp>
        <p:nvSpPr>
          <p:cNvPr id="10" name="answer-stretch-body">
            <a:extLst xmlns:a="http://schemas.openxmlformats.org/drawingml/2006/main">
              <a:ext uri="{FF2B5EF4-FFF2-40B4-BE49-F238E27FC236}">
                <a16:creationId xmlns:a16="http://schemas.microsoft.com/office/drawing/2014/main" id="{0C0236B0-96D2-4CB9-BE2E-068D8FFE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Your correction should name the correct idea and explain why it fits the question. Use the experience feedback to check it.</a:t>
            </a:r>
          </a:p>
        </p:txBody>
      </p:sp>
    </p:spTree>
    <p:extLst>
      <p:ext uri="{BB962C8B-B14F-4D97-AF65-F5344CB8AC3E}">
        <p14:creationId xmlns:p14="http://schemas.microsoft.com/office/powerpoint/2010/main" val="10771968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EF7E645-4366-476F-A5B1-90C7C70A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59341AF-F465-4757-AC09-3A0C4AF7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07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EBF8C94-893F-4F9B-8993-606E888E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0c0542a91d43a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93BEC9-DC57-4892-87B7-6699B7FB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51C9C7E2-F4F1-420D-88E1-62F2A7BC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D616DF12-F12D-4F89-BE2A-F5A3C233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Check one at a time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F6BEAF51-6593-4158-B949-6DCAF3DF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Three comparisons. With zero-based indexing, its index is 2.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1C2437BA-61EC-4CC1-A291-672A28BC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Unsorted lists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2AD176F9-D05F-473B-8386-F181E623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It checks items directly and does not discard a half based on value order.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D795BB1C-F6B4-4C53-AB97-8133E250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Unsuccessful searches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36B68946-29BE-4832-BBD8-102C229E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Four, one for each item.</a:t>
            </a:r>
          </a:p>
        </p:txBody>
      </p:sp>
    </p:spTree>
    <p:extLst>
      <p:ext uri="{BB962C8B-B14F-4D97-AF65-F5344CB8AC3E}">
        <p14:creationId xmlns:p14="http://schemas.microsoft.com/office/powerpoint/2010/main" val="8535944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51900B3-0610-4E01-90E0-77DC6FF3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0525AC8-4A6A-4190-909D-B5EB30CD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07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AFF9494-BEC4-4AEA-BD48-105C969A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cf6aac17224ec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8FF5AE6-5314-4952-A1CD-C9E9FC07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478BE9EE-4B04-4078-A860-876FCD86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0F0EBA09-E83B-415E-AD99-3550F935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Read the code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8D150509-4F43-452B-BA18-B4451906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It compares the current list item with the search target.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F40CAFDA-7B28-4DDD-97A6-7FEB15E5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Index versus value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DF6939EB-FAE7-4750-B799-6DB46BA8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Value 9, index 2, and three target comparisons.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1F7890C8-2979-416E-AA29-BEE1AB3B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Best and worst cases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07216969-988D-4AF8-B64A-611D4169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More items must be checked before a last-item match or not-found result.</a:t>
            </a:r>
          </a:p>
        </p:txBody>
      </p:sp>
    </p:spTree>
    <p:extLst>
      <p:ext uri="{BB962C8B-B14F-4D97-AF65-F5344CB8AC3E}">
        <p14:creationId xmlns:p14="http://schemas.microsoft.com/office/powerpoint/2010/main" val="8069776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782CCF1-F8AC-4963-BE7C-39F589EC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A98E84-19B5-4128-9F22-3EF63F2A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07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D092674-2E5F-4365-B13E-1BCD7239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454dba34214f1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371B726-81B4-4823-AF8C-B2AEE4C1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18</a:t>
            </a:r>
          </a:p>
        </p:txBody>
      </p:sp>
      <p:sp>
        <p:nvSpPr>
          <p:cNvPr id="6" name="star-key">
            <a:extLst xmlns:a="http://schemas.openxmlformats.org/drawingml/2006/main">
              <a:ext uri="{FF2B5EF4-FFF2-40B4-BE49-F238E27FC236}">
                <a16:creationId xmlns:a16="http://schemas.microsoft.com/office/drawing/2014/main" id="{4E2C5E58-B348-4B06-A627-247270C0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choices and the reasons you gave.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D13603A8-78DC-40B6-A8F6-04D146FD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DA3F8A68-07AA-4136-A4C5-7B3C68E6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43125"/>
            <a:ext cx="99250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1. Search [13, 5, 21, 8, 3] for 8. What is its zero-based index?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Answer: 3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2. In the same search, how many target comparisons occur?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Answer: 4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D63D0CFC-FB29-4A55-9634-1938AE0C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1AF0E8F5-58C1-4699-8D32-68538ACE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432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64A6377B-270D-4D04-B61F-A116A4C0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B2168BAC-D34D-4D09-BD22-C3074326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8137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DAD3008D-DBDD-4EB1-B9E0-42941BDA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072DFA35-D5B3-464A-85A9-266225B7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5" name="number-5">
            <a:extLst xmlns:a="http://schemas.openxmlformats.org/drawingml/2006/main">
              <a:ext uri="{FF2B5EF4-FFF2-40B4-BE49-F238E27FC236}">
                <a16:creationId xmlns:a16="http://schemas.microsoft.com/office/drawing/2014/main" id="{03F791EC-5D9B-433E-96F6-EF44C17A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6" name="item-5">
            <a:extLst xmlns:a="http://schemas.openxmlformats.org/drawingml/2006/main">
              <a:ext uri="{FF2B5EF4-FFF2-40B4-BE49-F238E27FC236}">
                <a16:creationId xmlns:a16="http://schemas.microsoft.com/office/drawing/2014/main" id="{11146F44-2CCE-4536-BF13-60F44AE2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5772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7" name="number-6">
            <a:extLst xmlns:a="http://schemas.openxmlformats.org/drawingml/2006/main">
              <a:ext uri="{FF2B5EF4-FFF2-40B4-BE49-F238E27FC236}">
                <a16:creationId xmlns:a16="http://schemas.microsoft.com/office/drawing/2014/main" id="{738F10DC-3C3F-4622-9638-0CD9ADB1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8" name="item-6">
            <a:extLst xmlns:a="http://schemas.openxmlformats.org/drawingml/2006/main">
              <a:ext uri="{FF2B5EF4-FFF2-40B4-BE49-F238E27FC236}">
                <a16:creationId xmlns:a16="http://schemas.microsoft.com/office/drawing/2014/main" id="{B4AC7286-B492-4B59-A29F-AA4F10A9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959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291782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0BB8106-766C-4D11-B62C-A315B1DC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E93FE83-8B7D-4ED0-A507-D6DF7BF8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07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FAFAE26-D488-4C37-A08D-D8E5A9D0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(a–b)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fb9a25636a43d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F7FA607-A51E-4EFD-8772-BFCA4D0A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18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4DD4F8FC-DBBD-4F52-8BC4-1F8B4C27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Take the headset off or close the page. Answer from memory on the worksheet.</a:t>
            </a:r>
          </a:p>
        </p:txBody>
      </p:sp>
      <p:sp>
        <p:nvSpPr>
          <p:cNvPr id="7" name="a">
            <a:extLst xmlns:a="http://schemas.openxmlformats.org/drawingml/2006/main">
              <a:ext uri="{FF2B5EF4-FFF2-40B4-BE49-F238E27FC236}">
                <a16:creationId xmlns:a16="http://schemas.microsoft.com/office/drawing/2014/main" id="{9C6FAEDB-072B-436C-AA9C-D5832563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a)</a:t>
            </a:r>
          </a:p>
        </p:txBody>
      </p:sp>
      <p:sp>
        <p:nvSpPr>
          <p:cNvPr id="8" name="question-a">
            <a:extLst xmlns:a="http://schemas.openxmlformats.org/drawingml/2006/main">
              <a:ext uri="{FF2B5EF4-FFF2-40B4-BE49-F238E27FC236}">
                <a16:creationId xmlns:a16="http://schemas.microsoft.com/office/drawing/2014/main" id="{6B2BF4EA-272A-415D-B46E-43EF0DF1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581275"/>
            <a:ext cx="9944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Describe a linear search for an absent target. [3]</a:t>
            </a:r>
          </a:p>
        </p:txBody>
      </p:sp>
      <p:sp>
        <p:nvSpPr>
          <p:cNvPr id="9" name="b">
            <a:extLst xmlns:a="http://schemas.openxmlformats.org/drawingml/2006/main">
              <a:ext uri="{FF2B5EF4-FFF2-40B4-BE49-F238E27FC236}">
                <a16:creationId xmlns:a16="http://schemas.microsoft.com/office/drawing/2014/main" id="{9509E02A-7E28-413B-8372-24604E28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43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b)</a:t>
            </a:r>
          </a:p>
        </p:txBody>
      </p:sp>
      <p:sp>
        <p:nvSpPr>
          <p:cNvPr id="10" name="question-b">
            <a:extLst xmlns:a="http://schemas.openxmlformats.org/drawingml/2006/main">
              <a:ext uri="{FF2B5EF4-FFF2-40B4-BE49-F238E27FC236}">
                <a16:creationId xmlns:a16="http://schemas.microsoft.com/office/drawing/2014/main" id="{EA1267F7-E672-4AB5-8CC0-CE07B620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143375"/>
            <a:ext cx="9944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Trace a search for 6 in [9, 2, 4, 6, 1]. Give checked values and its zero-based index. [2]</a:t>
            </a:r>
          </a:p>
        </p:txBody>
      </p:sp>
    </p:spTree>
    <p:extLst>
      <p:ext uri="{BB962C8B-B14F-4D97-AF65-F5344CB8AC3E}">
        <p14:creationId xmlns:p14="http://schemas.microsoft.com/office/powerpoint/2010/main" val="1679400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F1F2C14-4C50-48A4-9B67-A997A262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DB8B4A9-62FC-49C3-9E8B-2D918615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07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C7269B5-94FA-4086-8755-DE73995D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 (c)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343baad214079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9C331FB-3C6F-4EEC-BBEB-57203449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18</a:t>
            </a:r>
          </a:p>
        </p:txBody>
      </p:sp>
      <p:sp>
        <p:nvSpPr>
          <p:cNvPr id="6" name="from-memory">
            <a:extLst xmlns:a="http://schemas.openxmlformats.org/drawingml/2006/main">
              <a:ext uri="{FF2B5EF4-FFF2-40B4-BE49-F238E27FC236}">
                <a16:creationId xmlns:a16="http://schemas.microsoft.com/office/drawing/2014/main" id="{BDF8659F-4B53-45A1-96E8-35452E8F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715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Keep the experience closed. Explain your reasoning in full sentences.</a:t>
            </a:r>
          </a:p>
        </p:txBody>
      </p:sp>
      <p:sp>
        <p:nvSpPr>
          <p:cNvPr id="7" name="c">
            <a:extLst xmlns:a="http://schemas.openxmlformats.org/drawingml/2006/main">
              <a:ext uri="{FF2B5EF4-FFF2-40B4-BE49-F238E27FC236}">
                <a16:creationId xmlns:a16="http://schemas.microsoft.com/office/drawing/2014/main" id="{629CF0F4-E195-43D7-9CCA-D8090133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81300"/>
            <a:ext cx="609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c)</a:t>
            </a:r>
          </a:p>
        </p:txBody>
      </p:sp>
      <p:sp>
        <p:nvSpPr>
          <p:cNvPr id="8" name="question-c">
            <a:extLst xmlns:a="http://schemas.openxmlformats.org/drawingml/2006/main">
              <a:ext uri="{FF2B5EF4-FFF2-40B4-BE49-F238E27FC236}">
                <a16:creationId xmlns:a16="http://schemas.microsoft.com/office/drawing/2014/main" id="{2397C953-3257-449B-B101-570ACDF6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81300"/>
            <a:ext cx="98679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one reason to use linear search for a short unsorted list. [2]</a:t>
            </a:r>
          </a:p>
        </p:txBody>
      </p:sp>
      <p:sp>
        <p:nvSpPr>
          <p:cNvPr id="9" name="marks">
            <a:extLst xmlns:a="http://schemas.openxmlformats.org/drawingml/2006/main">
              <a:ext uri="{FF2B5EF4-FFF2-40B4-BE49-F238E27FC236}">
                <a16:creationId xmlns:a16="http://schemas.microsoft.com/office/drawing/2014/main" id="{B5E43C45-0F63-4BF1-AFCD-45A804E5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4387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Use the marks in brackets to judge how much detail to include.</a:t>
            </a:r>
          </a:p>
        </p:txBody>
      </p:sp>
    </p:spTree>
    <p:extLst>
      <p:ext uri="{BB962C8B-B14F-4D97-AF65-F5344CB8AC3E}">
        <p14:creationId xmlns:p14="http://schemas.microsoft.com/office/powerpoint/2010/main" val="7475317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9886798-8F0F-4B54-BAEC-A0540120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6D98F3-B670-4101-B9A9-2184D5A6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07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6C64587-B8D3-44DA-8AA8-1AB5AE6D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(a–b)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bfab0ee3d342c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EFA3B3-6527-4E2D-9FE8-B1783E9B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910FB56C-D13F-443C-831C-7EB54AF5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scheme-a">
            <a:extLst xmlns:a="http://schemas.openxmlformats.org/drawingml/2006/main">
              <a:ext uri="{FF2B5EF4-FFF2-40B4-BE49-F238E27FC236}">
                <a16:creationId xmlns:a16="http://schemas.microsoft.com/office/drawing/2014/main" id="{41502BD5-C47A-4406-827D-A550F44A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 Start at the first item (1), compare each item with the target (1), report not found after the final item (1).</a:t>
            </a:r>
          </a:p>
        </p:txBody>
      </p:sp>
      <p:sp>
        <p:nvSpPr>
          <p:cNvPr id="8" name="scheme-b">
            <a:extLst xmlns:a="http://schemas.openxmlformats.org/drawingml/2006/main">
              <a:ext uri="{FF2B5EF4-FFF2-40B4-BE49-F238E27FC236}">
                <a16:creationId xmlns:a16="http://schemas.microsoft.com/office/drawing/2014/main" id="{4030A590-8409-4747-8A49-22010C81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  Checks 9, 2, 4, 6 (1). Index 3 (1).</a:t>
            </a:r>
          </a:p>
        </p:txBody>
      </p:sp>
    </p:spTree>
    <p:extLst>
      <p:ext uri="{BB962C8B-B14F-4D97-AF65-F5344CB8AC3E}">
        <p14:creationId xmlns:p14="http://schemas.microsoft.com/office/powerpoint/2010/main" val="14462437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0081A4B-6AC1-4816-AF79-691B19F4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60FA52-8505-4663-AF29-746E3C6A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07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723C30E-7C0B-4663-9CFD-AEBB0B68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 (c)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d14759730423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FCDE95E-15E9-4DFC-BCC0-8290133C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367C08AF-7243-4EE2-AFA0-1DBD0A7C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 for the final question.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C971BC91-2C30-4670-9E94-EB7BAD54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38BA7518-F976-4AA8-9FBD-9CA4E93E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860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No sorting is required (1), so a short one-off search can directly check the items (1).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4CE5C16C-95D9-4554-BC9D-0CB5CA0D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09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C4346348-B81F-437B-A07E-C9085E2A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909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DBDD63D3-A34B-4614-BC00-7470B22F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AAD983A1-375A-4785-BE52-216AFD70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958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896523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368A0EC-80FD-4672-B2B2-DBDF6094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4A4DF14-4035-4380-8761-948455E2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07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6131C61-4DE8-4ADA-AA38-AF5838A8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d964a12b00450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D9F0318-AD5A-451A-9E2A-0B42908D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18</a:t>
            </a:r>
          </a:p>
        </p:txBody>
      </p:sp>
      <p:sp>
        <p:nvSpPr>
          <p:cNvPr id="6" name="confidence-instruction">
            <a:extLst xmlns:a="http://schemas.openxmlformats.org/drawingml/2006/main">
              <a:ext uri="{FF2B5EF4-FFF2-40B4-BE49-F238E27FC236}">
                <a16:creationId xmlns:a16="http://schemas.microsoft.com/office/drawing/2014/main" id="{21CCFCB5-9EEF-4D0C-ACC8-C2D3D4C2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On the worksheet, select Not yet, Getting there or Confident for each objective.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1445CA78-BAE2-4623-A518-59C7169A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B9CB63FA-CF41-41AC-AAF6-A489CFF3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Describe and trace linear search.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BF24F2CF-D0BF-433B-A4BD-27BA2030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2EBB092A-60CB-4087-9DD4-5443676B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4327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Interpret a search code segment.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43B035FB-801C-4E05-87F1-800820CE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02E48C22-31AC-4A31-87AE-D3A00B3F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Compare successful and unsuccessful searches.</a:t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CE4EAE46-F751-4F69-9E68-CFF078A9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F71661C6-7DB3-4EC1-B1E5-D88C7A61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0062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79929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2026-09-28T13:00:28.1560000Z</dcterms:created>
  <dcterms:modified xsi:type="dcterms:W3CDTF">2026-09-28T13:00:28.1560000Z</dcterms:modified>
</coreProperties>
</file>
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Revision HQ 2.3.
Open the experience at revise360.co.uk and hand out RP_L06_RevisionHQ23_Worksheet.docx.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Lesson 1: Input validation.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Lesson 2: Defensive design.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Lesson 3: Maintainability.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Lesson 4: Testing and errors.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Lesson 5: Test data.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Plan a 12-mark answer.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Revision HQ 2.3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station sums up one lesson. Answer its quiz, and your score screen will show which lessons are secure and which need work. Then plan a 12-mark answer on robust programs.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Get ready for your end-of-topic test on lessons 1 to 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makes a robust program?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robust programs are made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which lessons I'm secure on and which to revise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35424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3542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96896" y="4535424"/>
            <a:ext cx="25054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596896" y="4535424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30368" y="4535424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30368" y="453542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Maintainability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10144" y="4535424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10144" y="453542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619488" y="4535424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19488" y="4535424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data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school is about to publish an app written by students. List everything you would check before it goes live.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Revision HQ 2.3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Lesson 1: Input validation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checks input is sensible before it's processed.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Type, range, presence, format and length checks.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Whitelists accept; blacklists reject.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what is meant by a length check and give an example.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Lesson 2: Defensive design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Anticipating misuse: planning for mistakes and deliberate misuse.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Authentication: checking identity with passwords, 2FA and CAPTCHA.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Exception handling stops crashes.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two authentication techniques.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Lesson 3: Maintainability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Descriptive names, comments, indentation and white space.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Sub-programs split code into reusable parts.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Makes code easier to debug, update and maintain.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three ways a programmer can make their code easier to maintain.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Lesson 4: Testing and errors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Iterative testing: during development. Final testing: at the end, before release.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Syntax errors break the language's rules, so the code won't run.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Logic errors run but give the wrong result.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what is meant by the term iterative testing.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Lesson 5: Test data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Normal: typical valid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Boundary: valid data on the edge of the range.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Invalid: right type, out of range. Erroneous: wrong type.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Suggest test data for an order form accepting quantities 1 to 10.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a 12-mark answer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mean to produce a robust program?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Cover validation, authentication, anticipating misuse, maintainability and testing.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each point, explain why it makes the program more robust.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points you would include in a long answer about producing robust programs.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Key terms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Match each key term from topic 2.3 to its meaning. These are the terms from your key terminology sheet.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Revision tip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each topic out loud to someone else. If you can teach it, you know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mix-up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checks data; authentication checks people. Examiners love this difference.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Program practice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Finish your outstanding programs: date of birth validation, the password strength checker, the comment box counter and the menu whitelist.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Error spotting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exam code, read each line slowly. Look for misspelt keywords (syntax) and wrong operators or variables (logic).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will be used by hundreds of students. Explain the techniques a programmer should use to make it robust.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[8]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2.3 Producing robust programs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and defensive design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Maintainability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Testing and test data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Revision HQ 2.3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2.3 Producing robust programs  |  Lesson 6 — Revision HQ 2.3</dc:title>
  <dc:subject>OCR J277 GCSE Computer Science</dc:subject>
  <dc:creator>Revise 360 Ltd</dc:creator>
  <cp:lastModifiedBy>Revise 360 Ltd</cp:lastModifiedBy>
  <cp:revision>1</cp:revision>
  <dcterms:created xsi:type="dcterms:W3CDTF">2026-10-01T02:34:51Z</dcterms:created>
  <dcterms:modified xsi:type="dcterms:W3CDTF">2026-10-01T02:34:51Z</dcterms:modified>
</cp:coreProperties>
</file>
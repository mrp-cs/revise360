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5: Test lab.
Open the experience at revise360.co.uk and hand out RP_L05_TestLab_Worksheet.docx.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Why test with different data?.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Normal data.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Boundary data.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Invalid data.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Erroneous data.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Test a comment box.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Producing robust programs  |  Lesson 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lab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Just because a program works for one input doesn't mean it works for all of them. In the test lab you'll learn the four types of test data and build a proper test plan.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OCR J277 Paper 2  |  Computational thinking, algorithms and programming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Producing robust programs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makes a good testing strategy?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that just because a program works doesn't mean it works for all inputs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that test data should include normal, boundary, invalid and erroneous data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51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4535424"/>
            <a:ext cx="133502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50592" y="4535424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13632" y="4535424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13632" y="453542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Boundary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4535424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453542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Invalid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78624" y="4535424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78624" y="453542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Erroneous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80576" y="4535424"/>
            <a:ext cx="177393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80576" y="453542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plan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Producing robust programs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asks for a school year group from 7 to 11. Suggest five pieces of test data for it, and explain what each one is testing.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Producing robust programs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Test lab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Read, then write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wall, write the key fact and your answer to the challenge on the worksheet.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tap the badge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answer the questions once you have written. Your first answer is the one that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down at the end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starred final challenge is on the floor. Predict on paper first.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Producing robust programs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test with different data?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that works for one input may still fail for others.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plan lists each test, the data used, the type of test and the expected result.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Good testing covers valid, invalid and erroneous inputs.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makes a good testing strategy?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plan should include...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Producing robust programs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 data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Typical, valid data that the program should accept.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a school-age field from 11 to 19: 14.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two more examples of normal data for an age from 11 to 19.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 data is...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Producing robust programs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Boundary data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 data on the very edge of the accepted range.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an age from 11 to 19: 11 and 19.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Boundaries are where programmers most often make mistakes, like &lt; instead of &lt;=.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are the boundary values for a canteen menu that accepts 1 to 4?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Boundary data is...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Producing robust programs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Invalid data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of the correct type, but outside the accepted range.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an age from 11 to 19: 24 or -3.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program should reject it.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an example of invalid data for a month number.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Invalid data is...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Producing robust programs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Erroneous data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of the wrong type that should be rejected.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an age from 11 to 19: 'fourteen'.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a type check, erroneous data can crash a program.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would happen to a program that doubles a number if the user typed 'five'?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Erroneous data is...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Producing robust programs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a comment box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comment box allows up to 200 characters.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just under, exactly at, and just over the limit.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program should show how many characters are left, or how many are over.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Fill in five tests for the comment box on your worksheet.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test the comment box, I would...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Producing robust programs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Sort the test data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form accepts a school-age value from 11 to 19. Tap the star and sort each piece of test data into normal, boundary, invalid or erroneous.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Producing robust programs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 by one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Using &lt; instead of &lt;= is so common it has a name: an off-by-one error. Boundary tests are designed to catch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Fuzz testing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Fuzz testing sends thousands of random inputs to a program automatically, to find ones that crash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limits come from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Character limits are often inherited from older systems. Text messages were capped at 160 characters because of the space left in the mobile signalling channel.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first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 programmers write their tests before the code. This is called test-driven development.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Producing robust programs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booking form accepts a number of tickets from 1 to 6. Give four pieces of test data, name the type of each, and state why the test is needed.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[8]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2.3 Producing robust programs  |  Lesson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a range of test data is needed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Normal, boundary, invalid and erroneous data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Writing a test plan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Test lab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Producing robust programs  |  Lesson 5 — Test lab</dc:title>
  <dc:subject>OCR J277 GCSE Computer Science</dc:subject>
  <dc:creator>Revise 360 Ltd</dc:creator>
  <cp:lastModifiedBy>Revise 360 Ltd</cp:lastModifiedBy>
  <cp:revision>1</cp:revision>
  <dcterms:created xsi:type="dcterms:W3CDTF">2026-10-01T02:34:51Z</dcterms:created>
  <dcterms:modified xsi:type="dcterms:W3CDTF">2026-10-01T02:34:51Z</dcterms:modified>
</cp:coreProperties>
</file>
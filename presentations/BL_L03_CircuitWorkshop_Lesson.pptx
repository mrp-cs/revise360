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3: Circuit workshop.
Open the experience at revise360.co.uk and hand out BL_L03_CircuitWorkshop_Worksheet.docx.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From words to logic.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Scenario 1: the shop alarm.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Scenario 2: the hospital lift.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Scenario 3: the greenhouse.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Editing a diagram.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Reading diagrams.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2.4 Boolean logic  |  Lesson 3</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Circuit workshop</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Engineers turn real problems into logic. In the workshop you'll read three scenarios, build the circuit for each one, and complete its truth table.</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2  |  Computational thinking, algorithms and programming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2.4 Boolean logic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How do you create logic diagrams from truth tables?</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to create, complete or edit logic diagrams and truth tables for given scenarios</a:t>
            </a:r>
            <a:endParaRPr lang="en-US" sz="1900" dirty="0"/>
          </a:p>
        </p:txBody>
      </p:sp>
      <p:sp>
        <p:nvSpPr>
          <p:cNvPr id="10" name="Text 8"/>
          <p:cNvSpPr txBox="1"/>
          <p:nvPr/>
        </p:nvSpPr>
        <p:spPr>
          <a:xfrm>
            <a:off x="548640" y="3218688"/>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1" name="Shape 9"/>
          <p:cNvSpPr/>
          <p:nvPr/>
        </p:nvSpPr>
        <p:spPr>
          <a:xfrm>
            <a:off x="548640" y="3602736"/>
            <a:ext cx="1627632" cy="402336"/>
          </a:xfrm>
          <a:prstGeom prst="roundRect">
            <a:avLst>
              <a:gd name="adj" fmla="val 50000"/>
            </a:avLst>
          </a:prstGeom>
          <a:solidFill>
            <a:srgbClr val="FFFFFF"/>
          </a:solidFill>
          <a:ln w="12700">
            <a:solidFill>
              <a:srgbClr val="2D63FF"/>
            </a:solidFill>
            <a:prstDash val="solid"/>
          </a:ln>
        </p:spPr>
      </p:sp>
      <p:sp>
        <p:nvSpPr>
          <p:cNvPr id="12" name="Text 10"/>
          <p:cNvSpPr txBox="1"/>
          <p:nvPr/>
        </p:nvSpPr>
        <p:spPr>
          <a:xfrm>
            <a:off x="548640" y="3602736"/>
            <a:ext cx="162763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Scenario</a:t>
            </a:r>
            <a:endParaRPr lang="en-US" sz="1200" dirty="0"/>
          </a:p>
        </p:txBody>
      </p:sp>
      <p:sp>
        <p:nvSpPr>
          <p:cNvPr id="13" name="Shape 11"/>
          <p:cNvSpPr/>
          <p:nvPr/>
        </p:nvSpPr>
        <p:spPr>
          <a:xfrm>
            <a:off x="2304288" y="3602736"/>
            <a:ext cx="2359152" cy="402336"/>
          </a:xfrm>
          <a:prstGeom prst="roundRect">
            <a:avLst>
              <a:gd name="adj" fmla="val 50000"/>
            </a:avLst>
          </a:prstGeom>
          <a:solidFill>
            <a:srgbClr val="FFFFFF"/>
          </a:solidFill>
          <a:ln w="12700">
            <a:solidFill>
              <a:srgbClr val="2D63FF"/>
            </a:solidFill>
            <a:prstDash val="solid"/>
          </a:ln>
        </p:spPr>
      </p:sp>
      <p:sp>
        <p:nvSpPr>
          <p:cNvPr id="14" name="Text 12"/>
          <p:cNvSpPr txBox="1"/>
          <p:nvPr/>
        </p:nvSpPr>
        <p:spPr>
          <a:xfrm>
            <a:off x="2304288" y="3602736"/>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Logic diagram</a:t>
            </a:r>
            <a:endParaRPr lang="en-US" sz="1200" dirty="0"/>
          </a:p>
        </p:txBody>
      </p:sp>
      <p:sp>
        <p:nvSpPr>
          <p:cNvPr id="15" name="Shape 13"/>
          <p:cNvSpPr/>
          <p:nvPr/>
        </p:nvSpPr>
        <p:spPr>
          <a:xfrm>
            <a:off x="4791456" y="3602736"/>
            <a:ext cx="2066544" cy="402336"/>
          </a:xfrm>
          <a:prstGeom prst="roundRect">
            <a:avLst>
              <a:gd name="adj" fmla="val 50000"/>
            </a:avLst>
          </a:prstGeom>
          <a:solidFill>
            <a:srgbClr val="FFFFFF"/>
          </a:solidFill>
          <a:ln w="12700">
            <a:solidFill>
              <a:srgbClr val="2D63FF"/>
            </a:solidFill>
            <a:prstDash val="solid"/>
          </a:ln>
        </p:spPr>
      </p:sp>
      <p:sp>
        <p:nvSpPr>
          <p:cNvPr id="16" name="Text 14"/>
          <p:cNvSpPr txBox="1"/>
          <p:nvPr/>
        </p:nvSpPr>
        <p:spPr>
          <a:xfrm>
            <a:off x="4791456" y="3602736"/>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Truth table</a:t>
            </a:r>
            <a:endParaRPr lang="en-US" sz="1200" dirty="0"/>
          </a:p>
        </p:txBody>
      </p:sp>
      <p:sp>
        <p:nvSpPr>
          <p:cNvPr id="17" name="Shape 15"/>
          <p:cNvSpPr/>
          <p:nvPr/>
        </p:nvSpPr>
        <p:spPr>
          <a:xfrm>
            <a:off x="6986016" y="3602736"/>
            <a:ext cx="3236976"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6986016" y="3602736"/>
            <a:ext cx="323697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Intermediate output</a:t>
            </a:r>
            <a:endParaRPr lang="en-US" sz="1200" dirty="0"/>
          </a:p>
        </p:txBody>
      </p:sp>
      <p:sp>
        <p:nvSpPr>
          <p:cNvPr id="19" name="Shape 17"/>
          <p:cNvSpPr/>
          <p:nvPr/>
        </p:nvSpPr>
        <p:spPr>
          <a:xfrm>
            <a:off x="10351008" y="3602736"/>
            <a:ext cx="1005840"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10351008" y="3602736"/>
            <a:ext cx="10058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AND</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2.4 Boolean logic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security light should come on when it is dark AND movement is detected, unless the test switch is on. Write that rule in your own words, then underline the logic words.</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2.4 Boolean logic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Circuit workshop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2.4 Boolean logic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From words to logic</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Find the inputs and the output in the scenario.</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Look for the words 'and', 'or', 'not', 'either' and 'regardless'.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Decide which parts go in brackets, then build from the inputs to the output.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How do you create a logic diagram from a scenario?</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To turn a scenario into logic...</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2.4 Boolean logic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Scenario 1: the shop alarm</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shop alarm sounds (X) if the door sensor is triggered (A) AND the shop is closed (B).</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Whatever the sensors say, it always sounds if the panic button is pressed (C).</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Build the shop alarm circuit, then complete its truth table.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shop alarm expression is...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2.4 Boolean logic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Scenario 2: the hospital lift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hospital lift has two doors (A and B). An alarm sounds (X)...</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if either door is still open,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AND either the lift is moving (C) OR it is overloaded (D).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do both halves of this circuit use OR gates?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hospital lift expression is...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2.4 Boolean logic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Scenario 3: the greenhouse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greenhouse heater runs (X) if the gardener switches it on (A) OR the timer starts it (B).</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window sensor (C) normally sends 0.</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When a window is opened it sends 1, and the heater must switch off.</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does the window sensor need a NOT gate?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greenhouse expression is...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2.4 Boolean logic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Editing a diagram</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Sometimes a diagram needs changing to match a new rule.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Check each gate against the scenario, one at a time.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Test your change with a truth table.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The shop alarm should now need the panic button AND the shop to be closed. How would the circuit change?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To edit a logic diagram...</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2.4 Boolean logic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Reading diagrams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To write an expression from a diagram, start at the output and work backwards.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Each gate becomes an operator, and each gate feeding another becomes brackets.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the expression for the diagram in the experience.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To write an expression from a diagram...</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2.4 Boolean logic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Design and test</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A security light turns on (Q) if it's dark (A) AND movement is detected (B), unless the test switch (C) is on. Build it, then complete its truth table.</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2.4 Boolean logic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Logic in everyday rules</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Nearly every automatic device hides a logic expression: a boiler, a lift, a car alarm. Reading the rule and underlining the words and, or and not is most of the work.</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Real alarms</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Burglar alarms really are built from logic like this, often with extra inputs for doors, windows and a timer.</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Fail-safe design</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Emergency stops are usually wired so that a broken wire also stops the machine. Safety engineers call this fail-safe design.</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Programmable logic</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Factories use programmable logic controllers (PLCs), which are programmed with logic diagrams very like the ones you're drawing.</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2.4 Boolean logic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fire door alarm sounds (Q) when the door is open (D) AND the building is locked (L), or when the test button (T) is pressed. Write the Boolean expression.</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Draw the logic diagram for your expression.</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2.4 Boolean logic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Creating diagrams for scenarios</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Completing truth tables with intermediate outputs</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Editing and reading logic diagrams</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Circuit workshop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2.4 Boolean logic  |  Lesson 3 — Circuit workshop</dc:title>
  <dc:subject>OCR J277 GCSE Computer Science</dc:subject>
  <dc:creator>Revise 360 Ltd</dc:creator>
  <cp:lastModifiedBy>Revise 360 Ltd</cp:lastModifiedBy>
  <cp:revision>1</cp:revision>
  <dcterms:created xsi:type="dcterms:W3CDTF">2026-10-01T02:34:51Z</dcterms:created>
  <dcterms:modified xsi:type="dcterms:W3CDTF">2026-10-01T02:34:51Z</dcterms:modified>
</cp:coreProperties>
</file>
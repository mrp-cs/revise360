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Phishing inbox.
Open the experience at revise360.co.uk and hand out NS_L04_PhishingInbox_Worksheet.docx.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phishing?.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What attackers gain.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Spot the signs.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Check the link.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Targeted phishing.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What to do.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No: it only means the connection is encrypted.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Check the link, and work through its example again, aloud, with the class watching, then re-ask this question.
The course's own response to a wrong answer here: Criminals can get certificates for their fake sites too.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(ns-l04-s4-c2),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1.4 Network security  |  Lesson 4</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Phishing inbox</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Phishing doesn't attack the computer: it attacks you. Work through an inbox of suspicious messages and learn the signs that give a phishing attempt away.</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can you recognise a phishing message, and what should you do about it?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phishing is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identify and protect against phishing</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1627632"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Phishing</a:t>
            </a:r>
            <a:endParaRPr lang="en-US" sz="1200" dirty="0"/>
          </a:p>
        </p:txBody>
      </p:sp>
      <p:sp>
        <p:nvSpPr>
          <p:cNvPr id="16" name="Shape 14"/>
          <p:cNvSpPr/>
          <p:nvPr/>
        </p:nvSpPr>
        <p:spPr>
          <a:xfrm>
            <a:off x="2304288" y="4535424"/>
            <a:ext cx="3090672"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304288" y="4535424"/>
            <a:ext cx="309067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Social engineering</a:t>
            </a:r>
            <a:endParaRPr lang="en-US" sz="1200" dirty="0"/>
          </a:p>
        </p:txBody>
      </p:sp>
      <p:sp>
        <p:nvSpPr>
          <p:cNvPr id="18" name="Shape 16"/>
          <p:cNvSpPr/>
          <p:nvPr/>
        </p:nvSpPr>
        <p:spPr>
          <a:xfrm>
            <a:off x="5522976" y="4535424"/>
            <a:ext cx="1627632"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5522976" y="4535424"/>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Spoofing</a:t>
            </a:r>
            <a:endParaRPr lang="en-US" sz="1200" dirty="0"/>
          </a:p>
        </p:txBody>
      </p:sp>
      <p:sp>
        <p:nvSpPr>
          <p:cNvPr id="20" name="Shape 18"/>
          <p:cNvSpPr/>
          <p:nvPr/>
        </p:nvSpPr>
        <p:spPr>
          <a:xfrm>
            <a:off x="7278624" y="4535424"/>
            <a:ext cx="1042416"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7278624" y="4535424"/>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Link</a:t>
            </a:r>
            <a:endParaRPr lang="en-US" sz="1200" dirty="0"/>
          </a:p>
        </p:txBody>
      </p:sp>
      <p:sp>
        <p:nvSpPr>
          <p:cNvPr id="22" name="Shape 20"/>
          <p:cNvSpPr/>
          <p:nvPr/>
        </p:nvSpPr>
        <p:spPr>
          <a:xfrm>
            <a:off x="8449056" y="4535424"/>
            <a:ext cx="1920240"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8449056" y="4535424"/>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Attachment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Think of a message you have received that looked suspicious. What made you doubt it? If you have never had one, describe what you would look for.</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Phishing inbox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phishing?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online fraud technique: fake messages designed to trick people into giving away personal information.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message pretends to come from a trustworthy organisation, such as a bank or a school.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It's a form of social engineering: it targets people, not software.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exam definition of phishing in your own words.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Phishing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attackers gain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Usernames and passwords, which open email, banking and school accounts.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Bank and card details, used for fraud or sold 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way into an organisation's network, by stealing a staff login.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could an attacker do with a teacher's school password?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successful phish gives the attacker...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Spot the signs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 the sender's address, not just the display name.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Look for urgency or threats: 'act now or your account will be closed'.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Generic greetings, spelling mistakes and odd formatting are clues.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Unexpected attachments or links asking you to log 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four signs that an email might be phishing.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Signs of a phishing message include...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 the link</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Hover over a link to see where it really goes.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Attackers use lookalike addresses, such as barclays-secure-login.com.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padlock only means the connection is encrypted; it doesn't mean the site is honest.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of the addresses on the wall is genuine, and how can you tell?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check a link, you should...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Targeted phishing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Spear phishing targets one person, using details about them to look convincing.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Whaling targets senior staff, such as a head teacher or finance director.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Smishing uses text messages and vishing uses phone calls.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spear phishing more likely to succeed than a mass email?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Targeted phishing includes...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to do</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Don't click links or open attachments in suspicious messages.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 with the organisation using a number or address you already know.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Report it: to the teacher, the IT team, or a national reporting service.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you did click, change your password straight away and tell someone.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three steps you would take if you thought you had been phished.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If a message looks like phishing, you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Does a padlock in the address bar mean a site is safe?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Yes, if the site has a logo</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Only on phones</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No: it only means the connection is encrypted</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Yes, always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Phish or safe?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messages are waiting in the inbox. Tap the star and sort each one: is it a phishing sign, or normal?</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the name comes from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'Phishing' is a play on 'fishing': attackers cast out bait and wait to see who bites. The 'ph' comes from 'phreaking', an old form of phone hacking.</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Millions a day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Billions of phishing emails are sent every day. Even a success rate far below 1% makes it worth the attackers' time.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Report it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the UK, suspicious emails can be forwarded to report@phishing.gov.uk, and suspicious texts to 7726.</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Clever fakes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Attackers register domains that look almost identical to real ones, sometimes using letters from other alphabets that look the same.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what phishing is and what the attacker is trying to obtain.</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Give two features of a message that suggest it is phishing.</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two measures an organisation can take to reduce the risk of staff being phished.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phishing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attackers gain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Spotting and reporting phishing</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Phishing inbox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1.4 Network security  |  Lesson 4 — Phishing inbox</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
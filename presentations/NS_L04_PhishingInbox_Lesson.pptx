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4: Phishing inbox.
Open the experience at revise360.co.uk and hand out NS_L04_PhishingInbox_Worksheet.docx.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What is phishing?.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What attackers gain.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Spot the signs.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Check the link.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Targeted phishing.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What to do.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Phishing inbox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Phishing doesn't attack the computer: it attacks you. Work through an inbox of suspicious messages and learn the signs that give a phishing attempt away.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OCR J277 Paper 1  |  Computer systems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can you recognise a phishing message, and what should you do about it?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what phishing is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how to identify and protect against phishing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51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35424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53542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Phishing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04288" y="4535424"/>
            <a:ext cx="30906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04288" y="4535424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Social engineering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22976" y="4535424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22976" y="453542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Spoofing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78624" y="4535424"/>
            <a:ext cx="104241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78624" y="4535424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449056" y="4535424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49056" y="453542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Attachment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Think of a message you have received that looked suspicious. What made you doubt it? If you have never had one, describe what you would look for.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Phishing inbox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Read, then write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wall, write the key fact and your answer to the challenge on the worksheet.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tap the badge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answer the questions once you have written. Your first answer is the one that counts.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down at the end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starred final challenge is on the floor. Predict on paper first.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phishing?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online fraud technique: fake messages designed to trick people into giving away personal information.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message pretends to come from a trustworthy organisation, such as a bank or a school.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It's a form of social engineering: it targets people, not software.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the exam definition of phishing in your own words.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Phishing is...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attackers gain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Usernames and passwords, which open email, banking and school accounts.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Bank and card details, used for fraud or sold on.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way into an organisation's network, by stealing a staff login.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could an attacker do with a teacher's school password?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successful phish gives the attacker...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Spot the signs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 the sender's address, not just the display name.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for urgency or threats: 'act now or your account will be closed'.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Generic greetings, spelling mistakes and odd formatting are clues.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Unexpected attachments or links asking you to log in.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 four signs that an email might be phishing.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Signs of a phishing message include...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 the link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Hover over a link to see where it really goes.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Attackers use lookalike addresses, such as barclays-secure-login.com.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padlock only means the connection is encrypted; it doesn't mean the site is honest.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of the addresses on the wall is genuine, and how can you tell?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check a link, you should...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Targeted phishing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Spear phishing targets one person, using details about them to look convincing.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Whaling targets senior staff, such as a head teacher or finance director.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Smishing uses text messages and vishing uses phone calls.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is spear phishing more likely to succeed than a mass email?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Targeted phishing includes...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to do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Don't click links or open attachments in suspicious messages.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 with the organisation using a number or address you already know.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 it: to the teacher, the IT team, or a national reporting service.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you did click, change your password straight away and tell someone.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the three steps you would take if you thought you had been phished.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a message looks like phishing, you should...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Phish or safe?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Eight messages are waiting in the inbox. Tap the star and sort each one: is it a phishing sign, or normal?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the name comes from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'Phishing' is a play on 'fishing': attackers cast out bait and wait to see who bites. The 'ph' comes from 'phreaking', an old form of phone hacking.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Millions a day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Billions of phishing emails are sent every day. Even a success rate far below 1% makes it worth the attackers' time.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 it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the UK, suspicious emails can be forwarded to report@phishing.gov.uk, and suspicious texts to 7726.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Clever fakes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Attackers register domains that look almost identical to real ones, sometimes using letters from other alphabets that look the same.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Describe what phishing is and what the attacker is trying to obtain.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[3]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Give two features of a message that suggest it is phishing.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[2]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 two measures an organisation can take to reduce the risk of staff being phished.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phishing is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attackers gain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Spotting and reporting phishing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Phishing inbox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1.4 Network security  |  Lesson 4 — Phishing inbox</dc:title>
  <dc:subject>OCR J277 GCSE Computer Science</dc:subject>
  <dc:creator>Revise 360 Ltd</dc:creator>
  <cp:lastModifiedBy>Revise 360 Ltd</cp:lastModifiedBy>
  <cp:revision>1</cp:revision>
  <dcterms:created xsi:type="dcterms:W3CDTF">2026-10-01T02:34:50Z</dcterms:created>
  <dcterms:modified xsi:type="dcterms:W3CDTF">2026-10-01T02:34:50Z</dcterms:modified>
</cp:coreProperties>
</file>
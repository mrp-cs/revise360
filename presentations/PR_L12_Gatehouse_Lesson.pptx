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12: Gatehouse.
Open the experience at revise360.co.uk and hand out PR_L12_Gatehouse_Worksheet.docx.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Checking the input.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Range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Length and format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Keeping asking.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Authentication.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12</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Gatehouse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Users mistype, and some of them try it on. At the gatehouse you will write the checks that keep bad data out and the loops that keep asking until the data is right.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is refusing bad data better than letting a program stop with an error?</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 presence, type, range, length and format check</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a validation loop keeps asking until the value typed in passes every check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code an authentication check that allows only a set number of attempts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Validation</a:t>
            </a:r>
            <a:endParaRPr lang="en-US" sz="1200" dirty="0"/>
          </a:p>
        </p:txBody>
      </p:sp>
      <p:sp>
        <p:nvSpPr>
          <p:cNvPr id="19" name="Shape 17"/>
          <p:cNvSpPr/>
          <p:nvPr/>
        </p:nvSpPr>
        <p:spPr>
          <a:xfrm>
            <a:off x="2596896" y="5468112"/>
            <a:ext cx="2505456"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Presence check</a:t>
            </a:r>
            <a:endParaRPr lang="en-US" sz="1200" dirty="0"/>
          </a:p>
        </p:txBody>
      </p:sp>
      <p:sp>
        <p:nvSpPr>
          <p:cNvPr id="21" name="Shape 19"/>
          <p:cNvSpPr/>
          <p:nvPr/>
        </p:nvSpPr>
        <p:spPr>
          <a:xfrm>
            <a:off x="5230368" y="5468112"/>
            <a:ext cx="19202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23036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Type check</a:t>
            </a:r>
            <a:endParaRPr lang="en-US" sz="1200" dirty="0"/>
          </a:p>
        </p:txBody>
      </p:sp>
      <p:sp>
        <p:nvSpPr>
          <p:cNvPr id="23" name="Shape 21"/>
          <p:cNvSpPr/>
          <p:nvPr/>
        </p:nvSpPr>
        <p:spPr>
          <a:xfrm>
            <a:off x="7278624"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278624"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Range check</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reads an age with age = int(input()) and the user types the word twelve. Write down what happens to the program, and the check that should have come before the cast.</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Gatehouse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Checking the input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presence check refuses input that is empty once any stray spaces are stripped off.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type check uses isdigit(), so text typed where a number was wanted cannot crash the program.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casting with int() before checking, which stops the program instead of rejecting the value.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must a type check happen before the value is cast?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is sensible, not that it is true: a wrong but sensible date passes every check.</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Range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range check refuses anything that falls outside the allowed limits.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Inclusive limits need &gt;= and &lt;=, so the boundary values themselves are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rule says 'or more', which rejects a perfectly valid boundary.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two values would you test on a score that must be 1 to 10?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Negative values are fine for a temperature but never for an age, so a range check must suit its data.</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Length and format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length check counts the characters with len(), against a minimum and a maximum.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format check tests the pattern: which positions must be letters and which must be digits.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checking the pattern before the length, which can read past the end of the string.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the checks a reference of two letters then four digits needs.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isalpha(), isdigit() and isnumeric() each answer one format question about a whole string at once.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Keeping asking</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validation loop reads once, then repeats for as long as the value breaks a rule.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Saying which rule was broken makes the program far easier to use.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second input() out, so the loop tests the same bad value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say what was wrong rather than just 'invalid'?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loop that keeps asking until the data is right is the simplest defensive design there is.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Authentication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Authentication checks who the user is, usually with a username and a password.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attempt counter lets a program lock the account after a set number of tries.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counting the attempts but never stopping, so guessing can carry on forever.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is the difference between validation and authentication?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Validation checks data and authentication checks people, and the exam asks for that difference often.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Validate each value in its own loop before the program moves on to the next 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that keeps going when one line of data is wrong is more useful than one that stops.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validating at the end, when the first bad value has already been used.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checks a club sign-up needs for a username and an age.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a bad line and counting it is often better than stopping: the report still comes 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check?</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rules are pinned up in the gatehouse. Tap the star and sort each one into the kind of check it is.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Strip it first</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stray space is still a character, so a presence check should strip the input before testing it for empty.</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Inclusive means both</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'From 1 to 10 inclusive' means 1 and 10 both pass. Test them: that is exactly what boundary data is for.</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Length, then format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Checking the length first means a format check can safely look at a particular position in the string.</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Three tries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Locking an account after three wrong passwords stops a program being guessed at one attempt at a time.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range check for a satisfaction score that must be from 1 to 10 inclusive is written if score &gt; 1 and score &lt; 10. State the two scores this wrongly refuses, and write the condition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keeps asking for a tutor group code of exactly one letter followed by two digits until a valid one is typed.</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allows three attempts at the four-digit passcode 2471, and prints Locked if all three attempts are wrong.</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12</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presence, type and range check</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Coding a length check and a format check</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validation loop and an authentication check</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Gatehouse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12 — Gatehouse</dc:title>
  <dc:subject>OCR J277 GCSE Computer Science</dc:subject>
  <dc:creator>Revise 360 Ltd</dc:creator>
  <cp:lastModifiedBy>Revise 360 Ltd</cp:lastModifiedBy>
  <cp:revision>1</cp:revision>
  <dcterms:created xsi:type="dcterms:W3CDTF">2026-10-02T10:24:01Z</dcterms:created>
  <dcterms:modified xsi:type="dcterms:W3CDTF">2026-10-02T10:24:01Z</dcterms:modified>
</cp:coreProperties>
</file>
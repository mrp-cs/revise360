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5: Pseudocode press.
Open the experience at revise360.co.uk and hand out AL_L05_Pseudocodepress_Worksheet.docx.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What pseudocode is.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Variables and assignment.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Selection.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Iteration.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Arrays and subprograms.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Reading the reference language.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Pseudocode press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Pseudocode is the halfway house between English and code: precise enough to follow exactly, free of the fuss of a real language. The exam uses its own version, so learn to read it.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OCR J277 Paper 2  |  Computational thinking, algorithms and programming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is an algorithm written so that anyone can follow it exactly?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what is meant by the term pseudocode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to write pseudocode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the OCR reference language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Pseudocode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96896" y="5468112"/>
            <a:ext cx="309067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96896" y="5468112"/>
            <a:ext cx="3090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Reference language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815584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815584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Variable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571232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571232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Selection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473184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473184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Iteration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instructions for making a cup of tea so precise that someone who has never seen a kettle could follow them.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Pseudocode press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Read, then write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wall, write the key fact and your answer to the challenge on the worksheet.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tap the badge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answer the questions once you have written. Your first answer is the one that counts.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down at the end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starred final challenge is on the floor. Predict on paper first.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pseudocode is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Pseudocode describes an algorithm in a structured, language-free way.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cannot be run: it is written for a human reader, not a computer.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lets you plan the logic before choosing a language.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why pseudocode is written even though it cannot be run.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Pseudocode is...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Variables and assignment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variable is a named place to store a value that can change.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Assignment puts a value into a variable: total = 0.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the reference language, input is written name = input('...') and output is print(...).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three lines of pseudocode that input a name and greet the user.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Variables and assignment work by...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Selection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Selection chooses between paths using if, elseif and else.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condition uses comparison operators: ==, !=, &lt;, &gt;, &lt;=, &gt;=.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the reference language a block ends with endif.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pseudocode that reports whether a mark is a pass or a fail.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Selection in pseudocode uses...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Iteration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Iteration repeats steps. A for loop repeats a known number of times.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while loop repeats as long as a condition is true, and may never run at all.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do-until loop always runs at least once, then checks.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loop that prints the numbers one to five.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Iteration in pseudocode uses...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Arrays and subprograms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array holds several values under one name, numbered from zero.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scores[0] is the first item, scores[1] the second.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subprogram is defined with function or procedure and called by name.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pseudocode that outputs the third item of an array called names.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Arrays and subprograms in pseudocode...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the reference language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exam uses OCR's own reference language, close to Python but not identical.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 are never asked to write in a specific language: any clear pseudocode is accepted.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 do need to read the reference language accurately.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a short reference-language program and state its output.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OCR reference language...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code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short programs in the reference language. Tap the star and work out what each one does.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standard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There is no official pseudocode. Every exam board and textbook has its own, which is why OCR publishes a reference guide.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Close to Python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reference language looks like Python on purpose, because so many schools teach Python, but the endif and next keywords are not Python.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Zero indexing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Arrays start at zero in most languages, a habit that comes from the arithmetic of memory addresses.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Off by one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commonest loop bug in the world is running one time too many or too few. Count the repeats by hand when checking.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State what is meant by pseudocode.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the difference between a for loop and a while loop.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an algorithm, using pseudocode, that inputs ten numbers and outputs the largest.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[6]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pseudocode is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Selection and iteration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the OCR reference language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Pseudocode press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2.1 Algorithms  |  Lesson 5 — Pseudocode press</dc:title>
  <dc:subject>OCR J277 GCSE Computer Science</dc:subject>
  <dc:creator>Revise 360 Ltd</dc:creator>
  <cp:lastModifiedBy>Revise 360 Ltd</cp:lastModifiedBy>
  <cp:revision>1</cp:revision>
  <dcterms:created xsi:type="dcterms:W3CDTF">2026-09-30T12:05:32Z</dcterms:created>
  <dcterms:modified xsi:type="dcterms:W3CDTF">2026-09-30T12:05:32Z</dcterms:modified>
</cp:coreProperties>
</file>
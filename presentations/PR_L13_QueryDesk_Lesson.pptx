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 Query desk.
Open the experience at revise360.co.uk and hand out PR_L13_QueryDesk_Worksheet.docx.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SELECT and FROM.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Comparing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AND and OR.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Sorting results.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Query desk</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database holds far more than a program could ever keep in memory, and SQL is how you ask it a question. At the query desk you will write queries against a table of games.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clause of a query decides which fields come back, and which clause decides which records?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SELECT and FROM choose the fields and the table a query reads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WHERE decides which records a query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join conditions with AND and OR, and how to sort results with ORDER BY</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0058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19" name="Shape 17"/>
          <p:cNvSpPr/>
          <p:nvPr/>
        </p:nvSpPr>
        <p:spPr>
          <a:xfrm>
            <a:off x="168249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68249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Database</a:t>
            </a:r>
            <a:endParaRPr lang="en-US" sz="1200" dirty="0"/>
          </a:p>
        </p:txBody>
      </p:sp>
      <p:sp>
        <p:nvSpPr>
          <p:cNvPr id="21" name="Shape 19"/>
          <p:cNvSpPr/>
          <p:nvPr/>
        </p:nvSpPr>
        <p:spPr>
          <a:xfrm>
            <a:off x="3438144"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43814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Table</a:t>
            </a:r>
            <a:endParaRPr lang="en-US" sz="1200" dirty="0"/>
          </a:p>
        </p:txBody>
      </p:sp>
      <p:sp>
        <p:nvSpPr>
          <p:cNvPr id="23" name="Shape 21"/>
          <p:cNvSpPr/>
          <p:nvPr/>
        </p:nvSpPr>
        <p:spPr>
          <a:xfrm>
            <a:off x="4754880"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7548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Field</a:t>
            </a:r>
            <a:endParaRPr lang="en-US" sz="1200" dirty="0"/>
          </a:p>
        </p:txBody>
      </p:sp>
      <p:sp>
        <p:nvSpPr>
          <p:cNvPr id="25" name="Shape 23"/>
          <p:cNvSpPr/>
          <p:nvPr/>
        </p:nvSpPr>
        <p:spPr>
          <a:xfrm>
            <a:off x="6071616"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07161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
        <p:nvSpPr>
          <p:cNvPr id="27" name="Shape 25"/>
          <p:cNvSpPr/>
          <p:nvPr/>
        </p:nvSpPr>
        <p:spPr>
          <a:xfrm>
            <a:off x="753465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53465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a:t>
            </a:r>
            <a:endParaRPr lang="en-US" sz="1200" dirty="0"/>
          </a:p>
        </p:txBody>
      </p:sp>
      <p:sp>
        <p:nvSpPr>
          <p:cNvPr id="29" name="Shape 27"/>
          <p:cNvSpPr/>
          <p:nvPr/>
        </p:nvSpPr>
        <p:spPr>
          <a:xfrm>
            <a:off x="8997696" y="5468112"/>
            <a:ext cx="1042416"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899769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FROM</a:t>
            </a:r>
            <a:endParaRPr lang="en-US" sz="1200" dirty="0"/>
          </a:p>
        </p:txBody>
      </p:sp>
      <p:sp>
        <p:nvSpPr>
          <p:cNvPr id="31" name="Shape 29"/>
          <p:cNvSpPr/>
          <p:nvPr/>
        </p:nvSpPr>
        <p:spPr>
          <a:xfrm>
            <a:off x="10168128" y="5468112"/>
            <a:ext cx="1188720"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1016812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table called Tree holds the fields Name, Height and Native, and 30 records. Write down how many fields and how many records come back from SELECT Name, Height FROM Tree, and which clause you would add to cut the records down.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Query desk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 and FROM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names the fields you want, and FROM names the table they live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means every field, and with no WHERE every record comes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listing the fields in the wrong order, since results come out in the order you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a query decides how many records come back?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stands for Structured Query Language, and it is a language for asking rather than for programming.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filters the records, keeping only the ones whose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match goes inside quotes, and numbers do not.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quotes off text, so SQL looks for a field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records come back from a query that has no WHERE at all?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WHERE looks at each record on its own and decides whether to keep it or drop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comparisons are =, &lt;&gt;, &gt;, &lt;, &gt;= and &lt;=, and they work on numbers and on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'Longer than 45' is &gt; 45, but '45 or longer' is &gt;= 45.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&gt; where the question says 'or more', which loses the boundary record.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WHERE clause for games lasting 45 minutes or longer.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writes 'not equal to' as &lt;&gt;, where Python writes it as !=.</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AND and OR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keeps a record only when both conditions hold; OR keeps it when either one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Brackets make the meaning clear when AND and OR appear in the same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AND where the question means OR, which often gives no records at all.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AND give nothing for 'under 20 minutes or over 60'?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narrows the results down and OR widens them out, which is worth saying out loud as you write.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Sorting results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ORDER BY sorts the results by a field, smallest or earliest first.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DESC reverses that, so the largest or latest comes first instead.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putting ORDER BY before WHERE, when it always comes last.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clause lists the longest games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Ascending is the default order, which SQL calls ASC, so it is almost never typed out.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clauses always come in the order SELECT, FROM, WHERE, ORDER BY.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Build a query one clause at a time and check what comes back at every step.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mixing up the quotes, so a word is read as a field name and the query finds nothing.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for games that are not card games and last an hour or less, longest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One line of SQL can do the work of a loop, an if statement and a sort put together.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query</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The table games has the fields title, kind, players and minutes. Tap the star and put the clauses of one query into the order SQL needs them.</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Asking, not telling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SQL says what you want, not how to get it. The database works the steps out for itself.</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Quotes matter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kind = card looks for a field called card and fails. WHERE kind = 'card' looks for the word.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Boundaries again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'Over 60' and '60 or more' are different queries. The off-by-one that bites in Python bites here too.</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Use brackets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a AND b OR c can mean two different things, and brackets say which one you meant.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query is written SELECT Title FROM Game ORDER BY Length WHERE Players = 2. State the error in it, and write the query out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table called Track holds the fields Title, Artist, Seconds and Genre. Write a query that lists the title and artist of every track longer than 240 seconds, longest first.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Using the same Track table, write a query that lists the title of every track that is Jazz or Blues and lasts under 180 seconds.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SELECT ... FROM query</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Filtering records with WHERE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AND, OR and ORDER BY</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Query desk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13 — Query desk</dc:title>
  <dc:subject>OCR J277 GCSE Computer Science</dc:subject>
  <dc:creator>Revise 360 Ltd</dc:creator>
  <cp:lastModifiedBy>Revise 360 Ltd</cp:lastModifiedBy>
  <cp:revision>1</cp:revision>
  <dcterms:created xsi:type="dcterms:W3CDTF">2026-10-02T09:26:45Z</dcterms:created>
  <dcterms:modified xsi:type="dcterms:W3CDTF">2026-10-02T09:26:45Z</dcterms:modified>
</cp:coreProperties>
</file>
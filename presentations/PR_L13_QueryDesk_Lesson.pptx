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13: Query desk.
Open the experience at revise360.co.uk and hand out PR_L13_QueryDesk_Worksheet.docx.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SELECT and FROM.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WHERE.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Comparing values.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AND and OR.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Sorting results.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Putting it together.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Python programming  |  Lesson 13</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Query desk</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A database holds far more than a program could ever keep in memory, and SQL is how you ask it a question. At the query desk you will write queries against a table of games.</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Revise 360 Python course  |  Beyond the OCR J277 specification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Which clause of a query decides which fields come back, and which clause decides which records?</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SELECT and FROM choose the fields and the table a query reads</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WHERE decides which records a query hands back</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join conditions with AND and OR, and how to sort results with ORDER BY</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1005840"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10058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SQL</a:t>
            </a:r>
            <a:endParaRPr lang="en-US" sz="1200" dirty="0"/>
          </a:p>
        </p:txBody>
      </p:sp>
      <p:sp>
        <p:nvSpPr>
          <p:cNvPr id="19" name="Shape 17"/>
          <p:cNvSpPr/>
          <p:nvPr/>
        </p:nvSpPr>
        <p:spPr>
          <a:xfrm>
            <a:off x="1682496" y="5468112"/>
            <a:ext cx="1627632"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1682496" y="5468112"/>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Database</a:t>
            </a:r>
            <a:endParaRPr lang="en-US" sz="1200" dirty="0"/>
          </a:p>
        </p:txBody>
      </p:sp>
      <p:sp>
        <p:nvSpPr>
          <p:cNvPr id="21" name="Shape 19"/>
          <p:cNvSpPr/>
          <p:nvPr/>
        </p:nvSpPr>
        <p:spPr>
          <a:xfrm>
            <a:off x="3438144" y="5468112"/>
            <a:ext cx="1188720"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3438144"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Table</a:t>
            </a:r>
            <a:endParaRPr lang="en-US" sz="1200" dirty="0"/>
          </a:p>
        </p:txBody>
      </p:sp>
      <p:sp>
        <p:nvSpPr>
          <p:cNvPr id="23" name="Shape 21"/>
          <p:cNvSpPr/>
          <p:nvPr/>
        </p:nvSpPr>
        <p:spPr>
          <a:xfrm>
            <a:off x="4754880" y="5468112"/>
            <a:ext cx="1188720"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4754880"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Field</a:t>
            </a:r>
            <a:endParaRPr lang="en-US" sz="1200" dirty="0"/>
          </a:p>
        </p:txBody>
      </p:sp>
      <p:sp>
        <p:nvSpPr>
          <p:cNvPr id="25" name="Shape 23"/>
          <p:cNvSpPr/>
          <p:nvPr/>
        </p:nvSpPr>
        <p:spPr>
          <a:xfrm>
            <a:off x="6071616" y="5468112"/>
            <a:ext cx="1335024"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6071616"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Record</a:t>
            </a:r>
            <a:endParaRPr lang="en-US" sz="1200" dirty="0"/>
          </a:p>
        </p:txBody>
      </p:sp>
      <p:sp>
        <p:nvSpPr>
          <p:cNvPr id="27" name="Shape 25"/>
          <p:cNvSpPr/>
          <p:nvPr/>
        </p:nvSpPr>
        <p:spPr>
          <a:xfrm>
            <a:off x="7534656" y="5468112"/>
            <a:ext cx="1335024" cy="402336"/>
          </a:xfrm>
          <a:prstGeom prst="roundRect">
            <a:avLst>
              <a:gd name="adj" fmla="val 50000"/>
            </a:avLst>
          </a:prstGeom>
          <a:solidFill>
            <a:srgbClr val="FFFFFF"/>
          </a:solidFill>
          <a:ln w="12700">
            <a:solidFill>
              <a:srgbClr val="2D63FF"/>
            </a:solidFill>
            <a:prstDash val="solid"/>
          </a:ln>
        </p:spPr>
      </p:sp>
      <p:sp>
        <p:nvSpPr>
          <p:cNvPr id="28" name="Text 26"/>
          <p:cNvSpPr txBox="1"/>
          <p:nvPr/>
        </p:nvSpPr>
        <p:spPr>
          <a:xfrm>
            <a:off x="7534656"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SELECT</a:t>
            </a:r>
            <a:endParaRPr lang="en-US" sz="1200" dirty="0"/>
          </a:p>
        </p:txBody>
      </p:sp>
      <p:sp>
        <p:nvSpPr>
          <p:cNvPr id="29" name="Shape 27"/>
          <p:cNvSpPr/>
          <p:nvPr/>
        </p:nvSpPr>
        <p:spPr>
          <a:xfrm>
            <a:off x="8997696" y="5468112"/>
            <a:ext cx="1042416" cy="402336"/>
          </a:xfrm>
          <a:prstGeom prst="roundRect">
            <a:avLst>
              <a:gd name="adj" fmla="val 50000"/>
            </a:avLst>
          </a:prstGeom>
          <a:solidFill>
            <a:srgbClr val="FFFFFF"/>
          </a:solidFill>
          <a:ln w="12700">
            <a:solidFill>
              <a:srgbClr val="2D63FF"/>
            </a:solidFill>
            <a:prstDash val="solid"/>
          </a:ln>
        </p:spPr>
      </p:sp>
      <p:sp>
        <p:nvSpPr>
          <p:cNvPr id="30" name="Text 28"/>
          <p:cNvSpPr txBox="1"/>
          <p:nvPr/>
        </p:nvSpPr>
        <p:spPr>
          <a:xfrm>
            <a:off x="8997696" y="5468112"/>
            <a:ext cx="104241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FROM</a:t>
            </a:r>
            <a:endParaRPr lang="en-US" sz="1200" dirty="0"/>
          </a:p>
        </p:txBody>
      </p:sp>
      <p:sp>
        <p:nvSpPr>
          <p:cNvPr id="31" name="Shape 29"/>
          <p:cNvSpPr/>
          <p:nvPr/>
        </p:nvSpPr>
        <p:spPr>
          <a:xfrm>
            <a:off x="10168128" y="5468112"/>
            <a:ext cx="1188720" cy="402336"/>
          </a:xfrm>
          <a:prstGeom prst="roundRect">
            <a:avLst>
              <a:gd name="adj" fmla="val 50000"/>
            </a:avLst>
          </a:prstGeom>
          <a:solidFill>
            <a:srgbClr val="FFFFFF"/>
          </a:solidFill>
          <a:ln w="12700">
            <a:solidFill>
              <a:srgbClr val="2D63FF"/>
            </a:solidFill>
            <a:prstDash val="solid"/>
          </a:ln>
        </p:spPr>
      </p:sp>
      <p:sp>
        <p:nvSpPr>
          <p:cNvPr id="32" name="Text 30"/>
          <p:cNvSpPr txBox="1"/>
          <p:nvPr/>
        </p:nvSpPr>
        <p:spPr>
          <a:xfrm>
            <a:off x="10168128"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WHERE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table called Tree holds the fields Name, Height and Native, and 30 records. Write down how many fields and how many records come back from SELECT Name, Height FROM Tree, and which clause you would add to cut the records down.</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Query desk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Plan before you type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task and its brief. Work out the inputs, what happens to them, and exactly what is printed.</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Write it and run it</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Type the program in the editor and press Run to see what it does. Then press Check to mark it against the tests.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 failures</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A test that fails tells you what was expected and what came out. Fix and run it again - that is what programmers do.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SELECT and FROM</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SELECT names the fields you want, and FROM names the table they live in.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SELECT * means every field, and with no WHERE every record comes back.</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listing the fields in the wrong order, since results come out in the order you asked for.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part of a query decides how many records come back?</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SQL stands for Structured Query Language, and it is a language for asking rather than for programming.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WHERE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WHERE filters the records, keeping only the ones whose condition is true.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Text to match goes inside quotes, and numbers do not.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leaving the quotes off text, so SQL looks for a field with that name instead.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records come back from a query that has no WHERE at all?</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WHERE looks at each record on its own and decides whether to keep it or drop it.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Comparing values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comparisons are =, &lt;&gt;, &gt;, &lt;, &gt;= and &lt;=, and they work on numbers and on text.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'Longer than 45' is &gt; 45, but '45 or longer' is &gt;= 45.</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using &gt; where the question says 'or more', which loses the boundary record.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the WHERE clause for games lasting 45 minutes or longer.</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SQL writes 'not equal to' as &lt;&gt;, where Python writes it as !=.</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AND and OR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AND keeps a record only when both conditions hold; OR keeps it when either one does.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Brackets make the meaning clear when AND and OR appear in the same WHERE.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using AND where the question means OR, which often gives no records at all.</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would AND give nothing for 'under 20 minutes or over 60'?</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AND narrows the results down and OR widens them out, which is worth saying out loud as you write.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Sorting results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ORDER BY sorts the results by a field, smallest or earliest first.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DESC reverses that, so the largest or latest comes first instead.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putting ORDER BY before WHERE, when it always comes last.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clause lists the longest games first?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Ascending is the default order, which SQL calls ASC, so it is almost never typed out.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Putting it together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clauses always come in the order SELECT, FROM, WHERE, ORDER BY.</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Build a query one clause at a time and check what comes back at every step.</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mixing up the quotes, so a word is read as a field name and the query finds nothing.</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a query for games that are not card games and last an hour or less, longest first.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One line of SQL can do the work of a loop, an if statement and a sort put together.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Build the query</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The table games has the fields title, kind, players and minutes. Tap the star and put the clauses of one query into the order SQL needs them.</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Asking, not telling</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SQL says what you want, not how to get it. The database works the steps out for itself.</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Quotes matter</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WHERE kind = card looks for a field called card and fails. WHERE kind = 'card' looks for the word.</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Boundaries again</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'Over 60' and '60 or more' are different queries. The off-by-one that bites in Python bites here too.</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Use brackets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WHERE a AND b OR c can mean two different things, and brackets say which one you meant.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query is written SELECT Title FROM Game ORDER BY Length WHERE Players = 2. State the error in it, and write the query out corrected.</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table called Track holds the fields Title, Artist, Seconds and Genre. Write a query that lists the title and artist of every track longer than 240 seconds, longest first.</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Using the same Track table, write a query that lists the title of every track that is Jazz or Blues and lasts under 180 seconds.</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Writing a SELECT ... FROM query</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Filtering records with WHERE</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Using AND, OR and ORDER BY</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Query desk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  Lesson 13 — Query desk</dc:title>
  <dc:subject>OCR J277 GCSE Computer Science</dc:subject>
  <dc:creator>Revise 360 Ltd</dc:creator>
  <cp:lastModifiedBy>Revise 360 Ltd</cp:lastModifiedBy>
  <cp:revision>1</cp:revision>
  <dcterms:created xsi:type="dcterms:W3CDTF">2026-10-02T10:24:01Z</dcterms:created>
  <dcterms:modified xsi:type="dcterms:W3CDTF">2026-10-02T10:24:01Z</dcterms:modified>
</cp:coreProperties>
</file>
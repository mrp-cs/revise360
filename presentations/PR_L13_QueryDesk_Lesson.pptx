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Query desk.
Open the experience at revise360.co.uk and hand out PR_L13_QueryDesk_Worksheet.docx.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Query desk</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At the query desk you will write queries against a table of games.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sort results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Query desk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it is a language for asking rather than for programming.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whether to keep it or drop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Python writes it as !=.</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results down and OR widens them out, which is worth saying out loud as you write.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default order, which SQL calls ASC, so it is almost never typed out.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line of SQL can do the work of a loop, an if statement and a sort 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Query desk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Query desk</dc:title>
  <dc:subject>OCR J277 GCSE Computer Science</dc:subject>
  <dc:creator>Revise 360 Ltd</dc:creator>
  <cp:lastModifiedBy>Revise 360 Ltd</cp:lastModifiedBy>
  <cp:revision>1</cp:revision>
  <dcterms:created xsi:type="dcterms:W3CDTF">2026-10-02T05:55:28Z</dcterms:created>
  <dcterms:modified xsi:type="dcterms:W3CDTF">2026-10-02T05:55:28Z</dcterms:modified>
</cp:coreProperties>
</file>
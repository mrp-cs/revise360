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Decision gate.
Open the experience at revise360.co.uk and hand out PR_L03_DecisionGate_Worksheet.docx.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 gate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Decision gate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Decision gate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Decision gate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
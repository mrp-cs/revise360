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Decision gate.
Open the experience at revise360.co.uk and hand out PR_L03_DecisionGate_Worksheet.docx.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gate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At the decision gate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holds three branches: if score &gt; 20 prints Gold, elif score &gt; 10 prints Silver, and else prints Bronze. Write down what is printed when score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Decision gate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who returns in topic 2.4.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lift loaded to exactly its 450 kg limit need careful wording?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layout is part of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weight bands of a courier's price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'else if', and some languages make you write both words out.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raining is True whenever raining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wind &lt; 20 or 30,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condition for a drone allowed up in light wind and good visibility.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 short-circuiting.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Rewrite a nested if as one condition joined with 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 arrow of doom.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totals would you test on a medal program with cut-offs at 27 and 24?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off-by-one error at a boundary is one of the most common bugs there is.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wind is 15, the visibility is 8 and the alarm is off.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car park charges 2 pounds for up to 2 hours and 5 pounds for longer. A pupil writes if hours &gt; 2 then prints 2, and else prints 5.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wind speed in mph and prints Calm below 8, Breezy from 8 up to but not including 25, and Gale at 25 or more.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greenhouse temperature and whether the roof vent is open, and prints Open the vent only when the temperature is above 28 degrees and the vent is shut.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Decision gate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Decision gate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
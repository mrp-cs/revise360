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3: Decision gate.
Open the experience at revise360.co.uk and hand out PR_L03_DecisionGate_Worksheet.docx.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Comparing values.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if and else.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elif.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AND, OR and NOT.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Decisions inside decisions.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 gate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that always does the same thing is not much use. At the decision gate you will write the conditions that let a program choose, from a single comparison to a whole nest of them.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the order the branches are written in change what an if ... elif ... else actually does?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write a condition using the comparison operators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if, elif and else choose between several outcomes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join two conditions together with and, or and not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50592" y="5468112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50592" y="546811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52544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Boolean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61888" y="546811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61888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95744" y="5468112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95744" y="546811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66176" y="5468112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66176" y="546811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36608" y="546811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36608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570464" y="546811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70464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holds three branches: if score &gt; 20 prints Gold, elif score &gt; 10 prints Silver, and else prints Bronze. Write down what is printed when score is 30, when it is 11, and when it is 10.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Decision gate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Comparing values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comparison gives a boolean back: either True or False.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comparison operators are ==, !=, &gt;, &lt;, &gt;= and &lt;=.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comparing with one =, when one = stores a value and two compare them.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a &gt; b print when a is 5 and b is 5?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value that can only be True or False is named after George Boole, who returns in topic 2.4.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and else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runs the indented block below it only when its condition is True.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else catches every other case, and needs no condition of its own.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missing the colon, or not indenting the block underneath it.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lift loaded to exactly its 450 kg limit need careful wording?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uses indentation where most languages use brackets, so layout is part of the code.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elif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elif adds another condition, which is only tested if the ones above it were False.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stops at the first branch that is True and skips everything below.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putting a wide band first, so it catches everything and the later branches never run.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must the weight bands of a courier's price list be tested in order?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elif is short for 'else if', and some languages make you write both words out.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AND, OR and NOT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is True only when both sides are, and or is True when at least one side is.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flips a condition over, so not raining is True whenever raining is False.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writing wind &lt; 20 or 30, which Python reads as something quite different.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the condition for a drone allowed up in light wind and good visibility.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stops reading an and as soon as one side is False, which is called short-circuiting.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Decisions inside decisions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decision can sit inside another, and the inner one is only reached if the outer was True.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level of nesting is indented one more step in than the one above.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nesting where a single and would have said the same thing far more clearly.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Rewrite a nested if as one condition joined with and.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Deeply nested ifs are so hard to follow that programmers call the shape the arrow of doom.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the boundaries out first, then write the bands in the order the rules apply.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on the edge of every band, because that is exactly where conditions go wrong.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using &gt; where the rule says 'or more', which loses the boundary value.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three totals would you test on a medal program with cut-offs at 27 and 24?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off-by-one error at a boundary is one of the most common bugs there is.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True or false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wind is 15, the visibility is 8 and the alarm is off. Tap the star and decide whether each condition is True or False.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= or two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= stores a value and == compares two. Mixing them up is one of the first bugs every programmer meets.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switch here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 languages have a switch statement for choosing between many options. Python does the same job with elif.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Unreachable code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 band that catches everything is tested first, no branch below it can ever run - those lines are unreachable.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as the gates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and, or and not behave exactly like the AND, OR and NOT gates you draw truth tables for in topic 2.4.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car park charges 2 pounds for up to 2 hours and 5 pounds for longer. A pupil writes if hours &gt; 2 then prints 2, and else prints 5. Identify the logic error and write the two lines corrected.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a wind speed in mph and prints Calm below 8, Breezy from 8 up to but not including 25, and Gale at 25 or more.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a greenhouse temperature and whether the roof vent is open, and prints Open the vent only when the temperature is above 28 degrees and the vent is shut.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a condition with a comparison operator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Choosing between if, elif and else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Joining conditions with and, or and not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Decision gate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3 — Decision gate</dc:title>
  <dc:subject>OCR J277 GCSE Computer Science</dc:subject>
  <dc:creator>Revise 360 Ltd</dc:creator>
  <cp:lastModifiedBy>Revise 360 Ltd</cp:lastModifiedBy>
  <cp:revision>1</cp:revision>
  <dcterms:created xsi:type="dcterms:W3CDTF">2026-10-01T23:56:57Z</dcterms:created>
  <dcterms:modified xsi:type="dcterms:W3CDTF">2026-10-01T23:56:57Z</dcterms:modified>
</cp:coreProperties>
</file>
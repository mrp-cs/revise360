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Speed lab.
Open the experience at revise360.co.uk and hand out SA_L03_SpeedLab_Worksheet.docx.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Clock speed.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Overclocking and heat.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Cache size.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Number of cores.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Single core, 2.5 GHz.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Units of speed.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A processing unit that can fetch, decode and execute instructions independently.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Number of cores, and work through its example again, aloud, with the class watching, then re-ask this question.
The course's own response to a wrong answer here: Multi-core CPUs have several of these on one chip.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(sa-l03-s4-c1),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1.1 Systems architecture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Speed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Why is one computer faster than another? In the speed lab you'll test the three characteristics that affect CPU performance: clock speed, cache size and the number of cores.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factors affect CPU performance?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three ways in which the speed of a CPU, and therefore a computer, can be increased</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units clock speed is measured in, and what overclocking does to heat</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066544"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Clock speed</a:t>
            </a:r>
            <a:endParaRPr lang="en-US" sz="1200" dirty="0"/>
          </a:p>
        </p:txBody>
      </p:sp>
      <p:sp>
        <p:nvSpPr>
          <p:cNvPr id="16" name="Shape 14"/>
          <p:cNvSpPr/>
          <p:nvPr/>
        </p:nvSpPr>
        <p:spPr>
          <a:xfrm>
            <a:off x="2743200" y="4535424"/>
            <a:ext cx="1188720"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743200" y="4535424"/>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Hertz</a:t>
            </a:r>
            <a:endParaRPr lang="en-US" sz="1200" dirty="0"/>
          </a:p>
        </p:txBody>
      </p:sp>
      <p:sp>
        <p:nvSpPr>
          <p:cNvPr id="18" name="Shape 16"/>
          <p:cNvSpPr/>
          <p:nvPr/>
        </p:nvSpPr>
        <p:spPr>
          <a:xfrm>
            <a:off x="4059936" y="4535424"/>
            <a:ext cx="1005840"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4059936" y="4535424"/>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GHz</a:t>
            </a:r>
            <a:endParaRPr lang="en-US" sz="1200" dirty="0"/>
          </a:p>
        </p:txBody>
      </p:sp>
      <p:sp>
        <p:nvSpPr>
          <p:cNvPr id="20" name="Shape 18"/>
          <p:cNvSpPr/>
          <p:nvPr/>
        </p:nvSpPr>
        <p:spPr>
          <a:xfrm>
            <a:off x="5193792" y="4535424"/>
            <a:ext cx="1188720"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5193792" y="4535424"/>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Cache</a:t>
            </a:r>
            <a:endParaRPr lang="en-US" sz="1200" dirty="0"/>
          </a:p>
        </p:txBody>
      </p:sp>
      <p:sp>
        <p:nvSpPr>
          <p:cNvPr id="22" name="Shape 20"/>
          <p:cNvSpPr/>
          <p:nvPr/>
        </p:nvSpPr>
        <p:spPr>
          <a:xfrm>
            <a:off x="6510528" y="4535424"/>
            <a:ext cx="1188720"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6510528" y="4535424"/>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Cores</a:t>
            </a:r>
            <a:endParaRPr lang="en-US" sz="1200" dirty="0"/>
          </a:p>
        </p:txBody>
      </p:sp>
      <p:sp>
        <p:nvSpPr>
          <p:cNvPr id="24" name="Shape 22"/>
          <p:cNvSpPr/>
          <p:nvPr/>
        </p:nvSpPr>
        <p:spPr>
          <a:xfrm>
            <a:off x="7827264" y="4535424"/>
            <a:ext cx="2212848" cy="402336"/>
          </a:xfrm>
          <a:prstGeom prst="roundRect">
            <a:avLst>
              <a:gd name="adj" fmla="val 50000"/>
            </a:avLst>
          </a:prstGeom>
          <a:solidFill>
            <a:srgbClr val="FFFFFF"/>
          </a:solidFill>
          <a:ln w="12700">
            <a:solidFill>
              <a:srgbClr val="2D63FF"/>
            </a:solidFill>
            <a:prstDash val="solid"/>
          </a:ln>
        </p:spPr>
      </p:sp>
      <p:sp>
        <p:nvSpPr>
          <p:cNvPr id="25" name="Text 23"/>
          <p:cNvSpPr txBox="1"/>
          <p:nvPr/>
        </p:nvSpPr>
        <p:spPr>
          <a:xfrm>
            <a:off x="7827264" y="4535424"/>
            <a:ext cx="221284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Overclocking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Two laptops both have 8 GB of RAM, but one feels much faster. Suggest three things about their processors that could explain the difference.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Speed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Clock speed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number of fetch-decode-execute cycles a CPU can carry out each second.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Measured in hertz (Hz): 1 Hz is one cycle per second.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3.5 GHz CPU runs 3.5 billion cycles per second. Higher clock speed means more instructions each second.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State what is meant by a 2.5 GHz processor.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Clock speed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Overclocking and heat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Overclocking runs a CPU faster than its intended clock speed.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Faster CPUs produce more heat, so they need better cooling, like heatsinks and fans.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Too much heat can make a computer unstable or damage the CPU.</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 faster CPUs need better cooling?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Overclocking means... The risk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Cache size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Cache is fast memory inside the CPU for frequently used instructions and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bigger cache holds more, so the CPU makes fewer slow trips to 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Cache comes in levels: L1 is fastest and smallest; L2 and L3 are bigger and a little slower.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how a bigger cache improves performance.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larger cache improves performance because...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Number of cores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core is a processing unit that can fetch, decode and execute instructions on its 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quad-core CPU can process four instructions at the same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Doubling the cores doesn't always double the speed: software must be written to use them, and some tasks can't be split up.</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doesn't a dual-core CPU always run a program twice as fast as a single-core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More cores improve performance because... but...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Single core, 2.5 GHz</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'Single core' means the CPU has one processing unit.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'2.5 GHz' means it runs 2.5 billion fetch-decode-execute cycles each second.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Exam answers should link each characteristic to its effect on performance.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 computer has a 2.5 GHz processor and 5 GB of RAM. State the purpose of its CPU.</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single core 2.5 GHz processor...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Units of speed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1 kilohertz (kHz) = 1,000 cycles per second.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1 megahertz (MHz) = 1 million cycles per second.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1 gigahertz (GHz) = 1 billion cycles per second.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Put these in order, slowest first: 900 MHz, 1.2 GHz, 400 kHz.</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units of clock speed are...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is a core?</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 centre of the hard drive</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 cooling fan</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 processing unit that can fetch, decode and execute instructions independently</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 type of RAM</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Fastest to slowest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Five processors are on the starting line. Put them in order, slowest first. Then explore the orange 3D models.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Turbo boost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Many CPUs speed themselves up automatically for short bursts when there's lots of work, then slow down again to stay cool.</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World records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Enthusiasts have overclocked CPUs past 9 GHz using liquid nitrogen to keep them cold, but only for a few minutes.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Cache sizes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Cache is measured in megabytes, while RAM is measured in gigabytes. Cache is tiny, but much faster.</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Phones have many cores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Many smartphones have eight cores: some powerful ones for games and some low-power ones to save battery.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three characteristics of a CPU that affect its performance.</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laptop is advertised with a quad-core 3.2 GHz processor. Explain what this tells you about the CPU.</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user edits video and finds their computer slow. Explain how each of the three characteristics could improve its performance.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clock speed affects performance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cache size affects performance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the number of cores affects performance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Speed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1.1 Systems architecture  |  Lesson 3 — Speed lab</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
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3: Speed lab.
Open the experience at revise360.co.uk and hand out SA_L03_SpeedLab_Worksheet.docx.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Clock speed.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Overclocking and heat.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Cache size.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Number of cores.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Single core, 2.5 GHz.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Units of speed.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 Systems architecture  |  Lesson 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Speed lab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is one computer faster than another? In the speed lab you'll test the three characteristics that affect CPU performance: clock speed, cache size and the number of cores.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OCR J277 Paper 1  |  Computer systems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 Systems architecture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factors affect CPU performance?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three ways in which the speed of a CPU, and therefore a computer, can be increased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the units clock speed is measured in, and what overclocking does to heat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51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206654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35424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Clock speed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4535424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43200" y="453542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Hertz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59936" y="4535424"/>
            <a:ext cx="10058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59936" y="453542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GHz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93792" y="4535424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93792" y="453542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10528" y="4535424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10528" y="453542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27264" y="4535424"/>
            <a:ext cx="221284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27264" y="4535424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Overclocking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 Systems architecture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laptops both have 8 GB of RAM, but one feels much faster. Suggest three things about their processors that could explain the difference.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 Systems architecture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Speed lab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Read, then write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wall, write the key fact and your answer to the challenge on the worksheet.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tap the badge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answer the questions once you have written. Your first answer is the one that counts.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down at the end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starred final challenge is on the floor. Predict on paper first.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 Systems architecture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Clock speed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number of fetch-decode-execute cycles a CPU can carry out each second.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Measured in hertz (Hz): 1 Hz is one cycle per second.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3.5 GHz CPU runs 3.5 billion cycles per second. Higher clock speed means more instructions each second.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what is meant by a 2.5 GHz processor.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Clock speed is...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 Systems architecture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Overclocking and heat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Overclocking runs a CPU faster than its intended clock speed.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Faster CPUs produce more heat, so they need better cooling, like heatsinks and fans.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 much heat can make a computer unstable or damage the CPU.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 faster CPUs need better cooling?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Overclocking means... The risk is...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 Systems architecture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size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is fast memory inside the CPU for frequently used instructions and data.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bigger cache holds more, so the CPU makes fewer slow trips to RAM.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comes in levels: L1 is fastest and smallest; L2 and L3 are bigger and a little slower.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how a bigger cache improves performance.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larger cache improves performance because...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 Systems architecture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Number of cores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core is a processing unit that can fetch, decode and execute instructions on its own.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quad-core CPU can process four instructions at the same time.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Doubling the cores doesn't always double the speed: software must be written to use them, and some tasks can't be split up.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doesn't a dual-core CPU always run a program twice as fast as a single-core one?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cores improve performance because... but...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 Systems architecture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 core, 2.5 GHz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'Single core' means the CPU has one processing unit.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'2.5 GHz' means it runs 2.5 billion fetch-decode-execute cycles each second.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answers should link each characteristic to its effect on performance.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computer has a 2.5 GHz processor and 5 GB of RAM. State the purpose of its CPU.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single core 2.5 GHz processor...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 Systems architecture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Units of speed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kilohertz (kHz) = 1,000 cycles per second.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megahertz (MHz) = 1 million cycles per second.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gigahertz (GHz) = 1 billion cycles per second.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 these in order, slowest first: 900 MHz, 1.2 GHz, 400 kHz.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units of clock speed are...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 Systems architecture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Fastest to slowest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processors are on the starting line. Put them in order, slowest first. Then explore the orange 3D models.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 Systems architecture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Turbo boost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Many CPUs speed themselves up automatically for short bursts when there's lots of work, then slow down again to stay cool.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World records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Enthusiasts have overclocked CPUs past 9 GHz using liquid nitrogen to keep them cold, but only for a few minutes.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sizes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is measured in megabytes, while RAM is measured in gigabytes. Cache is tiny, but much faster.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Phones have many cores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Many smartphones have eight cores: some powerful ones for games and some low-power ones to save battery.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 Systems architecture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three characteristics of a CPU that affect its performance.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laptop is advertised with a quad-core 3.2 GHz processor. Explain what this tells you about the CPU.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user edits video and finds their computer slow. Explain how each of the three characteristics could improve its performance.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[6]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 Systems architecture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clock speed affects performance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cache size affects performance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the number of cores affects performance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Speed lab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1.1 Systems architecture  |  Lesson 3 — Speed lab</dc:title>
  <dc:subject>OCR J277 GCSE Computer Science</dc:subject>
  <dc:creator>Revise 360 Ltd</dc:creator>
  <cp:lastModifiedBy>Revise 360 Ltd</cp:lastModifiedBy>
  <cp:revision>1</cp:revision>
  <dcterms:created xsi:type="dcterms:W3CDTF">2026-10-03T11:06:38Z</dcterms:created>
  <dcterms:modified xsi:type="dcterms:W3CDTF">2026-10-03T11:06:38Z</dcterms:modified>
</cp:coreProperties>
</file>
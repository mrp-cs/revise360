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Utility workshop.
Open the experience at revise360.co.uk and hand out SS_L04_UtilityWorkshop_Worksheet.docx.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What is utility software?.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Encryption.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Defragmentation.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Compression.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Backup and updates.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Choosing the right utility.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Losing any data would stop the program working.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4, Compression, and work through its example again, aloud, with the class watching, then re-ask this question.
The course's own response to a wrong answer here: Every byte matters in a program.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(ss-l04-s4-c1),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1.5 Systems software  |  Lesson 4</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Utility workshop</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Utility software doesn't do your work: it looks after the machine. Meet the three you need to know, and defragment a disk yourself.</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1  |  Computer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What is the purpose of utility software?</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encryption utilities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defragmentation utilities</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data compression utilities</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798064"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79806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Utility software</a:t>
            </a:r>
            <a:endParaRPr lang="en-US" sz="1200" dirty="0"/>
          </a:p>
        </p:txBody>
      </p:sp>
      <p:sp>
        <p:nvSpPr>
          <p:cNvPr id="19" name="Shape 17"/>
          <p:cNvSpPr/>
          <p:nvPr/>
        </p:nvSpPr>
        <p:spPr>
          <a:xfrm>
            <a:off x="3474720" y="5468112"/>
            <a:ext cx="1920240"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3474720"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Encryption</a:t>
            </a:r>
            <a:endParaRPr lang="en-US" sz="1200" dirty="0"/>
          </a:p>
        </p:txBody>
      </p:sp>
      <p:sp>
        <p:nvSpPr>
          <p:cNvPr id="21" name="Shape 19"/>
          <p:cNvSpPr/>
          <p:nvPr/>
        </p:nvSpPr>
        <p:spPr>
          <a:xfrm>
            <a:off x="5522976" y="5468112"/>
            <a:ext cx="1920240"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5522976"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Cyphertext</a:t>
            </a:r>
            <a:endParaRPr lang="en-US" sz="1200" dirty="0"/>
          </a:p>
        </p:txBody>
      </p:sp>
      <p:sp>
        <p:nvSpPr>
          <p:cNvPr id="23" name="Shape 21"/>
          <p:cNvSpPr/>
          <p:nvPr/>
        </p:nvSpPr>
        <p:spPr>
          <a:xfrm>
            <a:off x="7571232" y="5468112"/>
            <a:ext cx="2651760"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7571232" y="5468112"/>
            <a:ext cx="265176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Defragmentation</a:t>
            </a:r>
            <a:endParaRPr lang="en-US" sz="1200" dirty="0"/>
          </a:p>
        </p:txBody>
      </p:sp>
      <p:sp>
        <p:nvSpPr>
          <p:cNvPr id="25" name="Shape 23"/>
          <p:cNvSpPr/>
          <p:nvPr/>
        </p:nvSpPr>
        <p:spPr>
          <a:xfrm>
            <a:off x="10351008" y="5468112"/>
            <a:ext cx="1188720"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10351008"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Lossy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Your laptop is slow, nearly full, and goes everywhere with you. List the three things you would most want software to do about it.</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Utility workshop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What is utility software?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Utility software is systems software that maintains and protects the computer.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works on the machine itself, not on the user's documents.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Examples: encryption, defragmentation, compression, backup and anti-malware.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Name three utility programs and say what each one does.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Utility software 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Encryption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Encryption scrambles data using a key, turning plaintext into cyphertext.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Without the key it is meaningless, so a stolen file or laptop gives nothing away.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same key, or a matching one, decrypts it back to the original.</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an encrypted laptop is safer than a password-protected one.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Encryption utilities...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Defragmentation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Over time, files get split into pieces scattered across a disk. This is fragmentation.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read/write head then has to jump about to collect one file, which is slow.</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defragmentation utility gathers each file into one run and groups the free space together.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Defragment the disk in the experience, then explain what changed and why it helps.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Defragmentation works by...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Compression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compression utility makes files smaller so they use less space and send faster.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Lossless compression restores the original exactly: used for text, programs and archives.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Lossy compression throws data away for a much smaller file: used for photos, music and video.</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type of compression would you use for a program file, and why?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Compression utilities...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Backup and updates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backup utility copies files so they can be restored after loss, theft or ransomware.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full backup copies everything; an incremental backup copies only what has changed since last time.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Update utilities keep the OS and drivers patched, closing security holes.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Design a backup routine for a school, saying what runs and how often.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Backup utilities...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Choosing the right utility</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Match the utility to the problem: slow mechanical disk, risk of theft, files too large, data loss.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Exam answers need the utility, what it does, and why it fits the situation.</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A laptop is slow, nearly full, and taken home nightly. Recommend three utilities and justify each.</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choose a utility, you...</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Why must a program file be compressed losslessly?</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Programs have no patterns</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Losing any data would stop the program working</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Programs are too small to compress</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Lossy compression is illegal</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Service the machine</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One disk to tidy, then decide which utility each situation needs. Tap the star to begin.</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Utilities used to be separate</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Defragmenters, backup tools and antivirus were once programs you bought. Most are now built into the operating system.</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Keys, not passwords</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An encryption key is far longer than a password. A 256-bit key has more combinations than there are atoms in the observable universe.</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Why disks fragment</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When a file grows and the space after it is taken, the extra has to go elsewhere. Do that for years and files end up in dozens of pieces.</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Zip is everywhere</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.docx file is really a zip archive: rename one to .zip and open it to find the document's parts inside.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what is meant by utility software, and give two examples.</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how a defragmentation utility improves the performance of a hard disk drive.</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company gives every employee a laptop that leaves the building. Recommend two utilities and justify each choice.</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What utility software is</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Encryption and compression</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Defragmentation, and why SSDs don't need it</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Utility workshop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1.5 Systems software  |  Lesson 4 — Utility workshop</dc:title>
  <dc:subject>OCR J277 GCSE Computer Science</dc:subject>
  <dc:creator>Revise 360 Ltd</dc:creator>
  <cp:lastModifiedBy>Revise 360 Ltd</cp:lastModifiedBy>
  <cp:revision>1</cp:revision>
  <dcterms:created xsi:type="dcterms:W3CDTF">2026-10-03T17:08:49Z</dcterms:created>
  <dcterms:modified xsi:type="dcterms:W3CDTF">2026-10-03T17:08:49Z</dcterms:modified>
</cp:coreProperties>
</file>
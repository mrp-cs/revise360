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Utility workshop.
Open the experience at revise360.co.uk and hand out SS_L04_UtilityWorkshop_Worksheet.docx.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is utility software?.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Encryption.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Defragmentation.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Compression.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Backup and updates.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Choosing the right utility.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 is the quiet half of systems software. It never produces a document or a picture: its whole job is to look after the machine itself, by encrypting it, tidying it, shrinking files and keeping a copy of everything.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purpose of utility software?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encryption utilities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defragmentation utilities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data compression utilities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laptop is slow, nearly full, and goes everywhere with you. List the three things you would most want software to do about it.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Utility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utility software?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 is systems software that maintains and protects the computer.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works on the machine itself, not on the user's documents.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Examples: encryption, defragmentation, compression, backup and anti-malware.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three utility programs and say what each one does.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scrambles data using a key, turning plaintext into cyphertext.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key it is meaningless, so a stolen file or laptop gives nothing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key, or a matching one, decrypts it back to the original.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an encrypted laptop is safer than a password-protected one.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utilities...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Over time, files get split into pieces scattered across a disk. This is fragmentation.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read/write head then has to jump about to collect one file, which is slow.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defragmentation utility gathers each file into one run and groups the free space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 the disk in the experience, then explain what changed and why it helps.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Compression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compression utility makes files smaller so they use less space and send faster.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Lossless compression restores the original exactly: used for text, programs and archives.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Lossy compression throws data away for a much smaller file: used for photos, music and video.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type of compression would you use for a program file,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Compression utilities...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 and updates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backup utility copies files so they can be restored after loss, theft or ransomware.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full backup copies everything; an incremental backup copies only what has changed since last time.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Update utilities keep the OS and drivers patched, closing security holes.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 a backup routine for a school, saying what runs and how often.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 utilities...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utility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 the utility to the problem: slow mechanical disk, risk of theft, files too large, data loss.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answers need the utility, what it does, and why it fits the situation.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laptop is slow, nearly full, and taken home nightly. Recommend three utilities and justify each.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choose a utility, you...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 the machine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 this disk, then say what the read/write head no longer has to do.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Utilities used to be separate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Defragmenters, backup tools and antivirus were once programs you bought. Most are now built into the operating system.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Keys, not passwords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encryption key is far longer than a password. A 256-bit key has more combinations than there are atoms in the observable universe.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disks fragment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a file grows and the space after it is taken, the extra has to go elsewhere. Do that for years and files end up in dozens of pieces.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Zip is everywhere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.docx file is really a zip archive: rename one to .zip and open it to find the document's parts inside.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utility software, and give two examples.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 defragmentation utility improves the performance of a hard disk drive.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company gives every employee a laptop that leaves the building. Recommend two utilities and justify each choice.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utility software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and compression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Defragmentation, and why SSDs don't need it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Utility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1.5 Systems software  |  Lesson 4 — Utility workshop</dc:title>
  <dc:subject>OCR J277 GCSE Computer Science</dc:subject>
  <dc:creator>Revise 360 Ltd</dc:creator>
  <cp:lastModifiedBy>Revise 360 Ltd</cp:lastModifiedBy>
  <cp:revision>1</cp:revision>
  <dcterms:created xsi:type="dcterms:W3CDTF">2026-10-01T02:34:51Z</dcterms:created>
  <dcterms:modified xsi:type="dcterms:W3CDTF">2026-10-01T02:34:51Z</dcterms:modified>
</cp:coreProperties>
</file>
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1: Variable store.
Open the experience at revise360.co.uk and hand out PF_L01_VariableStore_Worksheet.docx.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Variables and assignment.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Constants.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Input and output.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Sequence.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Selection.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Iteration.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 store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value a program holds is kept somewhere in this store, labelled with a name. Learn how values get in and out, and the three constructs that decide which line of code runs next.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does a program store data, and how does it decide which line to run next?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what variables and constants are, and how a value is assigned to each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input and output move data in and out of a program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what sequence, selection and iteration each do to the order a program runs in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30428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30428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Constant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059936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059936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Assignment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08192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08192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424928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24928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Output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88796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8796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asks a pupil for their name and three test marks, then outputs their average. Write down every variable the program needs, and one value that would be better as a constant.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Variable store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Variables and assignment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is a named location in memory holding a value that can change while the program runs.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Assignment uses a single equals sign: the value on the right is stored in the variable on the left.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the OCR Exam Reference Language, score = score + 10 reads the old value, adds ten, then stores the result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score = score + 10 is not a contradiction, even though both sides use the same name.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is...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Constants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constant is a named value that is set when the program is written and cannot change while it runs.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Constants make a program easier to read, and a value used many times can be changed in one place.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VAT rate or the number of lives a player starts with are good constants.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two values in a quiz game that should be constants, and say why each one should not change.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constant is...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 and output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 brings data into a program, usually from the keyboard. Output sends data out, usually to the screen.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the OCR Exam Reference Language input() and print() do this work.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always returns a string, so a number must be cast before it is used in arithmetic.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three lines that ask a pupil for their name and age, then output a greeting using both.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always returns...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 means the statements are carried out one after another, in the order they are written.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Change the order and you usually change the result.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must be given a value before any line that uses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 program must input a price before the line that calculates the total.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 means...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 chooses which statements to run by testing a condition that is either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... then runs a block only when the condition is True; else runs when it is False; elseif tests a further condition.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the OCR Exam Reference Language the block ends with endif.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selection that outputs Pass for a mark of 40 or more, and Fail for anything lower.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 is used when...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repeats a set of statements. A count-controlled loop repeats a known number of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condition-controlled loop repeats while a condition stays True, so the number of repeats is not known in advance.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the OCR Exam Reference Language a count-controlled loop uses for and next, and a condition-controlled loop uses while and endwhile.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one job that suits a count-controlled loop and one that suits a condition-controlled loop, and say why.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count-controlled loop... A condition-controlled loop...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constructs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Seven lines from the same program, written in the OCR Exam Reference Language. Tap the star and sort each line into the construct it belongs to.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Named in memory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name is really a label for a memory location, and the computer works with the address rather than the name. Meaningful names like totalScore are not for the computer's benefit; they are for the next person to read your code.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Shouting case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Programmers often write constant names in capitals, such as MAX_LIVES, as a signal that nothing should change them. Python does not enforce this, so the capital letters are a promise between programmers.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output goes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Output does not have to be the screen. A program can output to a file, a printer, a speaker or another program, and the same data can go to several of them at once.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 bugs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two lines are swapped, the program usually still runs but gives the wrong answer. That is a logic error, not a syntax error, and no computer can spot it for you.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the difference between a variable and a constant.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the difference between count-controlled and condition-controlled iteration. Give an example of when each would be used.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asks for a password and keeps asking until the correct one is entered. Write an algorithm to do this, using the OCR Exam Reference Language or a language you know.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 Programming fundamentals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difference between a variable and a constant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input and output work, and why input must be cast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Sequence, selection and count- and condition-controlled iteration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Variable store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2.2 Programming fundamentals  |  Lesson 1 — Variable store</dc:title>
  <dc:subject>OCR J277 GCSE Computer Science</dc:subject>
  <dc:creator>Revise 360 Ltd</dc:creator>
  <cp:lastModifiedBy>Revise 360 Ltd</cp:lastModifiedBy>
  <cp:revision>1</cp:revision>
  <dcterms:created xsi:type="dcterms:W3CDTF">2026-10-01T23:58:37Z</dcterms:created>
  <dcterms:modified xsi:type="dcterms:W3CDTF">2026-10-01T23:58:37Z</dcterms:modified>
</cp:coreProperties>
</file>
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Variable store.
Open the experience at revise360.co.uk and hand out PF_L01_VariableStore_Worksheet.docx.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Variables and assignment.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Constants.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Input and output.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Sequence.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Selection.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Iteration.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Statements are carried out one after another in the order they are written.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4, Sequence, and work through its example again, aloud, with the class watching, then re-ask this question.
The course's own response to a wrong answer here: Nothing is skipped and nothing is repeated: each line runs once, in order.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(pf-l01-s4-c1),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2.2 Programming fundamentals  |  Lesson 1</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Variable store</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Every value a program holds is kept somewhere in this store, labelled with a name. Learn how values get in and out, and the three constructs that decide which line of code runs next.</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does a program store data, and how does it decide which line to run next?</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what variables and constants are, and how a value is assigned to each</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input and output move data in and out of a program</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what sequence, selection and iteration each do to the order a program runs in</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1627632"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Variable</a:t>
            </a:r>
            <a:endParaRPr lang="en-US" sz="1200" dirty="0"/>
          </a:p>
        </p:txBody>
      </p:sp>
      <p:sp>
        <p:nvSpPr>
          <p:cNvPr id="19" name="Shape 17"/>
          <p:cNvSpPr/>
          <p:nvPr/>
        </p:nvSpPr>
        <p:spPr>
          <a:xfrm>
            <a:off x="2304288" y="5468112"/>
            <a:ext cx="1627632"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2304288" y="5468112"/>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Constant</a:t>
            </a:r>
            <a:endParaRPr lang="en-US" sz="1200" dirty="0"/>
          </a:p>
        </p:txBody>
      </p:sp>
      <p:sp>
        <p:nvSpPr>
          <p:cNvPr id="21" name="Shape 19"/>
          <p:cNvSpPr/>
          <p:nvPr/>
        </p:nvSpPr>
        <p:spPr>
          <a:xfrm>
            <a:off x="4059936" y="5468112"/>
            <a:ext cx="1920240"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4059936" y="5468112"/>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Assignment</a:t>
            </a:r>
            <a:endParaRPr lang="en-US" sz="1200" dirty="0"/>
          </a:p>
        </p:txBody>
      </p:sp>
      <p:sp>
        <p:nvSpPr>
          <p:cNvPr id="23" name="Shape 21"/>
          <p:cNvSpPr/>
          <p:nvPr/>
        </p:nvSpPr>
        <p:spPr>
          <a:xfrm>
            <a:off x="6108192" y="5468112"/>
            <a:ext cx="1188720"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6108192"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Input</a:t>
            </a:r>
            <a:endParaRPr lang="en-US" sz="1200" dirty="0"/>
          </a:p>
        </p:txBody>
      </p:sp>
      <p:sp>
        <p:nvSpPr>
          <p:cNvPr id="25" name="Shape 23"/>
          <p:cNvSpPr/>
          <p:nvPr/>
        </p:nvSpPr>
        <p:spPr>
          <a:xfrm>
            <a:off x="7424928" y="5468112"/>
            <a:ext cx="1335024"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7424928" y="5468112"/>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Output</a:t>
            </a:r>
            <a:endParaRPr lang="en-US" sz="1200" dirty="0"/>
          </a:p>
        </p:txBody>
      </p:sp>
      <p:sp>
        <p:nvSpPr>
          <p:cNvPr id="27" name="Shape 25"/>
          <p:cNvSpPr/>
          <p:nvPr/>
        </p:nvSpPr>
        <p:spPr>
          <a:xfrm>
            <a:off x="8887968" y="5468112"/>
            <a:ext cx="1627632" cy="402336"/>
          </a:xfrm>
          <a:prstGeom prst="roundRect">
            <a:avLst>
              <a:gd name="adj" fmla="val 50000"/>
            </a:avLst>
          </a:prstGeom>
          <a:solidFill>
            <a:srgbClr val="FFFFFF"/>
          </a:solidFill>
          <a:ln w="12700">
            <a:solidFill>
              <a:srgbClr val="2D63FF"/>
            </a:solidFill>
            <a:prstDash val="solid"/>
          </a:ln>
        </p:spPr>
      </p:sp>
      <p:sp>
        <p:nvSpPr>
          <p:cNvPr id="28" name="Text 26"/>
          <p:cNvSpPr txBox="1"/>
          <p:nvPr/>
        </p:nvSpPr>
        <p:spPr>
          <a:xfrm>
            <a:off x="8887968" y="5468112"/>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Sequence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program asks a pupil for their name and three test marks, then outputs their average. Write down every variable the program needs, and one value that would be better as a constant.</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Variable store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Variables and assignment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variable is a named location in memory holding a value that can change while the program runs.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Assignment uses a single equals sign: the value on the right is stored in the variable on the left.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the OCR Exam Reference Language, score = score + 10 reads the old value, adds ten, then stores the result back.</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why score = score + 10 is not a contradiction, even though both sides use the same name.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variable is...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Constants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constant is a named value that is set when the program is written and cannot change while it runs.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Constants make a program easier to read, and a value used many times can be changed in one place.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VAT rate or the number of lives a player starts with are good constants.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Name two values in a quiz game that should be constants, and say why each one should not change.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constant is...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Input and output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Input brings data into a program, usually from the keyboard. Output sends data out, usually to the screen.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the OCR Exam Reference Language input() and print() do this work.</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input() always returns a string, so a number must be cast before it is used in arithmetic.</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three lines that ask a pupil for their name and age, then output a greeting using both.</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input() always returns...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Sequence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Sequence means the statements are carried out one after another, in the order they are written.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Change the order and you usually change the result.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variable must be given a value before any line that uses it.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why a program must input a price before the line that calculates the total.</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Sequence means...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Selection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Selection chooses which statements to run by testing a condition that is either True or False.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if ... then runs a block only when the condition is True; else runs when it is False; elseif tests a further condition.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the OCR Exam Reference Language the block ends with endif.</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selection that outputs Pass for a mark of 40 or more, and Fail for anything lower.</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Selection is used when...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Iteration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Iteration repeats a set of statements. A count-controlled loop repeats a known number of times.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condition-controlled loop repeats while a condition stays True, so the number of repeats is not known in advance.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the OCR Exam Reference Language a count-controlled loop uses for and next, and a condition-controlled loop uses while and endwhile.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Give one job that suits a count-controlled loop and one that suits a condition-controlled loop, and say why.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count-controlled loop... A condition-controlled loop...</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What does sequence mean?</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 choice is made between two sets of statements</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Statements run in whichever order the computer finds quickest</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Statements are carried out one after another in the order they are written</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Statements are repeated until a condition is met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Three constructs</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Seven lines from the same program, written in the OCR Exam Reference Language. Tap the star and sort each line into the construct it belongs to.</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Named in memory</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variable name is really a label for a memory location, and the computer works with the address rather than the name. Meaningful names like totalScore are not for the computer's benefit; they are for the next person to read your code.</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Shouting case</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Programmers often write constant names in capitals, such as MAX_LIVES, as a signal that nothing should change them. Python does not enforce this, so the capital letters are a promise between programmers.</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Where output goes</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Output does not have to be the screen. A program can output to a file, a printer, a speaker or another program, and the same data can go to several of them at once.</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Sequence bugs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If two lines are swapped, the program usually still runs but gives the wrong answer. That is a logic error, not a syntax error, and no computer can spot it for you.</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State the difference between a variable and a constant.</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the difference between count-controlled and condition-controlled iteration. Give an example of when each would be used.</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program asks for a password and keeps asking until the correct one is entered. Write an algorithm to do this, using the OCR Exam Reference Language or a language you know.</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[5]</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The difference between a variable and a constant</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How input and output work, and why input must be cast</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Sequence, selection and count- and condition-controlled iteration</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Variable store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2.2 Programming fundamentals  |  Lesson 1 — Variable store</dc:title>
  <dc:subject>OCR J277 GCSE Computer Science</dc:subject>
  <dc:creator>Revise 360 Ltd</dc:creator>
  <cp:lastModifiedBy>Revise 360 Ltd</cp:lastModifiedBy>
  <cp:revision>1</cp:revision>
  <dcterms:created xsi:type="dcterms:W3CDTF">2026-10-03T17:08:50Z</dcterms:created>
  <dcterms:modified xsi:type="dcterms:W3CDTF">2026-10-03T17:08:50Z</dcterms:modified>
</cp:coreProperties>
</file>
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5: Social engineering HQ.
Open the experience at revise360.co.uk and hand out NS_L05_SocialEngineeringHQ_Worksheet.docx.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Share the objectives, then go straight into the starter. Devices stay away for the first five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Silent start. Take two or three answers before moving on: this is where misconceptions surface.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 on writing before tapping. That single rule is the difference between revision and a quiz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1: People as a weak point.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2: Blagging.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3: Shouldering and tailgating.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4: Baiting.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5: Phishing, vishing and smishing.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6: Turning people into a strength.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them commit to an answer on paper before they tap the star. Guessing first costs them the learning.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these as a settler, or as something for early finishers to read in the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Timed and silent. Mark against the answer sheet, then ask students to record their weakest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copy their score-screen breakdown onto the worksheet, then rate themselves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17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B9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1.4 Network security  |  Lesson 5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Social engineering HQ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9184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7CDD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break the security when you can just ask someone to open the door? This is social engineering: the techniques attackers use on people, and the habits that make it easy for them.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4846320"/>
            <a:ext cx="2926080" cy="0"/>
          </a:xfrm>
          <a:prstGeom prst="line">
            <a:avLst/>
          </a:prstGeom>
          <a:noFill/>
          <a:ln w="31750">
            <a:solidFill>
              <a:srgbClr val="2D6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OCR J277 Paper 1  |  Computer systems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1.4 Network security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the end of this lesson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does a phishing attack set out to achieve?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96596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Understand what phishing is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8986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Understand how to identify and protect against phishing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3831336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8313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831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Understand the ways people are a weak point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08406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Key words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5468112"/>
            <a:ext cx="3090672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5468112"/>
            <a:ext cx="30906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Social engineering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767328" y="5468112"/>
            <a:ext cx="1627632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767328" y="5468112"/>
            <a:ext cx="1627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Blagging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522976" y="5468112"/>
            <a:ext cx="2066544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522976" y="5468112"/>
            <a:ext cx="20665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Shouldering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717536" y="5468112"/>
            <a:ext cx="1481328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717536" y="5468112"/>
            <a:ext cx="1481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Baiting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326880" y="5468112"/>
            <a:ext cx="192024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326880" y="546811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Weak point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1.4 Network security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572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57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STARTER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788920" y="457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Five minutes, on paper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234440"/>
            <a:ext cx="1115568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1645920"/>
            <a:ext cx="10149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do we mean by people as a weak point in a secure system?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7091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devices yet. Write your answer on the worksheet before anyone talks.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1.4 Network security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Into the experience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Social engineering HQ on revise360.co.uk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562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around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488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Six numbered stations are arranged around you. Turn right for 1 and 2, around for 3 and 4, left for 5 and 6.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Read, then write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1729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wall, write the key fact and your answer to the challenge on the worksheet.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922776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922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9044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Then tap the badge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19709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Only answer the questions once you have written. Your first answer is the one that counts.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946904"/>
            <a:ext cx="566928" cy="566928"/>
          </a:xfrm>
          <a:prstGeom prst="ellipse">
            <a:avLst/>
          </a:prstGeom>
          <a:solidFill>
            <a:srgbClr val="F4B94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946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928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down at the end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22122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starred final challenge is on the floor. Predict on paper first.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1.4 Network security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People as a weak point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Human actions cause many security problems: not installing updates, not locking doors, not logging off.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Passwords written on sticky notes, or shared with a friend.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Printouts with personal data left lying around, and attachments opened without thinking.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List five ways people at your school could accidentally weaken security.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People are a weak point because...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1.4 Network security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Blagging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Blagging, also called pretexting, means inventing a story to get information.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For example, phoning the IT desk pretending to be a head teacher locked out of an account.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Attackers research their target first so the story sounds real.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blagging script an attacker might use on a school receptionist. How should staff respond?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Blagging is...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1.4 Network security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Shouldering and tailgating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Shouldering, or shoulder surfing, means watching someone enter a password or PIN.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Tailgating means following an authorised person through a secure door.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Both rely on people being polite or not paying attention.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could a school reduce shouldering at its computers?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Shouldering is... Tailgating is...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1.4 Network security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Baiting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Baiting leaves something tempting for the victim to pick up, such as a USB stick labelled 'Payroll'.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When it's plugged in, malware installs itself.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Online baiting offers free downloads, prizes or games.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should you never plug in a USB stick you found?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Baiting is...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1.4 Network security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Phishing, vishing and smishing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Phishing by email, vishing by phone call, smishing by text message.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All three use the same trick: pretend to be trusted, then create urgency.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Recorded messages and spoofed caller IDs make vishing convincing.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is vishing different from blagging?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Phishing, vishing and smishing are...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1.4 Network security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Turning people into a strength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Training staff and students to recognise attacks.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Clear policies: never share passwords, always lock screens, challenge strangers.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Two-factor authentication, so a stolen password isn't enough.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 acceptable use policy that everyone agrees to.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three rules you'd put in a school's acceptable use policy.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 stop social engineering, organisations...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1.4 Network security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38912"/>
            <a:ext cx="3108960" cy="502920"/>
          </a:xfrm>
          <a:prstGeom prst="roundRect">
            <a:avLst>
              <a:gd name="adj" fmla="val 18182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38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 FINAL CHALLENGE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0972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Name the technique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111556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2331720"/>
            <a:ext cx="10149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Eight incidents from around the school. Tap the star and sort each one into the social engineering technique it describes.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5262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Predict on paper first, then look down and test it.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1.4 Network security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Worth knowing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information markers dotted around the room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famous social engineer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Kevin Mitnick, once the FBI's most wanted hacker, said he got most of his access by simply asking people, rather than by breaking software.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USB drops work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 one study, researchers dropped USB sticks around a university car park. Around half were picked up and plugged into a computer.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Politeness is a weakness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Holding a door open is polite, but it also defeats an expensive door lock. Good security training tells staff it's fine to ask for a pass.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37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Caller ID lies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Phone numbers can be spoofed, so a call that appears to come from your bank may not. Hang up and call back on a number you know.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1.4 Network security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Exam practice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Devices away. Answer from memory on the worksheet.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38528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Explain, with examples, why people are often the easiest way into a secure system.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515600" y="2130552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2130552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[8]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127248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236976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Describe two measures that reduce the risk of social engineering.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0515600" y="3429000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515600" y="3429000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[4]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1.4 Network security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Before you go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Rate yourself on each of these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2024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Ways people are a weak point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595360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0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674352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74352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753344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753344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288036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288036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Blagging, shouldering and baiting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595360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0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674352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74352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0753344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753344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84048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384048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Protecting against social engineering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595360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95360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674352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74352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753344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753344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507492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Anything marked Focus here: reopen Social engineering HQ and use review mode on the questions you got wrong.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Revise 360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1.4 Network security  |  Lesson 5 — Social engineering HQ</dc:title>
  <dc:subject>OCR J277 GCSE Computer Science</dc:subject>
  <dc:creator>Revise 360 Ltd</dc:creator>
  <cp:lastModifiedBy>Revise 360 Ltd</cp:lastModifiedBy>
  <cp:revision>1</cp:revision>
  <dcterms:created xsi:type="dcterms:W3CDTF">2026-10-01T02:34:50Z</dcterms:created>
  <dcterms:modified xsi:type="dcterms:W3CDTF">2026-10-01T02:34:50Z</dcterms:modified>
</cp:coreProperties>
</file>
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Social engineering HQ.
Open the experience at revise360.co.uk and hand out NS_L05_SocialEngineeringHQ_Worksheet.docx.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People as a weak point.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Blagging.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Shouldering and tailgating.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Baiting.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Phishing, vishing and smishing.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Turning people into a strength.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They follow an authorised person through the door before it closes.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Shouldering and tailgating, and work through its example again, aloud, with the class watching, then re-ask this question.
The course's own response to a wrong answer here: Staff should politely challenge anyone without a pass.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(ns-l05-s3-c2),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1.4 Network security  |  Lesson 5</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Social engineering HQ</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Why break the security when you can just ask someone to open the door? This is social engineering: the techniques attackers use on people, and the habits that make it easy for them.</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does a phishing attack set out to achieve?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what phishing is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to identify and protect against phishing</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ways people are a weak point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309067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309067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Social engineering</a:t>
            </a:r>
            <a:endParaRPr lang="en-US" sz="1200" dirty="0"/>
          </a:p>
        </p:txBody>
      </p:sp>
      <p:sp>
        <p:nvSpPr>
          <p:cNvPr id="19" name="Shape 17"/>
          <p:cNvSpPr/>
          <p:nvPr/>
        </p:nvSpPr>
        <p:spPr>
          <a:xfrm>
            <a:off x="3767328" y="5468112"/>
            <a:ext cx="162763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767328"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Blagging</a:t>
            </a:r>
            <a:endParaRPr lang="en-US" sz="1200" dirty="0"/>
          </a:p>
        </p:txBody>
      </p:sp>
      <p:sp>
        <p:nvSpPr>
          <p:cNvPr id="21" name="Shape 19"/>
          <p:cNvSpPr/>
          <p:nvPr/>
        </p:nvSpPr>
        <p:spPr>
          <a:xfrm>
            <a:off x="5522976" y="5468112"/>
            <a:ext cx="206654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522976"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Shouldering</a:t>
            </a:r>
            <a:endParaRPr lang="en-US" sz="1200" dirty="0"/>
          </a:p>
        </p:txBody>
      </p:sp>
      <p:sp>
        <p:nvSpPr>
          <p:cNvPr id="23" name="Shape 21"/>
          <p:cNvSpPr/>
          <p:nvPr/>
        </p:nvSpPr>
        <p:spPr>
          <a:xfrm>
            <a:off x="7717536" y="5468112"/>
            <a:ext cx="1481328"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717536"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Baiting</a:t>
            </a:r>
            <a:endParaRPr lang="en-US" sz="1200" dirty="0"/>
          </a:p>
        </p:txBody>
      </p:sp>
      <p:sp>
        <p:nvSpPr>
          <p:cNvPr id="25" name="Shape 23"/>
          <p:cNvSpPr/>
          <p:nvPr/>
        </p:nvSpPr>
        <p:spPr>
          <a:xfrm>
            <a:off x="9326880" y="5468112"/>
            <a:ext cx="192024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932688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Weak point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What do we mean by people as a weak point in a secure system?</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Social engineering HQ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People as a weak point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Human actions cause many security problems: not installing updates, not locking doors, not logging off.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Passwords written on sticky notes, or shared with a friend.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Printouts with personal data left lying around, and attachments opened without thinking.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five ways people at your school could accidentally weaken security.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People are a weak point because...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Blagging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Blagging, also called pretexting, means inventing a story to get information.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example, phoning the IT desk pretending to be a head teacher locked out of an account.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Attackers research their target first so the story sounds real.</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blagging script an attacker might use on a school receptionist. How should staff respond?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Blagging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Shouldering and tailgating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Shouldering, or shoulder surfing, means watching someone enter a password or PIN.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Tailgating means following an authorised person through a secure door.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Both rely on people being polite or not paying attention.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could a school reduce shouldering at its computers?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Shouldering is... Tailgating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Baiting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Baiting leaves something tempting for the victim to pick up, such as a USB stick labelled 'Payroll'.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When it's plugged in, malware installs itself.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Online baiting offers free downloads, prizes or games.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 you never plug in a USB stick you found?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Baiting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Phishing, vishing and smishing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Phishing by email, vishing by phone call, smishing by text message.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All three use the same trick: pretend to be trusted, then create urgency.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Recorded messages and spoofed caller IDs make vishing convincing.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is vishing different from blagging?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Phishing, vishing and smishing are...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Turning people into a strength</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Training staff and students to recognise attacks.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Clear policies: never share passwords, always lock screens, challenge strangers.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Two-factor authentication, so a stolen password isn't enough.</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acceptable use policy that everyone agrees to.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three rules you'd put in a school's acceptable use policy.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stop social engineering, organisations...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How does tailgating get someone into a secure building?</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climb through a window</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email the receptionist</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guess the door code with software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follow an authorised person through the door before it closes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Name the technique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incidents from around the school. Tap the star and sort each one into the social engineering technique it describes.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famous social engineer</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Kevin Mitnick, once the FBI's most wanted hacker, said he got most of his access by simply asking people, rather than by breaking software.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USB drops work</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one study, researchers dropped USB sticks around a university car park. Around half were picked up and plugged into a computer.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Politeness is a weakness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Holding a door open is polite, but it also defeats an expensive door lock. Good security training tells staff it's fine to ask for a pass.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Caller ID lies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Phone numbers can be spoofed, so a call that appears to come from your bank may not. Hang up and call back on a number you know.</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with examples, why people are often the easiest way into a secure system.</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[8]</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measures that reduce the risk of social engineering.</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Ways people are a weak point</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Blagging, shouldering and baiting</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Protecting against social engineering</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Social engineering HQ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Network security  |  Lesson 5 — Social engineering HQ</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
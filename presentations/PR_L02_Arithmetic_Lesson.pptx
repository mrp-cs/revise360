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Arithmetic.
Open the experience at revise360.co.uk and hand out PR_L02_Arithmetic_Worksheet.docx.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four operations.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Whole number division.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Powers and roots.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Rounding.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Random numbers.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5.0.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Powers and roots, and work through its example again, aloud, with the class watching, then re-ask this question.
The course's own response to a wrong answer here: 5 times 5 is 25, so the root is 5, and a fractional power always gives a decimal number.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(pr-l02-s3-c4),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Arithmetic</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Computers were built to calculate, and Python has an operator for every kind of sum in the specification. Work through the six stations and learn which one to reach for, and what each one hands back.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choose between /, // and % when the answer to a calculation has to come out as a whole number?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which arithmetic operator each kind of calculation needs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 // and % and what each one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round a result, and how to draw a random number from a seed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Arithmetic</a:t>
            </a:r>
            <a:endParaRPr lang="en-US" sz="1200" dirty="0"/>
          </a:p>
        </p:txBody>
      </p:sp>
      <p:sp>
        <p:nvSpPr>
          <p:cNvPr id="19" name="Shape 17"/>
          <p:cNvSpPr/>
          <p:nvPr/>
        </p:nvSpPr>
        <p:spPr>
          <a:xfrm>
            <a:off x="2596896"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 division</a:t>
            </a:r>
            <a:endParaRPr lang="en-US" sz="1200" dirty="0"/>
          </a:p>
        </p:txBody>
      </p:sp>
      <p:sp>
        <p:nvSpPr>
          <p:cNvPr id="21" name="Shape 19"/>
          <p:cNvSpPr/>
          <p:nvPr/>
        </p:nvSpPr>
        <p:spPr>
          <a:xfrm>
            <a:off x="5522976"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Modulus</a:t>
            </a:r>
            <a:endParaRPr lang="en-US" sz="1200" dirty="0"/>
          </a:p>
        </p:txBody>
      </p:sp>
      <p:sp>
        <p:nvSpPr>
          <p:cNvPr id="23" name="Shape 21"/>
          <p:cNvSpPr/>
          <p:nvPr/>
        </p:nvSpPr>
        <p:spPr>
          <a:xfrm>
            <a:off x="7132320"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132320"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Exponent</a:t>
            </a:r>
            <a:endParaRPr lang="en-US" sz="1200" dirty="0"/>
          </a:p>
        </p:txBody>
      </p:sp>
      <p:sp>
        <p:nvSpPr>
          <p:cNvPr id="25" name="Shape 23"/>
          <p:cNvSpPr/>
          <p:nvPr/>
        </p:nvSpPr>
        <p:spPr>
          <a:xfrm>
            <a:off x="8887968"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88796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round()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Work these out by hand, with no computer: 17 / 5, 17 // 5, 17 % 5 and 2 ** 5. Beside each answer write whether Python shows a whole number or a decimal.</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Arithmetic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four operations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 subtracts, * multiplies and / divides.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always gives a float, so 10 / 2 shows as 5.0 rather than 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2n for two lots of n, when Python needs 2 * 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dividing one whole number by another leave a decimal point on the answer?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 was chosen for multiply because early keyboards had no...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Whole number division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divides and throws the remainder away, giving a whole number.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gives only the remainder, and is called the modulus.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 when the answer must be whole, which leaves a .0 on the 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operators turn 250 pence into a number of whole pounds and the pence left over?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 and % are a pair: one gives the whole part and the other gives...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Powers and roots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raises a number to a power, so 5 ** 2 is 25 and 5 ** 3 is 125.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square root is the power of 0.5, or math.sqrt() once math has been imported.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5 ^ 2, which does something else entirely in Python.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different ways of working out the square root of 49.</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Raising a number to the power 0.5 gives its...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Rounding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round(x) gives the nearest whole number, and round(x, 2) keeps two decimal places.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 removes the sign, so a difference can be reported without saying which 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rounding early, then carrying the rounded value into the next calculation.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an average almost always need rounding before it is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rounds a value ending in exactly .5 towards the...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 numbers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import random first, then random.randint(a, b) gives a whole number from a to b, both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random.seed(n) makes the same sequence come out every time, so an answer can be marked.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randint again instead of storing the number you have already drawn.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program ever want its random numbers to be predictable?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computer works its random numbers out with a formula, so they are really...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out the order of a calculation before you type it: brackets, powers, then * / // %, then +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a part-finished answer in a named variable to keep a long calculation readable.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brackets out, so Python works the sum out in a different order from the one you meant.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In what order does Python work through 2 + 3 * 4 ** 2?</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BIDMAS in a maths lesson is the same rule Python uses for...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731520"/>
          </a:xfrm>
          <a:prstGeom prst="roundRect">
            <a:avLst>
              <a:gd name="adj" fmla="val 15000"/>
            </a:avLst>
          </a:prstGeom>
          <a:solidFill>
            <a:srgbClr val="FFFFFF"/>
          </a:solidFill>
          <a:ln w="15875">
            <a:solidFill>
              <a:srgbClr val="D9DEE7"/>
            </a:solidFill>
            <a:prstDash val="solid"/>
          </a:ln>
        </p:spPr>
      </p:sp>
      <p:sp>
        <p:nvSpPr>
          <p:cNvPr id="10" name="Text 8"/>
          <p:cNvSpPr txBox="1"/>
          <p:nvPr/>
        </p:nvSpPr>
        <p:spPr>
          <a:xfrm>
            <a:off x="822960" y="2350008"/>
            <a:ext cx="4480560" cy="32918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print(25 ** 0.5)</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12.5</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5.0</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operator</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waiting on the floor below you. Tap the star and choose the operator or function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Dividing by zero</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Any program that divides by a number the user typed should check it is not zero first, or Python stops with an error.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Clock arithmetic</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 is how a program wraps round: hour 25 on a 24-hour clock is 25 % 24, which is 1.</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Any root at all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root can be written as a power, so a cube root is the power of one third and 27 ** (1/3) is 3.</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Floats are close, not exact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0.1 + 0.2 does not give exactly 0.3, because a float is stored in binary and some decimals will not fit.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works out how many whole 6s go into a number, and the line reads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lots</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6</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what is wrong with the result this gives,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of pence and prints how many whole pounds are in it, then how many pence are left over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three whole numbers and prints their average, rounded to one decimal place.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the right arithmetic operator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 and % for whole-number answers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Rounding a result and seeding a random number</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Arithmetic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2 — Arithmetic</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
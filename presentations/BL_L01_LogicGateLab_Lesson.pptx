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1: Logic gate lab.
Open the experience at revise360.co.uk and hand out BL_L01_LogicGateLab_Worksheet.docx.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The AND gate.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The OR gate.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The NOT gate.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Symbols and pseudocode.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Two-level circuits.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NOT and brackets.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Logic gate 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decision a computer makes comes down to three logic gates: AND, OR and NOT. Learn how each one works, then build real logic circuits by dragging gates onto a board and wiring them up.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you draw a logic diagram?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symbols for the logic gates AND, OR and NOT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truth tables for AND, OR and NOT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 Boolean operators using AND, OR and NOT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82496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82496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16352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16352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020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020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Truth 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4768" y="5468112"/>
            <a:ext cx="23591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44768" y="546811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Logic diagram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3193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3193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48672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48672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cash machine checks that a card is present AND the PIN is correct before it pays out. Write down two more everyday decisions that need both conditions to be true.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Logic gate lab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AND gate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output is 1 (true) only if both inputs are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Boolean expression: A AND B, or A ∧ B.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Think: 'A and B must both be true'.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an everyday example of an AND decision.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AND gate outputs 1 when...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OR gate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output is 1 if either input is 1, or both are.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Boolean expression: A OR B, or A ∨ B.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Think: 'at least one of them is true'.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an everyday example of an OR decision.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OR gate outputs 1 when...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NOT gate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has one input, and it reverses it: 1 becomes 0 and 0 becomes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Boolean expression: NOT A, or ¬A.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small circle on the symbol means 'invert'.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the NOT gate only have one input?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NOT gate...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Symbols and pseudocode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can be written ∧, OR can be written ∨, and NOT can be written ¬.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Programs use the same logic in if statements.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cash machine program, the card is present and the PIN matches, so the AND is true.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the cash machine program output,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symbols for AND, OR and NOT are...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Two-level circuits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Gates can feed into other gates.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(A OR B) AND C, the brackets are worked out first: the OR gate feeds the AND gate.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from the inputs on the left to the output on the right.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circuits on the board: drag gates from the top and wire outputs to inputs.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two-level circuit...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and brackets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is worked out before AND and OR, unless there are brackets.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OR B means (NOT A) OR B.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(A AND B) means work out A AND B first, then reverse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the difference between NOT A AND B and NOT (A AND B)?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is worked out...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and read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four-input circuit, then write the expression for a diagram. Drag the tiles into the answer row to write an expression.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George Boole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Boolean logic is named after George Boole, an English mathematician who described this kind of algebra in 1854, long before computers existed.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 of transistors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Inside a CPU, logic gates are built from transistors, tiny electronic switches. A modern CPU contains billions of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Shannon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1937, a student called Claude Shannon showed that Boole's logic could be built with electrical switches. That idea is the basis of every digital computer.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engines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search engines and library catalogues let you use AND, OR and NOT to narrow down your search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the logic diagram for Q = NOT (P AND R).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the output of an OR gate when its inputs are 0 and 1.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a truth table for NOT 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 Boolean logic  |  Lesson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symbols for AND, OR and NOT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truth tables for AND, OR and NOT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Combining operators in logic diagrams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Logic gate lab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 Boolean logic  |  Lesson 1 — Logic gate lab</dc:title>
  <dc:subject>OCR J277 GCSE Computer Science</dc:subject>
  <dc:creator>Revise 360 Ltd</dc:creator>
  <cp:lastModifiedBy>Revise 360 Ltd</cp:lastModifiedBy>
  <cp:revision>1</cp:revision>
  <dcterms:created xsi:type="dcterms:W3CDTF">2026-10-01T02:34:51Z</dcterms:created>
  <dcterms:modified xsi:type="dcterms:W3CDTF">2026-10-01T02:34:51Z</dcterms:modified>
</cp:coreProperties>
</file>
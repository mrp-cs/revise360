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Logic gate lab.
Open the experience at revise360.co.uk and hand out BL_L01_LogicGateLab_Worksheet.docx.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The AND gate.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The OR gate.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The NOT gate.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Symbols and pseudocode.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Two-level circuits.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NOT and brackets.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Reverses its input: 1 becomes 0, and 0 becomes 1.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3, The NOT gate, and work through its example again, aloud, with the class watching, then re-ask this question.
The course's own response to a wrong answer here: NOT is also called an inverter.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(bl-l01-s3-c1),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2.4 Boolean logic  |  Lesson 1</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Logic gate lab</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Every decision a computer makes comes down to three logic gates: AND, OR and NOT. Learn how each one works, then build real logic circuits by dragging gates onto a board and wiring them up.</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 you draw a logic diagram?</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the symbols for the logic gates AND, OR and NOT</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truth tables for AND, OR and NOT</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Combine Boolean operators using AND, OR and NOT</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0058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AND</a:t>
            </a:r>
            <a:endParaRPr lang="en-US" sz="1200" dirty="0"/>
          </a:p>
        </p:txBody>
      </p:sp>
      <p:sp>
        <p:nvSpPr>
          <p:cNvPr id="19" name="Shape 17"/>
          <p:cNvSpPr/>
          <p:nvPr/>
        </p:nvSpPr>
        <p:spPr>
          <a:xfrm>
            <a:off x="1682496" y="5468112"/>
            <a:ext cx="1005840"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1682496"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OR</a:t>
            </a:r>
            <a:endParaRPr lang="en-US" sz="1200" dirty="0"/>
          </a:p>
        </p:txBody>
      </p:sp>
      <p:sp>
        <p:nvSpPr>
          <p:cNvPr id="21" name="Shape 19"/>
          <p:cNvSpPr/>
          <p:nvPr/>
        </p:nvSpPr>
        <p:spPr>
          <a:xfrm>
            <a:off x="2816352" y="5468112"/>
            <a:ext cx="1005840"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2816352" y="5468112"/>
            <a:ext cx="10058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NOT</a:t>
            </a:r>
            <a:endParaRPr lang="en-US" sz="1200" dirty="0"/>
          </a:p>
        </p:txBody>
      </p:sp>
      <p:sp>
        <p:nvSpPr>
          <p:cNvPr id="23" name="Shape 21"/>
          <p:cNvSpPr/>
          <p:nvPr/>
        </p:nvSpPr>
        <p:spPr>
          <a:xfrm>
            <a:off x="395020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395020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Truth table</a:t>
            </a:r>
            <a:endParaRPr lang="en-US" sz="1200" dirty="0"/>
          </a:p>
        </p:txBody>
      </p:sp>
      <p:sp>
        <p:nvSpPr>
          <p:cNvPr id="25" name="Shape 23"/>
          <p:cNvSpPr/>
          <p:nvPr/>
        </p:nvSpPr>
        <p:spPr>
          <a:xfrm>
            <a:off x="6144768" y="5468112"/>
            <a:ext cx="2359152"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6144768"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Logic diagram</a:t>
            </a:r>
            <a:endParaRPr lang="en-US" sz="1200" dirty="0"/>
          </a:p>
        </p:txBody>
      </p:sp>
      <p:sp>
        <p:nvSpPr>
          <p:cNvPr id="27" name="Shape 25"/>
          <p:cNvSpPr/>
          <p:nvPr/>
        </p:nvSpPr>
        <p:spPr>
          <a:xfrm>
            <a:off x="8631936" y="5468112"/>
            <a:ext cx="1188720"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8631936" y="5468112"/>
            <a:ext cx="118872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Input</a:t>
            </a:r>
            <a:endParaRPr lang="en-US" sz="1200" dirty="0"/>
          </a:p>
        </p:txBody>
      </p:sp>
      <p:sp>
        <p:nvSpPr>
          <p:cNvPr id="29" name="Shape 27"/>
          <p:cNvSpPr/>
          <p:nvPr/>
        </p:nvSpPr>
        <p:spPr>
          <a:xfrm>
            <a:off x="9948672" y="5468112"/>
            <a:ext cx="1335024" cy="402336"/>
          </a:xfrm>
          <a:prstGeom prst="roundRect">
            <a:avLst>
              <a:gd name="adj" fmla="val 50000"/>
            </a:avLst>
          </a:prstGeom>
          <a:solidFill>
            <a:srgbClr val="FFFFFF"/>
          </a:solidFill>
          <a:ln w="12700">
            <a:solidFill>
              <a:srgbClr val="2D63FF"/>
            </a:solidFill>
            <a:prstDash val="solid"/>
          </a:ln>
        </p:spPr>
      </p:sp>
      <p:sp>
        <p:nvSpPr>
          <p:cNvPr id="30" name="Text 28"/>
          <p:cNvSpPr txBox="1"/>
          <p:nvPr/>
        </p:nvSpPr>
        <p:spPr>
          <a:xfrm>
            <a:off x="9948672"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Output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cash machine checks that a card is present AND the PIN is correct before it pays out. Write down two more everyday decisions that need both conditions to be true.</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Logic gate lab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AND gate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output is 1 (true) only if both inputs are 1.</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a Boolean expression: A AND B, or A ∧ B.</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Think: 'A and B must both be true'.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an everyday example of an AND decision.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AND gate outputs 1 when...</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OR gate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output is 1 if either input is 1, or both are.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a Boolean expression: A OR B, or A ∨ B.</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Think: 'at least one of them is true'.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an everyday example of an OR decision.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An OR gate outputs 1 when...</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The NOT gate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 has one input, and it reverses it: 1 becomes 0 and 0 becomes 1.</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a Boolean expression: NOT A, or ¬A.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small circle on the symbol means 'invert'.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does the NOT gate only have one input?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NOT gate...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Symbols and pseudocode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AND can be written ∧, OR can be written ∨, and NOT can be written ¬.</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Programs use the same logic in if statements.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cash machine program, the card is present and the PIN matches, so the AND is true.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does the cash machine program output, and why?</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symbols for AND, OR and NOT are...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Two-level circuits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Gates can feed into other gates.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(A OR B) AND C, the brackets are worked out first: the OR gate feeds the AND gate.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Work from the inputs on the left to the output on the right.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Build the circuits on the board: drag gates from the top and wire outputs to inputs.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In a two-level circuit...</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NOT and brackets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 is worked out before AND and OR, unless there are brackets.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 A OR B means (NOT A) OR B.</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NOT (A AND B) means work out A AND B first, then reverse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What's the difference between NOT A AND B and NOT (A AND B)?</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NOT is worked out...</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What does a NOT gate do?</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Outputs 1 when either input is 1</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Always outputs 0</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Reverses its input: 1 becomes 0, and 0 becomes 1</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Outputs 1 when both inputs are 1</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Build and read</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Build a four-input circuit, then write the expression for a diagram. Drag the tiles into the answer row to write an expression.</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George Boole</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Boolean logic is named after George Boole, an English mathematician who described this kind of algebra in 1854, long before computers existed.</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Made of transistors</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Inside a CPU, logic gates are built from transistors, tiny electronic switches. A modern CPU contains billions of them.</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Claude Shannon</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In 1937, a student called Claude Shannon showed that Boole's logic could be built with electrical switches. That idea is the basis of every digital computer.</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Search engines</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Many search engines and library catalogues let you use AND, OR and NOT to narrow down your search results.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Draw the logic diagram for Q = NOT (P AND R).</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Give the output of an OR gate when its inputs are 0 and 1.</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[1]</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Complete a truth table for NOT S.</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2.4 Boolean logic  |  Lesson 1</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symbols for AND, OR and NOT</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The truth tables for AND, OR and NOT</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Combining operators in logic diagrams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Logic gate lab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2.4 Boolean logic  |  Lesson 1 — Logic gate lab</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
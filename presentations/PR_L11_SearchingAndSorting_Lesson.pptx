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 Searching and sorting.
Open the experience at revise360.co.uk and hand out PR_L11_SearchingAndSorting_Worksheet.docx.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Linear search.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Binary search.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Bubble sort.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Insertion sort.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Merge sort.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11</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Searching and sorting</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You met these algorithms in topic 2.1 and traced them on paper. Now you will write them. Work through the six stations and every search and every sort is yours to code, not just to describe.</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Why is a binary search so much faster than a linear search on a long list, and what does using one cost you?</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code a linear search and a binary search, and report the position each one finds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 bubble sort, an insertion sort and a merge sort each put a list in order</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count the comparisons an algorithm makes, in order to compare two of them</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359152"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Linear search</a:t>
            </a:r>
            <a:endParaRPr lang="en-US" sz="1200" dirty="0"/>
          </a:p>
        </p:txBody>
      </p:sp>
      <p:sp>
        <p:nvSpPr>
          <p:cNvPr id="19" name="Shape 17"/>
          <p:cNvSpPr/>
          <p:nvPr/>
        </p:nvSpPr>
        <p:spPr>
          <a:xfrm>
            <a:off x="3035808" y="5468112"/>
            <a:ext cx="235915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035808"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Binary search</a:t>
            </a:r>
            <a:endParaRPr lang="en-US" sz="1200" dirty="0"/>
          </a:p>
        </p:txBody>
      </p:sp>
      <p:sp>
        <p:nvSpPr>
          <p:cNvPr id="21" name="Shape 19"/>
          <p:cNvSpPr/>
          <p:nvPr/>
        </p:nvSpPr>
        <p:spPr>
          <a:xfrm>
            <a:off x="5522976" y="5468112"/>
            <a:ext cx="2066544"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522976"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Bubble sort</a:t>
            </a:r>
            <a:endParaRPr lang="en-US" sz="1200" dirty="0"/>
          </a:p>
        </p:txBody>
      </p:sp>
      <p:sp>
        <p:nvSpPr>
          <p:cNvPr id="23" name="Shape 21"/>
          <p:cNvSpPr/>
          <p:nvPr/>
        </p:nvSpPr>
        <p:spPr>
          <a:xfrm>
            <a:off x="7717536" y="5468112"/>
            <a:ext cx="2505456"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7717536" y="5468112"/>
            <a:ext cx="250545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Insertion sort</a:t>
            </a:r>
            <a:endParaRPr lang="en-US" sz="1200" dirty="0"/>
          </a:p>
        </p:txBody>
      </p:sp>
      <p:sp>
        <p:nvSpPr>
          <p:cNvPr id="25" name="Shape 23"/>
          <p:cNvSpPr/>
          <p:nvPr/>
        </p:nvSpPr>
        <p:spPr>
          <a:xfrm>
            <a:off x="10351008" y="5468112"/>
            <a:ext cx="1042416"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10351008"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Pass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The sorted list holds 3, 8, 12, 19, 24, 31, 40. Write down the value a binary search looks at first, second and third while it hunts for 40, and how many comparisons that took.</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Searching and sorting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Linear search</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linear search checks each item in turn until it finds the one it wants.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works on any list, in order or not, and reports the position or that nothing matched.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printing 'not found' inside the loop, once for every item that did not match.</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must 'not found' be decided after the loop has finished?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linear search over a million items may need a million comparisons, which is why sorted data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Binary search</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binary search looks at the middle item, then throws away the half that cannot hold the answer.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only works on a list that is already in order.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not moving low or high, which leaves the loop checking the same middle forever.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much of the list can a binary search rule out with its first comparison?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Doubling the length of the list adds only one more comparison, so a million items need about...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Bubble sort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bubble sort compares each neighbouring pair and swaps them if they are the wrong way round.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Every pass pushes the largest remaining value to the end, so n items need up to n - 1 passes.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a swap that loses a value, because one side was overwritten before it was copied.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does a bubble sort know that it can stop early?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whole pass that makes no swaps at all means the list is already in order, so the sort can...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Insertion sort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insertion sort takes the next item and slides it back into place among the sorted ones.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front of the list is always in order, and it grows by one item each time round.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overwriting an item instead of shifting it along to make room.</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part of the list is already sorted part way through an insertion sort?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 insertion sort is how most people put a hand of cards in order without ever being...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Merge sort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merge sort splits the list in half over and over, then merges the pieces back in order.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Merging compares the front of each sorted list and takes the smaller one each time.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stopping when one list runs out, instead of copying the rest of the other.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merging two sorted lists easier than sorting one unsorted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merge sort usually beats a bubble sort on a long list, but what it costs you is extra...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Count the comparisons to compare two algorithms fairly on exactly the same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Write the search or the sort out yourself, since sorted() and .index() hide the very steps being counted.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binary searching a list that was never sorted, which quietly gives the wrong answer.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an experiment that shows a binary search beating a linear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Sorting costs time too, so for one single search on unsorted data the winner can still be 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Which algorithm?</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descriptions are laid out on the floor below you. Tap the star and sort each one into the algorithm it describes.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The found flag</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flag set to False before the loop is the tidiest way to report 'not found' exactly once. The position a search finds is useful in itself: it reads the matching item out of a second list filled in the same order.</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Whole middles only</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mid = (low + high) // 2 uses // so the middle is a whole number: a list index can never be 3.5.</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Swapping in one line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Python can swap two values in one line with a, b = b, a. Most languages need a third variable to hold one of them.</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Nearly sorted</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On a list that is almost in order an insertion sort is very quick, because hardly anything has to move. The same code sorts words as well as numbers, because &gt; compares two strings by character code.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linear search prints Not found from inside its loop, so one search prints that message several times. State where the message should go instead, and explain why putting it there fixes the problem.</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reads eight whole numbers into a list, puts them in order smallest first with a bubble sort of your own, and prints the sorted list on one line.</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reads a whole number and finds it in a list of ten numbers that is already in order, using a binary search, and prints its position or Not found.</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Coding a linear search and a binary search</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Coding a bubble, insertion or merge sort</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Explaining why a binary search needs sorted data</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Searching and sorting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11 — Searching and sorting</dc:title>
  <dc:subject>OCR J277 GCSE Computer Science</dc:subject>
  <dc:creator>Revise 360 Ltd</dc:creator>
  <cp:lastModifiedBy>Revise 360 Ltd</cp:lastModifiedBy>
  <cp:revision>1</cp:revision>
  <dcterms:created xsi:type="dcterms:W3CDTF">2026-10-02T16:28:29Z</dcterms:created>
  <dcterms:modified xsi:type="dcterms:W3CDTF">2026-10-02T16:28:29Z</dcterms:modified>
</cp:coreProperties>
</file>
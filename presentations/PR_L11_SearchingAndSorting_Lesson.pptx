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Searching and sorting.
Open the experience at revise360.co.uk and hand out PR_L11_SearchingAndSorting_Worksheet.docx.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Searching and sorting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Work through the six stations and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 and report the position each one finds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count the comparisons an algorithm makes, in order to compare two of them</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value a binary search looks at first, second and third while it hunts for 40,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Searching and sorting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length of the list adds only one more comparison, so a million items need about...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that makes no swaps at all means the list is already in order, so the sort can...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put a hand of cards in order without ever being...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on a long list, but what it costs you is extra...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the search or the sort out yourself, since sorted() and .index() hide the very steps being counted.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binary searching a list that was never sorted,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on unsorted data the winner can still be 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are laid out on the floor below you.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 The position a search finds is useful in itself: it reads the matching item out of a second list filled in the same order.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 The same code sorts words as well as numbers, because &gt; compares two strings by character code.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one search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eight whole numbers into a list, puts them in order smallest first with a bubble sort of your own, and prints the sorted list on one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and finds it in a list of ten numbers that is already in order, using a binary search,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Searching and sorting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Searching and sorting</dc:title>
  <dc:subject>OCR J277 GCSE Computer Science</dc:subject>
  <dc:creator>Revise 360 Ltd</dc:creator>
  <cp:lastModifiedBy>Revise 360 Ltd</cp:lastModifiedBy>
  <cp:revision>1</cp:revision>
  <dcterms:created xsi:type="dcterms:W3CDTF">2026-10-02T20:44:10Z</dcterms:created>
  <dcterms:modified xsi:type="dcterms:W3CDTF">2026-10-02T20:44:10Z</dcterms:modified>
</cp:coreProperties>
</file>
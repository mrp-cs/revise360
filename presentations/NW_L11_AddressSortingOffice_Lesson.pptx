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11f9d735954741" /><Relationship Type="http://schemas.openxmlformats.org/officeDocument/2006/relationships/extended-properties" Target="/docProps/app.xml" Id="R8d870c79495c474e" /><Relationship Type="http://schemas.openxmlformats.org/officeDocument/2006/relationships/officeDocument" Target="/ppt/presentation.xml" Id="R68d9d6367566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497210247f45fc"/>
  </p:sldMasterIdLst>
  <p:notesMasterIdLst>
    <p:notesMasterId xmlns:r="http://schemas.openxmlformats.org/officeDocument/2006/relationships" r:id="R9f6ebde3296b4610"/>
  </p:notesMasterIdLst>
  <p:sldIdLst>
    <p:sldId xmlns:r="http://schemas.openxmlformats.org/officeDocument/2006/relationships" id="256" r:id="R2a6a824428334b17"/>
    <p:sldId xmlns:r="http://schemas.openxmlformats.org/officeDocument/2006/relationships" id="257" r:id="Re1d24dfb79894c63"/>
    <p:sldId xmlns:r="http://schemas.openxmlformats.org/officeDocument/2006/relationships" id="258" r:id="R2205cb5de44545bf"/>
    <p:sldId xmlns:r="http://schemas.openxmlformats.org/officeDocument/2006/relationships" id="259" r:id="R3c02a555ec454a03"/>
    <p:sldId xmlns:r="http://schemas.openxmlformats.org/officeDocument/2006/relationships" id="260" r:id="R0f8d36b7e3644588"/>
    <p:sldId xmlns:r="http://schemas.openxmlformats.org/officeDocument/2006/relationships" id="261" r:id="R760cb9a7ec464f71"/>
    <p:sldId xmlns:r="http://schemas.openxmlformats.org/officeDocument/2006/relationships" id="262" r:id="R3e8637c7918a4c70"/>
    <p:sldId xmlns:r="http://schemas.openxmlformats.org/officeDocument/2006/relationships" id="263" r:id="R6ff00cff84bf4a29"/>
    <p:sldId xmlns:r="http://schemas.openxmlformats.org/officeDocument/2006/relationships" id="264" r:id="R0825ef52e7754632"/>
    <p:sldId xmlns:r="http://schemas.openxmlformats.org/officeDocument/2006/relationships" id="265" r:id="R2415e9e6fcf84393"/>
    <p:sldId xmlns:r="http://schemas.openxmlformats.org/officeDocument/2006/relationships" id="266" r:id="R613278d8ac774f5e"/>
    <p:sldId xmlns:r="http://schemas.openxmlformats.org/officeDocument/2006/relationships" id="267" r:id="Re49be22fe44b4690"/>
    <p:sldId xmlns:r="http://schemas.openxmlformats.org/officeDocument/2006/relationships" id="268" r:id="Rff6c7fb4e4314beb"/>
    <p:sldId xmlns:r="http://schemas.openxmlformats.org/officeDocument/2006/relationships" id="269" r:id="R2993ceddf44c4e71"/>
    <p:sldId xmlns:r="http://schemas.openxmlformats.org/officeDocument/2006/relationships" id="270" r:id="Rec49ac59cd09460a"/>
    <p:sldId xmlns:r="http://schemas.openxmlformats.org/officeDocument/2006/relationships" id="271" r:id="Rf19d54a3d0324458"/>
    <p:sldId xmlns:r="http://schemas.openxmlformats.org/officeDocument/2006/relationships" id="272" r:id="R344a1f21fb9c4bdf"/>
    <p:sldId xmlns:r="http://schemas.openxmlformats.org/officeDocument/2006/relationships" id="273" r:id="R2e090fd99d2142e3"/>
    <p:sldId xmlns:r="http://schemas.openxmlformats.org/officeDocument/2006/relationships" id="274" r:id="R845cecfd0f034335"/>
    <p:sldId xmlns:r="http://schemas.openxmlformats.org/officeDocument/2006/relationships" id="275" r:id="R791e62651e3343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c1a8f682f54b4b" /><Relationship Type="http://schemas.openxmlformats.org/officeDocument/2006/relationships/slideMaster" Target="/ppt/slideMasters/slideMaster1.xml" Id="R9c497210247f45fc" /><Relationship Type="http://schemas.openxmlformats.org/officeDocument/2006/relationships/notesMaster" Target="/ppt/notesMasters/notesMaster1.xml" Id="R9f6ebde3296b4610" /><Relationship Type="http://schemas.openxmlformats.org/officeDocument/2006/relationships/presProps" Target="/ppt/presProps.xml" Id="Rf7cfdc07536a4ae3" /><Relationship Type="http://schemas.openxmlformats.org/officeDocument/2006/relationships/tableStyles" Target="/ppt/tableStyles.xml" Id="R4c0bcd686ea947f6" /><Relationship Type="http://schemas.openxmlformats.org/officeDocument/2006/relationships/slide" Target="/ppt/slides/slide1.xml" Id="R2a6a824428334b17" /><Relationship Type="http://schemas.openxmlformats.org/officeDocument/2006/relationships/slide" Target="/ppt/slides/slide2.xml" Id="Re1d24dfb79894c63" /><Relationship Type="http://schemas.openxmlformats.org/officeDocument/2006/relationships/slide" Target="/ppt/slides/slide3.xml" Id="R2205cb5de44545bf" /><Relationship Type="http://schemas.openxmlformats.org/officeDocument/2006/relationships/slide" Target="/ppt/slides/slide4.xml" Id="R3c02a555ec454a03" /><Relationship Type="http://schemas.openxmlformats.org/officeDocument/2006/relationships/slide" Target="/ppt/slides/slide5.xml" Id="R0f8d36b7e3644588" /><Relationship Type="http://schemas.openxmlformats.org/officeDocument/2006/relationships/slide" Target="/ppt/slides/slide6.xml" Id="R760cb9a7ec464f71" /><Relationship Type="http://schemas.openxmlformats.org/officeDocument/2006/relationships/slide" Target="/ppt/slides/slide7.xml" Id="R3e8637c7918a4c70" /><Relationship Type="http://schemas.openxmlformats.org/officeDocument/2006/relationships/slide" Target="/ppt/slides/slide8.xml" Id="R6ff00cff84bf4a29" /><Relationship Type="http://schemas.openxmlformats.org/officeDocument/2006/relationships/slide" Target="/ppt/slides/slide9.xml" Id="R0825ef52e7754632" /><Relationship Type="http://schemas.openxmlformats.org/officeDocument/2006/relationships/slide" Target="/ppt/slides/slide10.xml" Id="R2415e9e6fcf84393" /><Relationship Type="http://schemas.openxmlformats.org/officeDocument/2006/relationships/slide" Target="/ppt/slides/slide11.xml" Id="R613278d8ac774f5e" /><Relationship Type="http://schemas.openxmlformats.org/officeDocument/2006/relationships/slide" Target="/ppt/slides/slide12.xml" Id="Re49be22fe44b4690" /><Relationship Type="http://schemas.openxmlformats.org/officeDocument/2006/relationships/slide" Target="/ppt/slides/slide13.xml" Id="Rff6c7fb4e4314beb" /><Relationship Type="http://schemas.openxmlformats.org/officeDocument/2006/relationships/slide" Target="/ppt/slides/slide14.xml" Id="R2993ceddf44c4e71" /><Relationship Type="http://schemas.openxmlformats.org/officeDocument/2006/relationships/slide" Target="/ppt/slides/slide15.xml" Id="Rec49ac59cd09460a" /><Relationship Type="http://schemas.openxmlformats.org/officeDocument/2006/relationships/slide" Target="/ppt/slides/slide16.xml" Id="Rf19d54a3d0324458" /><Relationship Type="http://schemas.openxmlformats.org/officeDocument/2006/relationships/slide" Target="/ppt/slides/slide17.xml" Id="R344a1f21fb9c4bdf" /><Relationship Type="http://schemas.openxmlformats.org/officeDocument/2006/relationships/slide" Target="/ppt/slides/slide18.xml" Id="R2e090fd99d2142e3" /><Relationship Type="http://schemas.openxmlformats.org/officeDocument/2006/relationships/slide" Target="/ppt/slides/slide19.xml" Id="R845cecfd0f034335" /><Relationship Type="http://schemas.openxmlformats.org/officeDocument/2006/relationships/slide" Target="/ppt/slides/slide20.xml" Id="R791e62651e3343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08b5a0da61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5042add22a41a8" /><Relationship Type="http://schemas.openxmlformats.org/officeDocument/2006/relationships/notesMaster" Target="/ppt/notesMasters/notesMaster1.xml" Id="R0a36b759cdb443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683ea23b85426c" /><Relationship Type="http://schemas.openxmlformats.org/officeDocument/2006/relationships/notesMaster" Target="/ppt/notesMasters/notesMaster1.xml" Id="Rc5c13956f06449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7db7d3b5914643" /><Relationship Type="http://schemas.openxmlformats.org/officeDocument/2006/relationships/notesMaster" Target="/ppt/notesMasters/notesMaster1.xml" Id="Ra9afbe7f94ed4e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d9ef52f87a4d79" /><Relationship Type="http://schemas.openxmlformats.org/officeDocument/2006/relationships/notesMaster" Target="/ppt/notesMasters/notesMaster1.xml" Id="R3288560dd5d14c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202475fad74a3f" /><Relationship Type="http://schemas.openxmlformats.org/officeDocument/2006/relationships/notesMaster" Target="/ppt/notesMasters/notesMaster1.xml" Id="R300fed7d20dd42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984f93726e4b51" /><Relationship Type="http://schemas.openxmlformats.org/officeDocument/2006/relationships/notesMaster" Target="/ppt/notesMasters/notesMaster1.xml" Id="R30df2024f11948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5efd59c11d49ca" /><Relationship Type="http://schemas.openxmlformats.org/officeDocument/2006/relationships/notesMaster" Target="/ppt/notesMasters/notesMaster1.xml" Id="R8ebe62c4248941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4287136ccd4fc3" /><Relationship Type="http://schemas.openxmlformats.org/officeDocument/2006/relationships/notesMaster" Target="/ppt/notesMasters/notesMaster1.xml" Id="R309e30a631ea4a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612e75fa1f428f" /><Relationship Type="http://schemas.openxmlformats.org/officeDocument/2006/relationships/notesMaster" Target="/ppt/notesMasters/notesMaster1.xml" Id="Rc30f22f68ca847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3a649bab4a4904" /><Relationship Type="http://schemas.openxmlformats.org/officeDocument/2006/relationships/notesMaster" Target="/ppt/notesMasters/notesMaster1.xml" Id="R59dee24ac1774c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9f5ca878f84de6" /><Relationship Type="http://schemas.openxmlformats.org/officeDocument/2006/relationships/notesMaster" Target="/ppt/notesMasters/notesMaster1.xml" Id="Rcdd5e061bc6341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34491b8ea14108" /><Relationship Type="http://schemas.openxmlformats.org/officeDocument/2006/relationships/notesMaster" Target="/ppt/notesMasters/notesMaster1.xml" Id="R509743bcbdcd4f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a751d3f5694ee6" /><Relationship Type="http://schemas.openxmlformats.org/officeDocument/2006/relationships/notesMaster" Target="/ppt/notesMasters/notesMaster1.xml" Id="Rd0c1caf93df34f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1ad606f1d9423e" /><Relationship Type="http://schemas.openxmlformats.org/officeDocument/2006/relationships/notesMaster" Target="/ppt/notesMasters/notesMaster1.xml" Id="Rfa59655ceb6e4c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642fa0e6ee4df3" /><Relationship Type="http://schemas.openxmlformats.org/officeDocument/2006/relationships/notesMaster" Target="/ppt/notesMasters/notesMaster1.xml" Id="R658dffa5e55342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8bd899c26148db" /><Relationship Type="http://schemas.openxmlformats.org/officeDocument/2006/relationships/notesMaster" Target="/ppt/notesMasters/notesMaster1.xml" Id="R29acc1ba2b0b44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c262625c014c38" /><Relationship Type="http://schemas.openxmlformats.org/officeDocument/2006/relationships/notesMaster" Target="/ppt/notesMasters/notesMaster1.xml" Id="R14191ca0d08f4a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2299b2731b4d20" /><Relationship Type="http://schemas.openxmlformats.org/officeDocument/2006/relationships/notesMaster" Target="/ppt/notesMasters/notesMaster1.xml" Id="Raac137070b8949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2e9f5c647a42f6" /><Relationship Type="http://schemas.openxmlformats.org/officeDocument/2006/relationships/notesMaster" Target="/ppt/notesMasters/notesMaster1.xml" Id="Rc7123be8c1c741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9bfd93bb5244d4" /><Relationship Type="http://schemas.openxmlformats.org/officeDocument/2006/relationships/notesMaster" Target="/ppt/notesMasters/notesMaster1.xml" Id="Rc37eaeffa21e43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the worksheet starter before showing the sample answers.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exact terms listed on their worksheet.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the key terminology quiz. Accept accurate definitions in students’ own words.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experiences/nw-l11.json and worksheets/NW_L11_AddressSortingOffice_Worksheet.docx.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ebcf120734e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457ff9b4de4adc" /><Relationship Type="http://schemas.openxmlformats.org/officeDocument/2006/relationships/slideLayout" Target="/ppt/slideLayouts/slideLayout1.xml" Id="R4ce938ff0e6a4f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e938ff0e6a4f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1f461e5884892" /><Relationship Type="http://schemas.openxmlformats.org/officeDocument/2006/relationships/image" Target="/ppt/media/image.png" Id="Ra8db2502c44048a6" /><Relationship Type="http://schemas.openxmlformats.org/officeDocument/2006/relationships/image" Target="/ppt/media/image.jpeg" Id="R5ff15f1d30474f5d" /><Relationship Type="http://schemas.openxmlformats.org/officeDocument/2006/relationships/notesSlide" Target="/ppt/notesSlides/notesSlide1.xml" Id="R58d286b325d54a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79db94c6c41c6" /><Relationship Type="http://schemas.openxmlformats.org/officeDocument/2006/relationships/image" Target="/ppt/media/image2.png" Id="Rf887a5cc4ad94539" /><Relationship Type="http://schemas.openxmlformats.org/officeDocument/2006/relationships/notesSlide" Target="/ppt/notesSlides/notesSlide2.xml" Id="Rfbdd472b2b094f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c8eb091c64da5" /><Relationship Type="http://schemas.openxmlformats.org/officeDocument/2006/relationships/image" Target="/ppt/media/image3.png" Id="R5241fbf1947a4d94" /><Relationship Type="http://schemas.openxmlformats.org/officeDocument/2006/relationships/notesSlide" Target="/ppt/notesSlides/notesSlide3.xml" Id="R5a1d01280ecc49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09114bfa6429d" /><Relationship Type="http://schemas.openxmlformats.org/officeDocument/2006/relationships/image" Target="/ppt/media/image4.png" Id="Rd9f16d23874e488f" /><Relationship Type="http://schemas.openxmlformats.org/officeDocument/2006/relationships/notesSlide" Target="/ppt/notesSlides/notesSlide4.xml" Id="R0b08e88099e14c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cf516fca64f79" /><Relationship Type="http://schemas.openxmlformats.org/officeDocument/2006/relationships/image" Target="/ppt/media/image5.png" Id="R96eba5e4054f4a17" /><Relationship Type="http://schemas.openxmlformats.org/officeDocument/2006/relationships/notesSlide" Target="/ppt/notesSlides/notesSlide5.xml" Id="R6394e6f3326446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76e42152744f3" /><Relationship Type="http://schemas.openxmlformats.org/officeDocument/2006/relationships/image" Target="/ppt/media/image6.png" Id="R6324eefdb00c4dc6" /><Relationship Type="http://schemas.openxmlformats.org/officeDocument/2006/relationships/notesSlide" Target="/ppt/notesSlides/notesSlide6.xml" Id="Rc20fc534d6a840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3f40a3710480f" /><Relationship Type="http://schemas.openxmlformats.org/officeDocument/2006/relationships/image" Target="/ppt/media/image7.png" Id="R4f2360b178894a0f" /><Relationship Type="http://schemas.openxmlformats.org/officeDocument/2006/relationships/hyperlink" Target="https://mrp-cs.github.io/Revise360/experience.html?id=nw-l11" TargetMode="External" Id="R87c7693b0c4a4b67" /><Relationship Type="http://schemas.openxmlformats.org/officeDocument/2006/relationships/notesSlide" Target="/ppt/notesSlides/notesSlide7.xml" Id="R5aa4f13e966444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565b3604c46d8" /><Relationship Type="http://schemas.openxmlformats.org/officeDocument/2006/relationships/image" Target="/ppt/media/image8.png" Id="R39c0f52448fa4f6a" /><Relationship Type="http://schemas.openxmlformats.org/officeDocument/2006/relationships/notesSlide" Target="/ppt/notesSlides/notesSlide8.xml" Id="R19306a4f17434b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9b1f0b48c4f3a" /><Relationship Type="http://schemas.openxmlformats.org/officeDocument/2006/relationships/image" Target="/ppt/media/image9.png" Id="R2efe544e077f4cb6" /><Relationship Type="http://schemas.openxmlformats.org/officeDocument/2006/relationships/notesSlide" Target="/ppt/notesSlides/notesSlide9.xml" Id="Rf21b4d9a68fc48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3701026074e80" /><Relationship Type="http://schemas.openxmlformats.org/officeDocument/2006/relationships/image" Target="/ppt/media/image10.png" Id="R0df653e94ba8430f" /><Relationship Type="http://schemas.openxmlformats.org/officeDocument/2006/relationships/notesSlide" Target="/ppt/notesSlides/notesSlide10.xml" Id="Rcec6f9c61a3b4a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51c023f4541f0" /><Relationship Type="http://schemas.openxmlformats.org/officeDocument/2006/relationships/image" Target="/ppt/media/image11.png" Id="R0b281a2722454c28" /><Relationship Type="http://schemas.openxmlformats.org/officeDocument/2006/relationships/notesSlide" Target="/ppt/notesSlides/notesSlide11.xml" Id="Rcf4721551a5d4f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570abb7b1405f" /><Relationship Type="http://schemas.openxmlformats.org/officeDocument/2006/relationships/image" Target="/ppt/media/image12.png" Id="R1827de78e3a14a77" /><Relationship Type="http://schemas.openxmlformats.org/officeDocument/2006/relationships/notesSlide" Target="/ppt/notesSlides/notesSlide12.xml" Id="R65bdf6b777f047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826ad612a4545" /><Relationship Type="http://schemas.openxmlformats.org/officeDocument/2006/relationships/image" Target="/ppt/media/image13.png" Id="Rf72cad98fe56435f" /><Relationship Type="http://schemas.openxmlformats.org/officeDocument/2006/relationships/notesSlide" Target="/ppt/notesSlides/notesSlide13.xml" Id="R703576b6092b47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d59d7fe2144e4" /><Relationship Type="http://schemas.openxmlformats.org/officeDocument/2006/relationships/image" Target="/ppt/media/image14.png" Id="Rd748c811a82a4e0b" /><Relationship Type="http://schemas.openxmlformats.org/officeDocument/2006/relationships/notesSlide" Target="/ppt/notesSlides/notesSlide14.xml" Id="Raab673531cae47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e9e6ee85d4962" /><Relationship Type="http://schemas.openxmlformats.org/officeDocument/2006/relationships/image" Target="/ppt/media/image15.png" Id="R681a877daf5c404c" /><Relationship Type="http://schemas.openxmlformats.org/officeDocument/2006/relationships/notesSlide" Target="/ppt/notesSlides/notesSlide15.xml" Id="R06bbbefd8ba54f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d67e4f5af44eb" /><Relationship Type="http://schemas.openxmlformats.org/officeDocument/2006/relationships/image" Target="/ppt/media/image16.png" Id="Ra4eb0ea1838d48f0" /><Relationship Type="http://schemas.openxmlformats.org/officeDocument/2006/relationships/notesSlide" Target="/ppt/notesSlides/notesSlide16.xml" Id="R679bb6d0698c45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44f5f0db44184" /><Relationship Type="http://schemas.openxmlformats.org/officeDocument/2006/relationships/image" Target="/ppt/media/image17.png" Id="Rf7964ea1d9b34e6a" /><Relationship Type="http://schemas.openxmlformats.org/officeDocument/2006/relationships/notesSlide" Target="/ppt/notesSlides/notesSlide17.xml" Id="R2df6d46be83540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e55cf503c4cbf" /><Relationship Type="http://schemas.openxmlformats.org/officeDocument/2006/relationships/image" Target="/ppt/media/image18.png" Id="R1bec95f579ec41e0" /><Relationship Type="http://schemas.openxmlformats.org/officeDocument/2006/relationships/notesSlide" Target="/ppt/notesSlides/notesSlide18.xml" Id="R7fcaa975411a4d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5a6ecc18548a7" /><Relationship Type="http://schemas.openxmlformats.org/officeDocument/2006/relationships/image" Target="/ppt/media/image19.png" Id="R9d620c20ba614bb6" /><Relationship Type="http://schemas.openxmlformats.org/officeDocument/2006/relationships/notesSlide" Target="/ppt/notesSlides/notesSlide19.xml" Id="Rc23982de238349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2fbb962ce4edf" /><Relationship Type="http://schemas.openxmlformats.org/officeDocument/2006/relationships/image" Target="/ppt/media/image20.png" Id="R78ff0bb3d597454e" /><Relationship Type="http://schemas.openxmlformats.org/officeDocument/2006/relationships/notesSlide" Target="/ppt/notesSlides/notesSlide20.xml" Id="R82267fa76ad04f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4777B8B-472A-4137-98BF-1DB7DEA2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B1C41E4-00BF-409E-BEC5-66D19319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11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74DABB8-5C61-4191-BC07-94610449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ADDRESS SORTING OFFICE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b2502c44048a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696149C-D52C-4928-8647-D0D5105B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20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29CAD067-8BC7-44BF-A2DE-0914934F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MAC, IPv4 and IPv6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4B7914C0-2791-423E-A1B6-411E60BB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553A0332-3299-4FED-918B-D0D01C3E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are the differences between the three types of network address?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15f1d30474f5d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76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C9379B6-856B-43B8-AB9C-99A78006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4D72B96-35CF-4FC2-9EFA-5DE79C33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9226381-578C-4707-BE9C-74E9FA15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7a5cc4ad9453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5657DC5-A461-4A46-A894-F9C070E7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8597EDFF-B145-4010-8A7D-02ABA5A7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C6EF3EC4-C960-4AC3-8B62-0334F817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uses of MAC and IP addressing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445DC033-9A3F-4953-B35D-C3D9683A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BA5F475-1DE9-4D15-B2F8-CBE82791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difference between IPv4 and IPv6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A9E346B8-98A9-4A21-B873-F32D77D8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3D98F2D6-AC83-4FCB-B4CD-6B3EB8FE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need for IPv6</a:t>
            </a:r>
          </a:p>
        </p:txBody>
      </p:sp>
    </p:spTree>
    <p:extLst>
      <p:ext uri="{BB962C8B-B14F-4D97-AF65-F5344CB8AC3E}">
        <p14:creationId xmlns:p14="http://schemas.microsoft.com/office/powerpoint/2010/main" val="495881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96603B6-F635-40CC-9FF4-8AFDF0C7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BC6A7E4-93F3-48C2-B78C-D64B0761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C59CBF2-F311-4826-9007-E42FA13F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1fbf1947a4d9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5A22AF-9597-440E-B516-35AE802D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20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6EB509B9-8235-42AB-A8A2-C80CEFD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parcel needs a house number and a postcode to arrive. Suggest why a computer might need more than one kind of address too.</a:t>
            </a:r>
          </a:p>
        </p:txBody>
      </p:sp>
    </p:spTree>
    <p:extLst>
      <p:ext uri="{BB962C8B-B14F-4D97-AF65-F5344CB8AC3E}">
        <p14:creationId xmlns:p14="http://schemas.microsoft.com/office/powerpoint/2010/main" val="2029940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F68B6E8-76D4-4EB5-8097-697C660F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54F79FD-AA55-4C0D-8B41-609EA41B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BA7231F-F315-495F-9985-93EDAC42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16d23874e488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8DD48C3-9063-4BF6-BF59-9C8C669B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B918B9C8-B8B6-4B0E-8FD5-3216958C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CBB4F2F7-7AA3-4510-ABC0-2AD40B77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One address identifies the device or interface on a local network; another identifies where it is on a wider network.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E25E4E51-C616-431C-8EB4-D01C5E29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037554AC-6785-41AD-9675-336C4CE2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Routers and switches need different addressing information to deliver data correctly.</a:t>
            </a:r>
          </a:p>
        </p:txBody>
      </p:sp>
    </p:spTree>
    <p:extLst>
      <p:ext uri="{BB962C8B-B14F-4D97-AF65-F5344CB8AC3E}">
        <p14:creationId xmlns:p14="http://schemas.microsoft.com/office/powerpoint/2010/main" val="546345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41F2E89-5DBE-4E17-9283-D039DF71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5CFB312-C440-4CA5-AB70-2A57A3BD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98DEC37-3572-4A14-B482-C2C41FA7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ba5e4054f4a1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52B116-737E-4862-BCBA-4214977E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20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30FDCE99-CD9A-4D18-8FC4-AAE21EE0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2AECF660-6694-4283-B87F-D454D52E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MAC address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990A2464-1F12-4F7C-9878-7E8E2A86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A460B12A-09A4-49C6-923A-FB9F4836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IP address</a:t>
            </a:r>
          </a:p>
        </p:txBody>
      </p:sp>
    </p:spTree>
    <p:extLst>
      <p:ext uri="{BB962C8B-B14F-4D97-AF65-F5344CB8AC3E}">
        <p14:creationId xmlns:p14="http://schemas.microsoft.com/office/powerpoint/2010/main" val="15456729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6107A47-7540-446C-84D8-3F70AB4E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ED264E-F0E2-4CFD-9DE5-50592E60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29D03AC-B720-48D5-B28B-720944D6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4eefdb00c4dc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76BC7D8-2B1E-4F52-89BB-819CA123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20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E547BA29-96F2-409F-841E-17D9B454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MAC address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7E60ACA2-D564-45E3-8595-EB91FF1C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MAC address: a hardware identifier associated with a network interface card, used for delivery on a local network.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9734B36B-4E74-47CA-88F4-F96271FF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IP address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18555555-5CC4-4147-AE4C-25B6FA81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IP address: a logical address used to identify a device on a network and route packets between networks.</a:t>
            </a:r>
          </a:p>
        </p:txBody>
      </p:sp>
    </p:spTree>
    <p:extLst>
      <p:ext uri="{BB962C8B-B14F-4D97-AF65-F5344CB8AC3E}">
        <p14:creationId xmlns:p14="http://schemas.microsoft.com/office/powerpoint/2010/main" val="63548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48E5CE8-1E8F-4785-9926-97248D8D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DDB5E25-BF01-4901-9D60-20AE93FE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11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F86693C-985E-436B-AA37-A1131B6A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360b178894a0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E1F2322-6BD0-45C3-99F3-9D05E1C2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20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FBB1ABE8-6A3B-45BE-A29F-1D2B6F35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7c7693b0c4a4b67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326EA697-0723-4F95-BC15-AAE5C534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Address sorting office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25160543-4037-4A5A-94D6-D344D5B9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56B719C9-F602-4443-8C46-038DB0BE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1E119C3C-2DB8-4924-A1AB-F53EDA6D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ED667805-8787-481E-9786-2D3ED60E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21), then complete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D442F752-66FB-414B-B61D-C0635951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B5E936A4-8E35-4EA1-9DBB-E0E32666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076984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EE1698C-64F1-475F-8ECC-937CDADD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A9F5598-8783-4AEF-A523-DEF33F50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101DA4E-F17A-423E-A387-6D15B814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0f52448fa4f6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C4CD3E3-4C07-45EC-9946-46F09E18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20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C1777DAA-3E18-4A55-AF9E-96E3C03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 the key question: compare MAC, IPv4 and IPv6 addresses.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70B1ABAC-2A00-4AF8-B136-BE9F0318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937552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8DA2292-FC05-4D58-932D-278FD2A7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5C7F5CA-B61E-49CC-879F-41EE9F44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34B1EB2-4EFC-4711-818F-F829804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e544e077f4cb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3C5DBCA-B2FB-4F0D-A4CB-C8CA6BC3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20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F413D29B-A9FF-46ED-85D4-D47CFACD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laptop joins a different Wi-Fi network. Which address is likely to change, and why?</a:t>
            </a:r>
          </a:p>
        </p:txBody>
      </p:sp>
    </p:spTree>
    <p:extLst>
      <p:ext uri="{BB962C8B-B14F-4D97-AF65-F5344CB8AC3E}">
        <p14:creationId xmlns:p14="http://schemas.microsoft.com/office/powerpoint/2010/main" val="1235485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827FDB8-DE6B-40AC-9157-AA5A42F3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54E2917-A97F-47F2-8D6F-82D61804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2B9ED6E-33C3-4760-9AD5-7A29DF51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653e94ba8430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4C282B5-4498-4D50-BB9B-8DDE92CD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D4802D61-4563-44BA-AA20-A873A07E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1B7BAF70-917E-479F-908B-5BD77AE2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MAC identifies a network interface for local delivery and is normally assigned to the NIC.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DFA0DD31-4260-49FD-85C7-A98E6884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3D1A8409-39ED-4CE2-8B03-7945A6D9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IPv4 is a 32-bit logical address written as four decimal numbers, such as 192.168.1.20.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3D555022-44FD-483D-A435-8B5B27BD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6C89567A-3AE1-4341-92C9-CF8650FB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IPv6 is a 128-bit logical address written in hexadecimal, providing far more unique addresses.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2395F3C1-7B21-42B8-A3B7-D8D06039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FA8A5B30-AA33-48F3-99E0-BE86FD62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Its IP address is assigned for the new network and can change. The network interface retains its MAC address.</a:t>
            </a:r>
          </a:p>
        </p:txBody>
      </p:sp>
    </p:spTree>
    <p:extLst>
      <p:ext uri="{BB962C8B-B14F-4D97-AF65-F5344CB8AC3E}">
        <p14:creationId xmlns:p14="http://schemas.microsoft.com/office/powerpoint/2010/main" val="19703582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D9D8EC6-9309-4774-9FAB-61DC8952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5E2E614-6F1A-4C6C-8098-D1470EDA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DBD3190-6102-4E82-B73E-BE60926E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81a2722454c2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C32A979-05FD-4BA8-8044-BFD81F84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20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F0A210E2-BEE2-47D2-B9D2-F9236DF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A31DAE85-E64E-44EA-AB3E-70BC645C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MAC addresses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2AE22A64-83DB-4200-8DD7-79C33E5E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unique MAC address lets a switch distinguish network interfaces and deliver a frame to the intended one.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613AADE-911B-47B1-A386-777E8899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IP addresses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FAF963AA-4952-49CF-A995-08107E6F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device may receive a new IP address on a different network. Its NIC keeps its MAC identifier.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E90A6998-3C4B-44CC-8362-414C71F3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IPv4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BB3A3716-3B6E-4664-8856-0E30FDD8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IPv4 has four 8-bit numbers. One 8-bit number ranges from 0 to 255, so 256 is invalid.</a:t>
            </a:r>
          </a:p>
        </p:txBody>
      </p:sp>
    </p:spTree>
    <p:extLst>
      <p:ext uri="{BB962C8B-B14F-4D97-AF65-F5344CB8AC3E}">
        <p14:creationId xmlns:p14="http://schemas.microsoft.com/office/powerpoint/2010/main" val="16695976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B98AB01-FC80-4673-B5FB-CD879625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F076D19-5935-4A6E-94EE-7FC1912B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BED3EA1-DDDE-41F0-B193-B96CEB0F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7de78e3a14a7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D208FA-C971-4E74-BF04-7C49ADA0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20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F42B21F9-25A3-4172-A2E4-47DD0E9F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994E7ED2-E5FB-4B43-9F24-BB6B600E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IPv6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CD431A56-C8A6-4F8D-9248-AC1E51F1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IPv6 provides many more addresses than IPv4, whose roughly 4.3 billion addresses are insufficient for all devices.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5D659FCD-4B75-4EB2-8F22-F8A2AD6B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LAN or WAN addressing?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EF5BAF9E-8B3C-471C-82F3-FFBEC8EB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switch uses MAC addresses for frames on the LAN; a router uses IP addresses to move packets between networks.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9A42C7E2-CDB7-42E2-99A5-4A3E7B41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Network and device parts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4FFF9EA7-49E8-4FF7-82FF-138F2891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With the /24 network assumed in the lesson, both 192.168.1.20 and 192.168.1.35 are on 192.168.1.0; the final number identifies each host.</a:t>
            </a:r>
          </a:p>
        </p:txBody>
      </p:sp>
    </p:spTree>
    <p:extLst>
      <p:ext uri="{BB962C8B-B14F-4D97-AF65-F5344CB8AC3E}">
        <p14:creationId xmlns:p14="http://schemas.microsoft.com/office/powerpoint/2010/main" val="8277832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C3B1291-3D85-41DB-A384-B2CACA4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F3AF878-7762-4F2B-BFAB-94E22459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319191F-F82C-4CA5-9A7B-3505765F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1–4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cad98fe56435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CBA3E60-5A82-4FD0-A72A-B066BE15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786B37BD-1D91-466E-8FB8-E71C185F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5F27557E-8BC7-4818-B974-15C075A1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180.17.255.1 → IPv4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DD7B1BDE-0904-4884-82EC-1121102C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E39365AD-A814-4950-BBD6-A24E169E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2001:0DB8:AC10:FE01:0000:0000:0000:0000 → IPv6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9CF6DABB-73E2-40BD-BBE1-00442820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B5823C44-F703-469E-8E8B-95E662AE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00-15-E9-2B-99-3C → MAC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EDAF3FC-C4BB-4C3A-A0DA-C1765BFD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8233E532-1184-4A42-9513-283E3016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32 bits long → IPv4</a:t>
            </a:r>
          </a:p>
        </p:txBody>
      </p:sp>
    </p:spTree>
    <p:extLst>
      <p:ext uri="{BB962C8B-B14F-4D97-AF65-F5344CB8AC3E}">
        <p14:creationId xmlns:p14="http://schemas.microsoft.com/office/powerpoint/2010/main" val="3483849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37626D8-22B7-4AFD-AFEB-B7BAC712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119F3A-EDD6-41E5-B674-468C44E7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B498A88-4A66-41D3-A48D-7CECCC6B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5–8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8c811a82a4e0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247B97F-4BF8-42BC-BEBB-7C1B1B57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20</a:t>
            </a:r>
          </a:p>
        </p:txBody>
      </p:sp>
      <p:sp>
        <p:nvSpPr>
          <p:cNvPr id="6" name="number-5">
            <a:extLst xmlns:a="http://schemas.openxmlformats.org/drawingml/2006/main">
              <a:ext uri="{FF2B5EF4-FFF2-40B4-BE49-F238E27FC236}">
                <a16:creationId xmlns:a16="http://schemas.microsoft.com/office/drawing/2014/main" id="{D650D4D3-28F9-4337-9C92-2C545C69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7" name="item-5">
            <a:extLst xmlns:a="http://schemas.openxmlformats.org/drawingml/2006/main">
              <a:ext uri="{FF2B5EF4-FFF2-40B4-BE49-F238E27FC236}">
                <a16:creationId xmlns:a16="http://schemas.microsoft.com/office/drawing/2014/main" id="{7380878E-3A2F-40FB-A749-82D17EDB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128 bits long → IPv6</a:t>
            </a:r>
          </a:p>
        </p:txBody>
      </p:sp>
      <p:sp>
        <p:nvSpPr>
          <p:cNvPr id="8" name="number-6">
            <a:extLst xmlns:a="http://schemas.openxmlformats.org/drawingml/2006/main">
              <a:ext uri="{FF2B5EF4-FFF2-40B4-BE49-F238E27FC236}">
                <a16:creationId xmlns:a16="http://schemas.microsoft.com/office/drawing/2014/main" id="{F27CA13E-66F8-46F0-9925-6BA6FCA3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9" name="item-6">
            <a:extLst xmlns:a="http://schemas.openxmlformats.org/drawingml/2006/main">
              <a:ext uri="{FF2B5EF4-FFF2-40B4-BE49-F238E27FC236}">
                <a16:creationId xmlns:a16="http://schemas.microsoft.com/office/drawing/2014/main" id="{93E6AD41-9C35-45D4-9C12-D07EF876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48 bits, set when the NIC is made → MAC</a:t>
            </a:r>
          </a:p>
        </p:txBody>
      </p:sp>
      <p:sp>
        <p:nvSpPr>
          <p:cNvPr id="10" name="number-7">
            <a:extLst xmlns:a="http://schemas.openxmlformats.org/drawingml/2006/main">
              <a:ext uri="{FF2B5EF4-FFF2-40B4-BE49-F238E27FC236}">
                <a16:creationId xmlns:a16="http://schemas.microsoft.com/office/drawing/2014/main" id="{918CB71A-9218-41DA-8BDB-A926BCED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11" name="item-7">
            <a:extLst xmlns:a="http://schemas.openxmlformats.org/drawingml/2006/main">
              <a:ext uri="{FF2B5EF4-FFF2-40B4-BE49-F238E27FC236}">
                <a16:creationId xmlns:a16="http://schemas.microsoft.com/office/drawing/2014/main" id="{C2FF6490-51B6-4E21-9B62-18E2BAAB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Four numbers from 0 to 255 → IPv4</a:t>
            </a:r>
          </a:p>
        </p:txBody>
      </p:sp>
      <p:sp>
        <p:nvSpPr>
          <p:cNvPr id="12" name="number-8">
            <a:extLst xmlns:a="http://schemas.openxmlformats.org/drawingml/2006/main">
              <a:ext uri="{FF2B5EF4-FFF2-40B4-BE49-F238E27FC236}">
                <a16:creationId xmlns:a16="http://schemas.microsoft.com/office/drawing/2014/main" id="{5AC7ED6F-F56F-4074-B64B-6543888D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3" name="item-8">
            <a:extLst xmlns:a="http://schemas.openxmlformats.org/drawingml/2006/main">
              <a:ext uri="{FF2B5EF4-FFF2-40B4-BE49-F238E27FC236}">
                <a16:creationId xmlns:a16="http://schemas.microsoft.com/office/drawing/2014/main" id="{85DBE1F0-63EB-4065-860B-7809B2E9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Eight groups of hexadecimal separated by colons → IPv6</a:t>
            </a:r>
          </a:p>
        </p:txBody>
      </p:sp>
    </p:spTree>
    <p:extLst>
      <p:ext uri="{BB962C8B-B14F-4D97-AF65-F5344CB8AC3E}">
        <p14:creationId xmlns:p14="http://schemas.microsoft.com/office/powerpoint/2010/main" val="5259423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9EA7521-8E3A-4559-A871-A3F9334B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BDAD37B-8B0B-4D09-995F-3A368FE0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55B8B61-7A0E-45EB-ACD1-27810A4D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 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a877daf5c404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B120686-1493-4AA8-8E41-C428B107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20</a:t>
            </a:r>
          </a:p>
        </p:txBody>
      </p:sp>
      <p:sp>
        <p:nvSpPr>
          <p:cNvPr id="6" name="number-9">
            <a:extLst xmlns:a="http://schemas.openxmlformats.org/drawingml/2006/main">
              <a:ext uri="{FF2B5EF4-FFF2-40B4-BE49-F238E27FC236}">
                <a16:creationId xmlns:a16="http://schemas.microsoft.com/office/drawing/2014/main" id="{FC06A20D-D7FF-49E0-AFCF-30E3BFFB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9.</a:t>
            </a:r>
          </a:p>
        </p:txBody>
      </p:sp>
      <p:sp>
        <p:nvSpPr>
          <p:cNvPr id="7" name="item-9">
            <a:extLst xmlns:a="http://schemas.openxmlformats.org/drawingml/2006/main">
              <a:ext uri="{FF2B5EF4-FFF2-40B4-BE49-F238E27FC236}">
                <a16:creationId xmlns:a16="http://schemas.microsoft.com/office/drawing/2014/main" id="{0056C95C-20E1-472B-A24B-0396E667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Used by switches within a LAN → MAC</a:t>
            </a:r>
          </a:p>
        </p:txBody>
      </p:sp>
    </p:spTree>
    <p:extLst>
      <p:ext uri="{BB962C8B-B14F-4D97-AF65-F5344CB8AC3E}">
        <p14:creationId xmlns:p14="http://schemas.microsoft.com/office/powerpoint/2010/main" val="6250215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FCACC0F-70FE-4FA9-B9EA-E479CFCB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17F0D8B-7526-49D8-9321-8D9718CD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1046937-6567-4FD8-A215-AE2BC11C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b0ea1838d48f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187FDCE-B872-4CAB-9AB9-DE97F643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20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65A0FEAA-55AA-45A9-8CA8-94AC24B9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E0E68233-3582-46DC-AC29-E870CA8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State what a MAC address identifies.  [1]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00707521-BDE7-4E92-9CB7-08871B16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why IPv6 addresses were needed.  [2]</a:t>
            </a:r>
          </a:p>
        </p:txBody>
      </p:sp>
    </p:spTree>
    <p:extLst>
      <p:ext uri="{BB962C8B-B14F-4D97-AF65-F5344CB8AC3E}">
        <p14:creationId xmlns:p14="http://schemas.microsoft.com/office/powerpoint/2010/main" val="7787410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2DCA63-6BAD-4356-9DE4-3D4C5239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A8AD228-0B50-4AAE-9D05-620B41EE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0097C64-AA0F-472E-9D52-32956E1A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64ea1d9b34e6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A0572FE-FDF7-4F30-9B52-A5B57BA6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20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7354EA87-A6EA-40BF-9782-36ACDF64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F13469D9-B828-4EA9-8369-37EBC23F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Describe two differences between an IPv4 address and an IPv6 address.  [4]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FA221723-5F59-4650-A0E7-411F68D1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 Explain why a device keeps its MAC address but can be given a different IP address.  [3]</a:t>
            </a:r>
          </a:p>
        </p:txBody>
      </p:sp>
    </p:spTree>
    <p:extLst>
      <p:ext uri="{BB962C8B-B14F-4D97-AF65-F5344CB8AC3E}">
        <p14:creationId xmlns:p14="http://schemas.microsoft.com/office/powerpoint/2010/main" val="20738006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509000A-0962-412B-BA07-DA8D4CBF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C70101A-513C-4049-B6E0-65F3200A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9BF3C61-4802-4D49-9A89-2D32260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c95f579ec41e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535450D-EA30-4842-B17C-94435933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20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EB4FB2F5-CB69-43B3-86BA-C0B80424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5600C311-D0AC-4AA5-893D-8204F704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A MAC address identifies a network interface card or interface on the local network.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4552F239-EEFC-4DD2-9A4F-81D9AAC1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The limited number of 32-bit IPv4 addresses could not provide enough unique addresses as internet use grew. IPv6 uses 128 bits and offers vastly more.</a:t>
            </a:r>
          </a:p>
        </p:txBody>
      </p:sp>
    </p:spTree>
    <p:extLst>
      <p:ext uri="{BB962C8B-B14F-4D97-AF65-F5344CB8AC3E}">
        <p14:creationId xmlns:p14="http://schemas.microsoft.com/office/powerpoint/2010/main" val="11677673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B897D8-8B13-47DD-9049-E7299B47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21B7F0D-FD5A-422C-9D19-111C10FC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6A7FD02-65FA-41F3-9928-1C524E25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20c20ba614bb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6010036-3E17-479F-8A1E-F9DC8EF2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20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F0D17781-755B-4A14-A546-93ADBF5A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DBE70CD7-6182-4F7F-BDCC-8018E9A1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IPv4 is 32 bits and written as four decimal values. IPv6 is 128 bits and written in hexadecimal groups, so it offers many more addresses.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A7367522-F38D-45C2-96DD-D4F98ACE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The MAC address belongs to the network interface and remains associated with it. An IP address identifies the device on its current network, so a different network can assign another IP address.</a:t>
            </a:r>
          </a:p>
        </p:txBody>
      </p:sp>
    </p:spTree>
    <p:extLst>
      <p:ext uri="{BB962C8B-B14F-4D97-AF65-F5344CB8AC3E}">
        <p14:creationId xmlns:p14="http://schemas.microsoft.com/office/powerpoint/2010/main" val="7511529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F68D123-2CD9-4E25-8103-D4BE9D4E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B4F102-EDAC-43D1-B3CA-43BA3828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11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9FE9EFA-32F5-4C2C-B794-C593F50E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f0bb3d597454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1DB1124-8651-4E01-B496-862A5486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20 / 20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5104A3C0-1B10-4E98-9A4C-19750FCB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AA428FB-8CF0-4A66-A718-DD923DF8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09696612-9437-4963-8145-6A4AF22A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Uses of MAC and IP addresses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39295EE9-F109-4B03-92C9-0C8F965F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FCAF3C94-9398-45A8-B9C3-6B69EEBA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difference between IPv4 and IPv6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B3DC15C9-E1DF-4E68-A2E3-4F5B28B4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FB468D1E-5260-4F84-B63A-6AC14CC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IPv6 is needed</a:t>
            </a:r>
          </a:p>
        </p:txBody>
      </p:sp>
    </p:spTree>
    <p:extLst>
      <p:ext uri="{BB962C8B-B14F-4D97-AF65-F5344CB8AC3E}">
        <p14:creationId xmlns:p14="http://schemas.microsoft.com/office/powerpoint/2010/main" val="162295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2026-09-25T14:15:46.1740000Z</dcterms:created>
  <dcterms:modified xsi:type="dcterms:W3CDTF">2026-09-25T14:15:46.1740000Z</dcterms:modified>
</coreProperties>
</file>
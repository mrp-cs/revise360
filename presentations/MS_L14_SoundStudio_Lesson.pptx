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2467d69f4430f" /><Relationship Type="http://schemas.openxmlformats.org/officeDocument/2006/relationships/extended-properties" Target="/docProps/app.xml" Id="R2a46518190ca4d77" /><Relationship Type="http://schemas.openxmlformats.org/officeDocument/2006/relationships/officeDocument" Target="/ppt/presentation.xml" Id="R80b19de9e6d4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f1762dcef4e1d"/>
  </p:sldMasterIdLst>
  <p:notesMasterIdLst>
    <p:notesMasterId xmlns:r="http://schemas.openxmlformats.org/officeDocument/2006/relationships" r:id="R4eff0ab07cce44ff"/>
  </p:notesMasterIdLst>
  <p:sldIdLst>
    <p:sldId xmlns:r="http://schemas.openxmlformats.org/officeDocument/2006/relationships" id="256" r:id="R6f34ed0dda7c43d7"/>
    <p:sldId xmlns:r="http://schemas.openxmlformats.org/officeDocument/2006/relationships" id="257" r:id="R582a71a804644e68"/>
    <p:sldId xmlns:r="http://schemas.openxmlformats.org/officeDocument/2006/relationships" id="258" r:id="Rade223b57298411b"/>
    <p:sldId xmlns:r="http://schemas.openxmlformats.org/officeDocument/2006/relationships" id="259" r:id="R3b5ea9e0bce3497a"/>
    <p:sldId xmlns:r="http://schemas.openxmlformats.org/officeDocument/2006/relationships" id="260" r:id="Re68b2167618b4e00"/>
    <p:sldId xmlns:r="http://schemas.openxmlformats.org/officeDocument/2006/relationships" id="261" r:id="R14d4efd7195540c4"/>
    <p:sldId xmlns:r="http://schemas.openxmlformats.org/officeDocument/2006/relationships" id="262" r:id="Re050cd8b59d14a0d"/>
    <p:sldId xmlns:r="http://schemas.openxmlformats.org/officeDocument/2006/relationships" id="263" r:id="R7d6f560ba882493d"/>
    <p:sldId xmlns:r="http://schemas.openxmlformats.org/officeDocument/2006/relationships" id="264" r:id="R16c8f94bb1264b8b"/>
    <p:sldId xmlns:r="http://schemas.openxmlformats.org/officeDocument/2006/relationships" id="265" r:id="Rfb3cfbb093e34013"/>
    <p:sldId xmlns:r="http://schemas.openxmlformats.org/officeDocument/2006/relationships" id="266" r:id="R7283bb5123564911"/>
    <p:sldId xmlns:r="http://schemas.openxmlformats.org/officeDocument/2006/relationships" id="267" r:id="R63e77779487d46c4"/>
    <p:sldId xmlns:r="http://schemas.openxmlformats.org/officeDocument/2006/relationships" id="268" r:id="Ree3c56f5a7f440f9"/>
    <p:sldId xmlns:r="http://schemas.openxmlformats.org/officeDocument/2006/relationships" id="269" r:id="R4ee881bd33b14bf2"/>
    <p:sldId xmlns:r="http://schemas.openxmlformats.org/officeDocument/2006/relationships" id="270" r:id="R68452e4c54214304"/>
    <p:sldId xmlns:r="http://schemas.openxmlformats.org/officeDocument/2006/relationships" id="271" r:id="R8aabe9dd83bb4b5b"/>
    <p:sldId xmlns:r="http://schemas.openxmlformats.org/officeDocument/2006/relationships" id="272" r:id="R44fdd6a92bcc4397"/>
    <p:sldId xmlns:r="http://schemas.openxmlformats.org/officeDocument/2006/relationships" id="273" r:id="R6ddad456f4e9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8fd4dd07244718" /><Relationship Type="http://schemas.openxmlformats.org/officeDocument/2006/relationships/slideMaster" Target="/ppt/slideMasters/slideMaster1.xml" Id="R8dbf1762dcef4e1d" /><Relationship Type="http://schemas.openxmlformats.org/officeDocument/2006/relationships/notesMaster" Target="/ppt/notesMasters/notesMaster1.xml" Id="R4eff0ab07cce44ff" /><Relationship Type="http://schemas.openxmlformats.org/officeDocument/2006/relationships/presProps" Target="/ppt/presProps.xml" Id="Rb2f59838ded64dc1" /><Relationship Type="http://schemas.openxmlformats.org/officeDocument/2006/relationships/tableStyles" Target="/ppt/tableStyles.xml" Id="R263b459f47604d5d" /><Relationship Type="http://schemas.openxmlformats.org/officeDocument/2006/relationships/slide" Target="/ppt/slides/slide1.xml" Id="R6f34ed0dda7c43d7" /><Relationship Type="http://schemas.openxmlformats.org/officeDocument/2006/relationships/slide" Target="/ppt/slides/slide2.xml" Id="R582a71a804644e68" /><Relationship Type="http://schemas.openxmlformats.org/officeDocument/2006/relationships/slide" Target="/ppt/slides/slide3.xml" Id="Rade223b57298411b" /><Relationship Type="http://schemas.openxmlformats.org/officeDocument/2006/relationships/slide" Target="/ppt/slides/slide4.xml" Id="R3b5ea9e0bce3497a" /><Relationship Type="http://schemas.openxmlformats.org/officeDocument/2006/relationships/slide" Target="/ppt/slides/slide5.xml" Id="Re68b2167618b4e00" /><Relationship Type="http://schemas.openxmlformats.org/officeDocument/2006/relationships/slide" Target="/ppt/slides/slide6.xml" Id="R14d4efd7195540c4" /><Relationship Type="http://schemas.openxmlformats.org/officeDocument/2006/relationships/slide" Target="/ppt/slides/slide7.xml" Id="Re050cd8b59d14a0d" /><Relationship Type="http://schemas.openxmlformats.org/officeDocument/2006/relationships/slide" Target="/ppt/slides/slide8.xml" Id="R7d6f560ba882493d" /><Relationship Type="http://schemas.openxmlformats.org/officeDocument/2006/relationships/slide" Target="/ppt/slides/slide9.xml" Id="R16c8f94bb1264b8b" /><Relationship Type="http://schemas.openxmlformats.org/officeDocument/2006/relationships/slide" Target="/ppt/slides/slide10.xml" Id="Rfb3cfbb093e34013" /><Relationship Type="http://schemas.openxmlformats.org/officeDocument/2006/relationships/slide" Target="/ppt/slides/slide11.xml" Id="R7283bb5123564911" /><Relationship Type="http://schemas.openxmlformats.org/officeDocument/2006/relationships/slide" Target="/ppt/slides/slide12.xml" Id="R63e77779487d46c4" /><Relationship Type="http://schemas.openxmlformats.org/officeDocument/2006/relationships/slide" Target="/ppt/slides/slide13.xml" Id="Ree3c56f5a7f440f9" /><Relationship Type="http://schemas.openxmlformats.org/officeDocument/2006/relationships/slide" Target="/ppt/slides/slide14.xml" Id="R4ee881bd33b14bf2" /><Relationship Type="http://schemas.openxmlformats.org/officeDocument/2006/relationships/slide" Target="/ppt/slides/slide15.xml" Id="R68452e4c54214304" /><Relationship Type="http://schemas.openxmlformats.org/officeDocument/2006/relationships/slide" Target="/ppt/slides/slide16.xml" Id="R8aabe9dd83bb4b5b" /><Relationship Type="http://schemas.openxmlformats.org/officeDocument/2006/relationships/slide" Target="/ppt/slides/slide17.xml" Id="R44fdd6a92bcc4397" /><Relationship Type="http://schemas.openxmlformats.org/officeDocument/2006/relationships/slide" Target="/ppt/slides/slide18.xml" Id="R6ddad456f4e9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becf6b8f5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5ceda8036465f" /><Relationship Type="http://schemas.openxmlformats.org/officeDocument/2006/relationships/notesMaster" Target="/ppt/notesMasters/notesMaster1.xml" Id="R49f048ab566b46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207deef4f54754" /><Relationship Type="http://schemas.openxmlformats.org/officeDocument/2006/relationships/notesMaster" Target="/ppt/notesMasters/notesMaster1.xml" Id="R965bbb488f434f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5f7ad8e2b4a8e" /><Relationship Type="http://schemas.openxmlformats.org/officeDocument/2006/relationships/notesMaster" Target="/ppt/notesMasters/notesMaster1.xml" Id="R5b231e93ddd1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a4444119248cb" /><Relationship Type="http://schemas.openxmlformats.org/officeDocument/2006/relationships/notesMaster" Target="/ppt/notesMasters/notesMaster1.xml" Id="Rab173187126c47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024eaa8134abc" /><Relationship Type="http://schemas.openxmlformats.org/officeDocument/2006/relationships/notesMaster" Target="/ppt/notesMasters/notesMaster1.xml" Id="R99891ea0c2b440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fded6490342fe" /><Relationship Type="http://schemas.openxmlformats.org/officeDocument/2006/relationships/notesMaster" Target="/ppt/notesMasters/notesMaster1.xml" Id="Rf5d8a248a2c6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8d26dbc6e4b55" /><Relationship Type="http://schemas.openxmlformats.org/officeDocument/2006/relationships/notesMaster" Target="/ppt/notesMasters/notesMaster1.xml" Id="Rc3c1a0ad5ab847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f015acc8784cce" /><Relationship Type="http://schemas.openxmlformats.org/officeDocument/2006/relationships/notesMaster" Target="/ppt/notesMasters/notesMaster1.xml" Id="R99ce166d825142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955113824e43eb" /><Relationship Type="http://schemas.openxmlformats.org/officeDocument/2006/relationships/notesMaster" Target="/ppt/notesMasters/notesMaster1.xml" Id="R55a17a6c78d549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7a73c470404a6e" /><Relationship Type="http://schemas.openxmlformats.org/officeDocument/2006/relationships/notesMaster" Target="/ppt/notesMasters/notesMaster1.xml" Id="Rc07a456e173e4b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a80345980f4037" /><Relationship Type="http://schemas.openxmlformats.org/officeDocument/2006/relationships/notesMaster" Target="/ppt/notesMasters/notesMaster1.xml" Id="R99c692271ef449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1717cd7d01418b" /><Relationship Type="http://schemas.openxmlformats.org/officeDocument/2006/relationships/notesMaster" Target="/ppt/notesMasters/notesMaster1.xml" Id="R83806c77535f45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0047e2ce054054" /><Relationship Type="http://schemas.openxmlformats.org/officeDocument/2006/relationships/notesMaster" Target="/ppt/notesMasters/notesMaster1.xml" Id="Rcbefe4c34e7f49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8e491e55b74846" /><Relationship Type="http://schemas.openxmlformats.org/officeDocument/2006/relationships/notesMaster" Target="/ppt/notesMasters/notesMaster1.xml" Id="R2d03636117c444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ad9a8d841c4f33" /><Relationship Type="http://schemas.openxmlformats.org/officeDocument/2006/relationships/notesMaster" Target="/ppt/notesMasters/notesMaster1.xml" Id="Re483729b0a4540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479d9dd8834e80" /><Relationship Type="http://schemas.openxmlformats.org/officeDocument/2006/relationships/notesMaster" Target="/ppt/notesMasters/notesMaster1.xml" Id="R573e9eb8ee384b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854ebc00f64f14" /><Relationship Type="http://schemas.openxmlformats.org/officeDocument/2006/relationships/notesMaster" Target="/ppt/notesMasters/notesMaster1.xml" Id="Raa37e2c4533a4c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ac7106181f4a37" /><Relationship Type="http://schemas.openxmlformats.org/officeDocument/2006/relationships/notesMaster" Target="/ppt/notesMasters/notesMaster1.xml" Id="R00506655ea1e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experiences/ms-l14.json and worksheets/MS_L14_SoundStudio_Worksheet.docx.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74e2ae14842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b143717fb40f9" /><Relationship Type="http://schemas.openxmlformats.org/officeDocument/2006/relationships/slideLayout" Target="/ppt/slideLayouts/slideLayout1.xml" Id="Rf7af4e595a4a4b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af4e595a4a4b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c1aafe922499f" /><Relationship Type="http://schemas.openxmlformats.org/officeDocument/2006/relationships/image" Target="/ppt/media/image.png" Id="R5657c801cb0241ae" /><Relationship Type="http://schemas.openxmlformats.org/officeDocument/2006/relationships/image" Target="/ppt/media/image.jpeg" Id="Rba53c1d17bbd4022" /><Relationship Type="http://schemas.openxmlformats.org/officeDocument/2006/relationships/notesSlide" Target="/ppt/notesSlides/notesSlide1.xml" Id="R6f11c984a64d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d5ee6da624277" /><Relationship Type="http://schemas.openxmlformats.org/officeDocument/2006/relationships/image" Target="/ppt/media/image2.png" Id="R8bf86cc648f8436b" /><Relationship Type="http://schemas.openxmlformats.org/officeDocument/2006/relationships/notesSlide" Target="/ppt/notesSlides/notesSlide2.xml" Id="R258513cd852144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7ad10599c4d60" /><Relationship Type="http://schemas.openxmlformats.org/officeDocument/2006/relationships/image" Target="/ppt/media/image3.png" Id="Rd779b254b6b24e47" /><Relationship Type="http://schemas.openxmlformats.org/officeDocument/2006/relationships/notesSlide" Target="/ppt/notesSlides/notesSlide3.xml" Id="R0a685a41d682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284608fdf4f56" /><Relationship Type="http://schemas.openxmlformats.org/officeDocument/2006/relationships/image" Target="/ppt/media/image4.png" Id="Rcf5c310b7d9545d2" /><Relationship Type="http://schemas.openxmlformats.org/officeDocument/2006/relationships/notesSlide" Target="/ppt/notesSlides/notesSlide4.xml" Id="R23ad231482734e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2eb9527c648d4" /><Relationship Type="http://schemas.openxmlformats.org/officeDocument/2006/relationships/image" Target="/ppt/media/image5.png" Id="R8d4c92cb37e346e7" /><Relationship Type="http://schemas.openxmlformats.org/officeDocument/2006/relationships/notesSlide" Target="/ppt/notesSlides/notesSlide5.xml" Id="R0439b1a9b3a74e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c82303e84805" /><Relationship Type="http://schemas.openxmlformats.org/officeDocument/2006/relationships/image" Target="/ppt/media/image6.png" Id="R6e22f1bc133947ca" /><Relationship Type="http://schemas.openxmlformats.org/officeDocument/2006/relationships/notesSlide" Target="/ppt/notesSlides/notesSlide6.xml" Id="R20216b480583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607ff1684684" /><Relationship Type="http://schemas.openxmlformats.org/officeDocument/2006/relationships/image" Target="/ppt/media/image7.png" Id="Recac9d6c80664b41" /><Relationship Type="http://schemas.openxmlformats.org/officeDocument/2006/relationships/hyperlink" Target="https://mrp-cs.github.io/Revise360/experience.html?id=ms-l14" TargetMode="External" Id="Rf05c05deef9a4f11" /><Relationship Type="http://schemas.openxmlformats.org/officeDocument/2006/relationships/notesSlide" Target="/ppt/notesSlides/notesSlide7.xml" Id="Re7bc6a1135ce44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c3f5f5a224732" /><Relationship Type="http://schemas.openxmlformats.org/officeDocument/2006/relationships/image" Target="/ppt/media/image8.png" Id="R79c808c912894323" /><Relationship Type="http://schemas.openxmlformats.org/officeDocument/2006/relationships/notesSlide" Target="/ppt/notesSlides/notesSlide8.xml" Id="R1076d0eb3b8547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a47979fa44f01" /><Relationship Type="http://schemas.openxmlformats.org/officeDocument/2006/relationships/image" Target="/ppt/media/image9.png" Id="R5fb7ae54961b4245" /><Relationship Type="http://schemas.openxmlformats.org/officeDocument/2006/relationships/notesSlide" Target="/ppt/notesSlides/notesSlide9.xml" Id="Ra7300f7ed49847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cdab72d2b40a4" /><Relationship Type="http://schemas.openxmlformats.org/officeDocument/2006/relationships/image" Target="/ppt/media/image10.png" Id="R1f62f6f8f73745ef" /><Relationship Type="http://schemas.openxmlformats.org/officeDocument/2006/relationships/notesSlide" Target="/ppt/notesSlides/notesSlide10.xml" Id="Rd6612253f80a49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c01d509b1459c" /><Relationship Type="http://schemas.openxmlformats.org/officeDocument/2006/relationships/image" Target="/ppt/media/image11.png" Id="R7d9c7d27eed2450f" /><Relationship Type="http://schemas.openxmlformats.org/officeDocument/2006/relationships/notesSlide" Target="/ppt/notesSlides/notesSlide11.xml" Id="R1a00296e99eb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c04869cdc46b1" /><Relationship Type="http://schemas.openxmlformats.org/officeDocument/2006/relationships/image" Target="/ppt/media/image12.png" Id="Re7ad4e3cf5434ad2" /><Relationship Type="http://schemas.openxmlformats.org/officeDocument/2006/relationships/notesSlide" Target="/ppt/notesSlides/notesSlide12.xml" Id="R6adff49dc01844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e175d371147a0" /><Relationship Type="http://schemas.openxmlformats.org/officeDocument/2006/relationships/image" Target="/ppt/media/image13.png" Id="R4df93f4d32184d8d" /><Relationship Type="http://schemas.openxmlformats.org/officeDocument/2006/relationships/notesSlide" Target="/ppt/notesSlides/notesSlide13.xml" Id="R4b3092c233704f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66049cba7428f" /><Relationship Type="http://schemas.openxmlformats.org/officeDocument/2006/relationships/image" Target="/ppt/media/image14.png" Id="R1517c89ce2414010" /><Relationship Type="http://schemas.openxmlformats.org/officeDocument/2006/relationships/notesSlide" Target="/ppt/notesSlides/notesSlide14.xml" Id="R5ba20fc53e9640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da89e9b2a4eaa" /><Relationship Type="http://schemas.openxmlformats.org/officeDocument/2006/relationships/image" Target="/ppt/media/image15.png" Id="R1a28919561a44976" /><Relationship Type="http://schemas.openxmlformats.org/officeDocument/2006/relationships/notesSlide" Target="/ppt/notesSlides/notesSlide15.xml" Id="Rc25fad78ba6e43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a6560a816417a" /><Relationship Type="http://schemas.openxmlformats.org/officeDocument/2006/relationships/image" Target="/ppt/media/image16.png" Id="R05b1809dd40b403a" /><Relationship Type="http://schemas.openxmlformats.org/officeDocument/2006/relationships/notesSlide" Target="/ppt/notesSlides/notesSlide16.xml" Id="R546be9ba0c7d45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62666deb34f3a" /><Relationship Type="http://schemas.openxmlformats.org/officeDocument/2006/relationships/image" Target="/ppt/media/image17.png" Id="Rc3fbe0633a72489f" /><Relationship Type="http://schemas.openxmlformats.org/officeDocument/2006/relationships/notesSlide" Target="/ppt/notesSlides/notesSlide17.xml" Id="R639b331e821b42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880a470c6440f" /><Relationship Type="http://schemas.openxmlformats.org/officeDocument/2006/relationships/image" Target="/ppt/media/image18.png" Id="R08ab833737ca4f8b" /><Relationship Type="http://schemas.openxmlformats.org/officeDocument/2006/relationships/notesSlide" Target="/ppt/notesSlides/notesSlide18.xml" Id="R64205c9db9ba40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6F4CCC4-BD5A-4C80-8FDE-3F7582AB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F13DAE1-8F6F-4CA3-8C7A-C9266842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98197DE-ABBC-4548-BB55-07BDCE2A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SOUND STUDIO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7c801cb0241a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E3E5EE6-EE24-400B-9A1E-7D8BC260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27556692-79F3-49C1-8775-DEE5AB3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Sound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3DF27507-4531-4DE7-BE8A-989E1429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CB14B105-444F-452F-8D5B-4690F2C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 computers store sound, and what are the implications for sample rate, duration and bit depth?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3c1d17bbd4022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76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DCEED3-62B5-4610-B7FF-CDEBB65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EC78429-7660-46DC-9E11-1E2DB032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1FF5F5-C1BF-4897-B4D6-D4A055F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86cc648f843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8DEEF3-EB11-497F-9FA2-B47AC41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90B311E-5B28-4F73-9963-9B308606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577A411-D809-4A78-B6D4-94550CE2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sound is sampled and stored in digital form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862EED5-4E5B-4E17-89D7-D954ABE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E31EDA6F-E979-49A3-AA1C-3321E95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how sample rate, duration and bit depth affect file size and quality</a:t>
            </a:r>
          </a:p>
        </p:txBody>
      </p:sp>
    </p:spTree>
    <p:extLst>
      <p:ext uri="{BB962C8B-B14F-4D97-AF65-F5344CB8AC3E}">
        <p14:creationId xmlns:p14="http://schemas.microsoft.com/office/powerpoint/2010/main" val="766505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4740033-AD67-45CC-B8FC-A770316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AE1A740-D853-4C39-8C6E-1C01B0E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C36BF91-C6D2-4CBB-97B9-11D106BA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9b254b6b24e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1627F95-E213-40C5-BEC9-1739B3C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813D8B92-DB20-4402-9938-FC213B50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Sound is a smooth wave, but computers store numbers. Suggest how a recording could be turned into numbers, and what is lost.</a:t>
            </a:r>
          </a:p>
        </p:txBody>
      </p:sp>
    </p:spTree>
    <p:extLst>
      <p:ext uri="{BB962C8B-B14F-4D97-AF65-F5344CB8AC3E}">
        <p14:creationId xmlns:p14="http://schemas.microsoft.com/office/powerpoint/2010/main" val="626792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DAF3E52-C6E2-416F-A20C-E290C939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2ECA8B8-6197-4C21-AE66-A91D7FA3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BAA0A1E-C4D7-4A0D-9BC8-FD67D07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c310b7d9545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1C5298-5EB7-4AD2-AD10-3F5FC8F0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A4167D5-F046-4982-B9DC-46D69612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904EDE9-02AA-4A85-A292-83BD80B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Measure the height of the wave at regular times and round each reading to an available digital level.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EB7F8317-4699-4117-81D6-CF80056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B511C24F-A431-45CD-BF38-676BDAE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exact shape between samples and some amplitude precision are lost.</a:t>
            </a:r>
          </a:p>
        </p:txBody>
      </p:sp>
    </p:spTree>
    <p:extLst>
      <p:ext uri="{BB962C8B-B14F-4D97-AF65-F5344CB8AC3E}">
        <p14:creationId xmlns:p14="http://schemas.microsoft.com/office/powerpoint/2010/main" val="111081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B7FCEE1-A684-4370-A1D3-E0C128E6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7C611AD-7051-4E55-9220-83BE973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63A5B5B-0841-4A22-9DFD-BC038EB6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c92cb37e346e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01AD54-ECA8-433F-B878-194B0A2B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2EC1D3E-F6AF-4D6E-B0CC-95E10EF1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67C41272-D438-48A1-B6AB-F5718F84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Sampling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BB08D24-F3A2-4038-8837-2300CA82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74305EC4-219F-45F4-A876-6A79970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Sample rate</a:t>
            </a:r>
          </a:p>
        </p:txBody>
      </p:sp>
    </p:spTree>
    <p:extLst>
      <p:ext uri="{BB962C8B-B14F-4D97-AF65-F5344CB8AC3E}">
        <p14:creationId xmlns:p14="http://schemas.microsoft.com/office/powerpoint/2010/main" val="1202671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71ECA9-91A9-4056-B648-DE1580A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C3AC652-D9C6-484F-837D-5DF67CB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217238C-81CD-4C47-BB4D-DCF49F57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2f1bc133947c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B5A7FE0-A070-44FD-B56F-3FC5162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53D475DF-4BF3-415F-AD6D-6A8AB935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Sampling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F287264D-DDF9-4449-AA33-9F10D6BF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Sampling: measuring an analogue sound wave at regular intervals and recording digital values.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9E3F9273-A15A-4F95-B2A6-EDE4FDCB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Sample rate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73C5AB0A-0FE9-404B-9C2A-35EAFFE0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Sample rate: the number of samples taken each second, measured in hertz (Hz).</a:t>
            </a:r>
          </a:p>
        </p:txBody>
      </p:sp>
    </p:spTree>
    <p:extLst>
      <p:ext uri="{BB962C8B-B14F-4D97-AF65-F5344CB8AC3E}">
        <p14:creationId xmlns:p14="http://schemas.microsoft.com/office/powerpoint/2010/main" val="5825338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7C5A182-ADE7-4673-B7EF-1C1B83B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7F06917-9944-4C81-B6BF-B1EE6ABE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85E32A-43C6-47E6-BF0E-B7DF854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c9d6c80664b4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06F03C7-A80B-4A7D-996A-677B421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0D1A7913-7FCE-45B8-B553-1D24D0B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f05c05deef9a4f11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1B46AB75-5B34-4AD5-B552-08BBEA3C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Sound studio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422D384E-7CDE-4541-843F-629D1FD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15A60C9E-3F1B-431C-8B6B-0DC706B0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75EB45F2-AABE-4801-BE02-83BB43F2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B390FFC0-EEC2-4354-BD15-EFF24A93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15),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A2FB5272-E120-49B5-B529-D2BEAA87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873D6EB5-3904-46CF-B97B-EE15EE2D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506021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9A4F6B4-BAE1-4675-A875-8942BD91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AE7D96A-DD6C-4A1F-A46E-8CBFA12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37C25ED-7E15-4E55-9851-3BE59045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08c91289432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1EA28D-9025-443B-A750-D6C6927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537F9F37-D36D-4A6C-9E74-2EE801E8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Task: sound file sizes. Calculate each file size. Show your working.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4477D8B3-44C1-436A-80F1-52B07AE4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740034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6D2FCF3-26A2-480A-80AE-D0FDB209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AD1D736-6414-4A5D-9704-351589AA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968C04B-BF85-4BBB-AC14-70E0FEA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7ae54961b424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DA7D783-7665-425E-958C-53ED8E9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CDEC19DB-90EB-4860-88F1-239074DB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mono recording becomes stereo with the same rate, depth and duration. What changes?</a:t>
            </a:r>
          </a:p>
        </p:txBody>
      </p:sp>
    </p:spTree>
    <p:extLst>
      <p:ext uri="{BB962C8B-B14F-4D97-AF65-F5344CB8AC3E}">
        <p14:creationId xmlns:p14="http://schemas.microsoft.com/office/powerpoint/2010/main" val="1735103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F9D8AB5-D01E-4417-A88B-32EB235A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1B483F0-41EB-491F-8F9D-0CB189AD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71EE7F5-0AC3-4507-AFCA-12FCA7E4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2f6f8f73745e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2E5BA6-FBB9-43A8-A1B6-AA44423D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B171DDB-B733-4EB8-AF65-421159A6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C076833-A272-4136-815A-6F7E138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10 s × 8,000 Hz × 8 bits = 640,000 bits = 80 kB.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53A1D2DA-B9A1-4D7B-9B17-E0772157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0FDACD9C-4175-40ED-AE50-48F87BEF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180 s × 44,100 × 16 = 127,008,000 bits = 15.876 MB.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6B020043-95A2-4401-A69B-7BF79ABC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1B23C038-213D-4D70-9827-F87F29E8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30 s × 22,050 × 16 × 2 channels = 21,168,000 bits = 2.646 MB.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AAA56D1E-91DC-484D-9582-1CE3ED3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116203F5-81BA-4275-90BF-910B59F7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Two channels are stored instead of one, so the uncompressed file size doubles.</a:t>
            </a:r>
          </a:p>
        </p:txBody>
      </p:sp>
    </p:spTree>
    <p:extLst>
      <p:ext uri="{BB962C8B-B14F-4D97-AF65-F5344CB8AC3E}">
        <p14:creationId xmlns:p14="http://schemas.microsoft.com/office/powerpoint/2010/main" val="8219188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29AB325-7BE5-4865-A985-CD9697B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4F6EE21-CCA3-4B09-9440-26D44980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5CA6EEE-4AB8-4882-AC3A-53CA142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c7d27eed2450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51B92A-83BD-4B7D-8C10-6E710BA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281935A9-285D-4B84-9145-EA969FF2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41D11A77-1845-439C-B3FA-0680766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Analogue to digital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E311F434-D463-4F59-9C76-0CBCC93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continuous wave has infinitely many points; finite samples and levels can only approximate it.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5AB4AFB6-4C1E-4746-A448-5DD92623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Sample rate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503AF134-F670-4566-B2C2-B1767D5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Sample rate is samples per second. A low rate can miss rapid changes and reduce sound quality.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235651C9-15DA-4E53-AE2B-D5A6646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Bit depth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B38C2010-94FF-4C84-B142-8219C1A8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Bit depth sets available amplitude levels: 4 bits give 2⁴ = 16 levels.</a:t>
            </a:r>
          </a:p>
        </p:txBody>
      </p:sp>
    </p:spTree>
    <p:extLst>
      <p:ext uri="{BB962C8B-B14F-4D97-AF65-F5344CB8AC3E}">
        <p14:creationId xmlns:p14="http://schemas.microsoft.com/office/powerpoint/2010/main" val="4349223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A4E996-E1C0-4335-A6A0-8AAF6885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D93C453-7F0D-4BCE-AFB1-D99E88A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5CA6CCE-4B68-4B71-8D3A-559EDB93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d4e3cf5434ad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015ACE-28A7-4398-8A93-2C9E465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DC7E235C-726D-43D1-8CEB-A54D6A2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F0FC9B31-2EA9-492E-B9C7-1DE4F419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Sound file size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219BA890-9F43-44FB-8109-D29A6023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Mono sound size = sample rate × bit depth × duration. 30 × 44,100 × 16 = 21,168,000 bits.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9B9AD3DD-E42D-40F7-8DC1-70050DF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Quality against size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483D9312-C387-4C0C-B6D6-867DCF0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Speech can remain understandable at a lower sample rate, which saves data and bandwidth compared with music quality.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215C3507-7933-4018-AC8A-634D788E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In the studio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E293A067-F0E4-4E96-BC12-025DD9B5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Take each of the eight samples at the nearest level; at 3 bits each, the sample data takes 8 × 3 = 24 bits.</a:t>
            </a:r>
          </a:p>
        </p:txBody>
      </p:sp>
    </p:spTree>
    <p:extLst>
      <p:ext uri="{BB962C8B-B14F-4D97-AF65-F5344CB8AC3E}">
        <p14:creationId xmlns:p14="http://schemas.microsoft.com/office/powerpoint/2010/main" val="1781138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FFD3C6B-635C-4C68-ABD4-B0D3A76F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5BA2B3-6B2D-4B19-9082-E01F146B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75A8223-6908-40AE-8A03-CA456405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93f4d32184d8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E76E269-092A-4A1C-B1D0-5317F64E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27447D1-BCF0-4DAF-BB15-F418B67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579235C7-6FBC-4B5E-9282-1FA9CF4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Levels left to right: 4, 6, 7, 5, 2, 0, 1, 3 (100, 110, 111, 101, 010, 000, 001, 011). 8 samples × 3 bits = 24 bits for this short sound.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CC5C3D1-F07D-4AFD-818D-7BF53E49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BA0C90C-B24C-4167-92B9-04067620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1,200,000. 20,000 × 8 × 60 = 9,600,000 bits, ÷ 8 = 1,200,000 bytes.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BA9862D5-2D63-47EA-8EC3-641793F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99BD259D-FF98-46DE-B3C3-9093B7D5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doubles, because each channel is stored separately. Two channels means twice the samples.</a:t>
            </a:r>
          </a:p>
        </p:txBody>
      </p:sp>
    </p:spTree>
    <p:extLst>
      <p:ext uri="{BB962C8B-B14F-4D97-AF65-F5344CB8AC3E}">
        <p14:creationId xmlns:p14="http://schemas.microsoft.com/office/powerpoint/2010/main" val="18867770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2208EE5-7354-48FB-8A4F-DB7901A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A9743E0-0630-41DF-AA85-A5C030F0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076B7C-5D29-4AA8-897B-553C5D89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7c89ce241401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19BBABA-6499-4AEE-8C25-9C703C71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B3940EF5-AAF6-4B60-8201-C234CFB0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AD078AF4-7063-4043-97A4-96AAA1B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what happens when a sound wave is sampled.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25EFA009-A4A5-45ED-8233-09D47FA2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the effect on quality and file size of doubling the bit depth.  [3]</a:t>
            </a:r>
          </a:p>
        </p:txBody>
      </p:sp>
    </p:spTree>
    <p:extLst>
      <p:ext uri="{BB962C8B-B14F-4D97-AF65-F5344CB8AC3E}">
        <p14:creationId xmlns:p14="http://schemas.microsoft.com/office/powerpoint/2010/main" val="16926515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677921E-FB57-4EC4-B7FE-54F159D2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25478A8-AEB7-479C-B5BA-34A2EC6F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3A88E96-C2E8-4C41-9284-1A16890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919561a4497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5070D53-E702-432D-BE96-01A56A5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DA526305-DE97-4307-AD7E-774C9E25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5DA44DCA-9A1A-47BC-8C57-541C613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recording lasts 45 seconds at 12,000 Hz with a bit depth of 16. Calculate the file size in kilobytes, showing your working.  [4]</a:t>
            </a:r>
          </a:p>
        </p:txBody>
      </p:sp>
    </p:spTree>
    <p:extLst>
      <p:ext uri="{BB962C8B-B14F-4D97-AF65-F5344CB8AC3E}">
        <p14:creationId xmlns:p14="http://schemas.microsoft.com/office/powerpoint/2010/main" val="18272260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DD873C3-20BD-4816-B478-75DC144F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9D17687-EF94-4B91-8C65-BD4DD788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639B715-5405-4AE1-B5BA-4FDA43E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1809dd40b403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D0B06A-056D-4446-A8CB-35EE61F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C74BD1BF-EC19-4352-A0A1-470B8FB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FB7BE6AC-8ECF-44B8-9121-79ADD60A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The wave’s amplitude is measured at regular intervals. Each measurement is rounded to a digital level and stored in binary.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FB99FC2F-11CE-4990-A91A-1032668C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Doubling bit depth doubles bits per sample and raw file size at the same rate and duration. More amplitude levels can capture the wave more accurately.</a:t>
            </a:r>
          </a:p>
        </p:txBody>
      </p:sp>
    </p:spTree>
    <p:extLst>
      <p:ext uri="{BB962C8B-B14F-4D97-AF65-F5344CB8AC3E}">
        <p14:creationId xmlns:p14="http://schemas.microsoft.com/office/powerpoint/2010/main" val="1785168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D4BD183-5459-4E88-9D09-A673EE10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C21D717-31F6-4044-9F39-29782A4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CC1501A-34FB-4CD5-94AE-3DF9B77B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be0633a72489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02337C-E1E9-47F6-96F5-F60ABA5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C3B7D61E-7BFF-4511-A1AB-46D846BB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652AC464-CB95-4F97-AE6F-8689AAB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45 × 12,000 × 16 = 8,640,000 bits; ÷ 8 = 1,080,000 bytes; ÷ 1,000 = 1,080 kB (mono).</a:t>
            </a:r>
          </a:p>
        </p:txBody>
      </p:sp>
    </p:spTree>
    <p:extLst>
      <p:ext uri="{BB962C8B-B14F-4D97-AF65-F5344CB8AC3E}">
        <p14:creationId xmlns:p14="http://schemas.microsoft.com/office/powerpoint/2010/main" val="16520503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A4BC6D0-E61C-4284-B026-BC9DE60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0E3AA3-8F1D-412E-9A7A-00E85AE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910A155-57BC-40AA-B64B-1D8CEC9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b833737ca4f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58AC92A-A65E-4F23-830F-979663F5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EDD359FA-6205-40F8-933F-C55F51D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8962262-ADA7-44AF-B61A-6D0620DE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94BB51E9-56E2-495F-9551-58C626D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sampling works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F96F07C1-EF8E-482E-8BA4-675CF385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0180E574-26A1-4D17-B0CB-50A2E0A9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Sample rate and bit depth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733BA4A-84A5-47F3-8D0E-0C62D71F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1E95FA84-9B4C-4400-B001-097C179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Calculating sound file size</a:t>
            </a:r>
          </a:p>
        </p:txBody>
      </p:sp>
    </p:spTree>
    <p:extLst>
      <p:ext uri="{BB962C8B-B14F-4D97-AF65-F5344CB8AC3E}">
        <p14:creationId xmlns:p14="http://schemas.microsoft.com/office/powerpoint/2010/main" val="1811677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2026-09-25T13:18:24.4290000Z</dcterms:created>
  <dcterms:modified xsi:type="dcterms:W3CDTF">2026-09-25T13:18:24.4290000Z</dcterms:modified>
</coreProperties>
</file>
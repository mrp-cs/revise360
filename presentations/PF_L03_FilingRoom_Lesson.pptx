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Filing room.
Open the experience at revise360.co.uk and hand out PF_L03_FilingRoom_Worksheet.docx.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Why files.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Opening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Reading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Writing to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Appending.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Closing the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It is deleted.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Writing to a file, and work through its example again, aloud, with the class watching, then re-ask this question.
The course's own response to a wrong answer here: Mode "w" starts the file again from empty, so use mode "a" when the old data must be kept.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(pf-l03-s4-c1),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2.2 Programming fundamentals  |  Lesson 3</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Filing room</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Everything in the variable store vanishes the moment a program stops. This room is where data is kept instead, so it is still there tomorrow. Learn the four operations every program performs on a file.</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a program keep hold of data after it has stopped running?</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why a program needs to store data in a file</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 file is opened, read from, written to and closed</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difference between writing to a file and appending to it</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35915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File handling</a:t>
            </a:r>
            <a:endParaRPr lang="en-US" sz="1200" dirty="0"/>
          </a:p>
        </p:txBody>
      </p:sp>
      <p:sp>
        <p:nvSpPr>
          <p:cNvPr id="19" name="Shape 17"/>
          <p:cNvSpPr/>
          <p:nvPr/>
        </p:nvSpPr>
        <p:spPr>
          <a:xfrm>
            <a:off x="3035808" y="5468112"/>
            <a:ext cx="2066544"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035808"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Persistence</a:t>
            </a:r>
            <a:endParaRPr lang="en-US" sz="1200" dirty="0"/>
          </a:p>
        </p:txBody>
      </p:sp>
      <p:sp>
        <p:nvSpPr>
          <p:cNvPr id="21" name="Shape 19"/>
          <p:cNvSpPr/>
          <p:nvPr/>
        </p:nvSpPr>
        <p:spPr>
          <a:xfrm>
            <a:off x="5230368" y="5468112"/>
            <a:ext cx="1042416"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230368"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Open</a:t>
            </a:r>
            <a:endParaRPr lang="en-US" sz="1200" dirty="0"/>
          </a:p>
        </p:txBody>
      </p:sp>
      <p:sp>
        <p:nvSpPr>
          <p:cNvPr id="23" name="Shape 21"/>
          <p:cNvSpPr/>
          <p:nvPr/>
        </p:nvSpPr>
        <p:spPr>
          <a:xfrm>
            <a:off x="6400800" y="5468112"/>
            <a:ext cx="1042416"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400800"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Read</a:t>
            </a:r>
            <a:endParaRPr lang="en-US" sz="1200" dirty="0"/>
          </a:p>
        </p:txBody>
      </p:sp>
      <p:sp>
        <p:nvSpPr>
          <p:cNvPr id="25" name="Shape 23"/>
          <p:cNvSpPr/>
          <p:nvPr/>
        </p:nvSpPr>
        <p:spPr>
          <a:xfrm>
            <a:off x="7571232" y="5468112"/>
            <a:ext cx="1188720"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7571232"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Write</a:t>
            </a:r>
            <a:endParaRPr lang="en-US" sz="1200" dirty="0"/>
          </a:p>
        </p:txBody>
      </p:sp>
      <p:sp>
        <p:nvSpPr>
          <p:cNvPr id="27" name="Shape 25"/>
          <p:cNvSpPr/>
          <p:nvPr/>
        </p:nvSpPr>
        <p:spPr>
          <a:xfrm>
            <a:off x="8887968" y="5468112"/>
            <a:ext cx="133502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888796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Append</a:t>
            </a:r>
            <a:endParaRPr lang="en-US" sz="1200" dirty="0"/>
          </a:p>
        </p:txBody>
      </p:sp>
      <p:sp>
        <p:nvSpPr>
          <p:cNvPr id="29" name="Shape 27"/>
          <p:cNvSpPr/>
          <p:nvPr/>
        </p:nvSpPr>
        <p:spPr>
          <a:xfrm>
            <a:off x="10351008" y="5468112"/>
            <a:ext cx="1188720" cy="402336"/>
          </a:xfrm>
          <a:prstGeom prst="roundRect">
            <a:avLst>
              <a:gd name="adj" fmla="val 50000"/>
            </a:avLst>
          </a:prstGeom>
          <a:solidFill>
            <a:srgbClr val="FFFFFF"/>
          </a:solidFill>
          <a:ln w="12700">
            <a:solidFill>
              <a:srgbClr val="2D63FF"/>
            </a:solidFill>
            <a:prstDash val="solid"/>
          </a:ln>
        </p:spPr>
      </p:sp>
      <p:sp>
        <p:nvSpPr>
          <p:cNvPr id="30" name="Text 28"/>
          <p:cNvSpPr txBox="1"/>
          <p:nvPr/>
        </p:nvSpPr>
        <p:spPr>
          <a:xfrm>
            <a:off x="10351008"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Close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quiz game keeps a table of high scores. Explain what happens to those scores when the player closes the game, if the program stores them in variables only.</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Filing room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Why files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Data held in variables is lost as soon as the program stops, because variables are held in 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Writing data to a file stores it on secondary storage, so it is still there the next time the program runs.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Files also let the output of one program become the input of another.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two things a game should save to a file, and say what would happen if it did not.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file is needed because...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Opening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file must be opened before a program can read from it or write to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Opening a file gives the program a handle: a name it uses to refer to that file from then 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newFile("scores.txt") creates a new file and openRead("scores.txt") opens one that already exists.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what could go wrong if a program tries to open a file that does not exist.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Opening a file means...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Reading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Reading copies data from the file into the program, usually one line at a time.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condition-controlled loop reads line by line until the end of the file is reached.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readLine() gets the next line and endOfFile() becomes True when there are no lines left.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program reads a file one line at a time rather than all at once.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Reading a file line by line means...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Writing to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Writing copies data out of the program and into the file, so it is saved on secondary storage.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Python 3, open("scores.txt", "w") opens a file for writing and deletes anything that was already in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Data written to a file is not safe until the file has been closed.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 program saves the high score using mode "w" every time it runs. Explain the problem this causes.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Writing to a file means...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Appending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Appending adds new data to the end of a file and keeps everything that was already there.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Python 3, open("log.txt", "a") opens a file in append mode.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Appending suits a log or a high score table, where the old records must not be lost.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which mode a program should use to add a new score to a file of past scores, and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Appending is different from writing because...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Closing the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Closing a file tells the operating system that the program has finished with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Data written to a file may still be waiting in a buffer in memory, and closing the file makes sure it reaches the disk.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file left open can stop other programs using it, and wastes memory.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two problems that could happen if a program never closed the files it opened.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Closing a file is important because...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In Python 3, what happens to data already in a file when it is opened with mode "w"?</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is copied into a backup file first</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is deleted</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is kept, and the new data is added at the end</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is kept, and the new data is added at the start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Read the file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Five lines of the OCR Exam Reference Language, jumbled. Tap the star and put them into a working program that outputs every line of scores.txt.</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RAM is volatile</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RAM loses everything in it when the power goes, which is why it is called volatile. Secondary storage such as an SSD keeps data without power, and that is where files live.</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File paths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file name on its own means a file in the same folder as the program. A longer path tells the operating system exactly where to look, which is why a program that works on one computer may not find its file on another.</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CSV files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comma separated values file puts one record on each line, with commas between the fields. Reading it line by line and splitting each line at the commas is how most simple data files are loaded.</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Text or binary</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text file stores characters you could read in a text editor. A binary file stores the raw bytes of an image or a sound, which look like nonsense if you open them as text.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one reason why a program writes data to a file rather than keeping it in a variable.</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the four operations a program carries out on a file, in the order they happen.</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records every login in a file called log.txt. Explain why the file should be opened in append mode rather than write mode.</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Why a file is needed at all</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to open, read, write and close a file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difference between writing to a file and appending to it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Filing room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Programming fundamentals  |  Lesson 3 — Filing room</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
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25f38dc5a649e3" /><Relationship Type="http://schemas.openxmlformats.org/officeDocument/2006/relationships/extended-properties" Target="/docProps/app.xml" Id="R26f1a6306bc94d51" /><Relationship Type="http://schemas.openxmlformats.org/officeDocument/2006/relationships/officeDocument" Target="/ppt/presentation.xml" Id="Rb872edffa0154f52" /></Relationships>
</file>

<file path=ppt/presentation.xml><?xml version="1.0" encoding="utf-8"?>
<p:presentation xmlns:p="http://schemas.openxmlformats.org/presentationml/2006/main">
  <p:sldMasterIdLst>
    <p:sldMasterId xmlns:r="http://schemas.openxmlformats.org/officeDocument/2006/relationships" id="2147483648" r:id="Rc9da1bedd4194827"/>
  </p:sldMasterIdLst>
  <p:notesMasterIdLst>
    <p:notesMasterId xmlns:r="http://schemas.openxmlformats.org/officeDocument/2006/relationships" r:id="R0c68a9f8f4ba4e20"/>
  </p:notesMasterIdLst>
  <p:sldIdLst>
    <p:sldId xmlns:r="http://schemas.openxmlformats.org/officeDocument/2006/relationships" id="256" r:id="Rbf648d7cefa84ac2"/>
    <p:sldId xmlns:r="http://schemas.openxmlformats.org/officeDocument/2006/relationships" id="257" r:id="Rb583355d0a344baa"/>
    <p:sldId xmlns:r="http://schemas.openxmlformats.org/officeDocument/2006/relationships" id="258" r:id="R255eeddb20704365"/>
    <p:sldId xmlns:r="http://schemas.openxmlformats.org/officeDocument/2006/relationships" id="259" r:id="R56ffaaf6d68f4e13"/>
    <p:sldId xmlns:r="http://schemas.openxmlformats.org/officeDocument/2006/relationships" id="260" r:id="Ra7869dca483d4225"/>
    <p:sldId xmlns:r="http://schemas.openxmlformats.org/officeDocument/2006/relationships" id="261" r:id="Ra6de72df3d874cb8"/>
    <p:sldId xmlns:r="http://schemas.openxmlformats.org/officeDocument/2006/relationships" id="262" r:id="R13978cc220e34a84"/>
    <p:sldId xmlns:r="http://schemas.openxmlformats.org/officeDocument/2006/relationships" id="263" r:id="R6d925f0342484859"/>
    <p:sldId xmlns:r="http://schemas.openxmlformats.org/officeDocument/2006/relationships" id="264" r:id="R3cb09f7008994b69"/>
    <p:sldId xmlns:r="http://schemas.openxmlformats.org/officeDocument/2006/relationships" id="265" r:id="Rc88c4c767c644665"/>
    <p:sldId xmlns:r="http://schemas.openxmlformats.org/officeDocument/2006/relationships" id="266" r:id="R0b17e1bc5a1044bb"/>
    <p:sldId xmlns:r="http://schemas.openxmlformats.org/officeDocument/2006/relationships" id="267" r:id="Rc64d27298bf54563"/>
    <p:sldId xmlns:r="http://schemas.openxmlformats.org/officeDocument/2006/relationships" id="268" r:id="R60f5e0411bc74b6a"/>
    <p:sldId xmlns:r="http://schemas.openxmlformats.org/officeDocument/2006/relationships" id="269" r:id="Rcabe52203eb74dad"/>
    <p:sldId xmlns:r="http://schemas.openxmlformats.org/officeDocument/2006/relationships" id="270" r:id="R44dd34472bdc4ff6"/>
    <p:sldId xmlns:r="http://schemas.openxmlformats.org/officeDocument/2006/relationships" id="271" r:id="R022f888ed84e49b2"/>
    <p:sldId xmlns:r="http://schemas.openxmlformats.org/officeDocument/2006/relationships" id="272" r:id="Rac38319a424f4c6c"/>
    <p:sldId xmlns:r="http://schemas.openxmlformats.org/officeDocument/2006/relationships" id="273" r:id="R26e82d113c414d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f61e8136ae48cf" /><Relationship Type="http://schemas.openxmlformats.org/officeDocument/2006/relationships/slideMaster" Target="/ppt/slideMasters/slideMaster1.xml" Id="Rc9da1bedd4194827" /><Relationship Type="http://schemas.openxmlformats.org/officeDocument/2006/relationships/notesMaster" Target="/ppt/notesMasters/notesMaster1.xml" Id="R0c68a9f8f4ba4e20" /><Relationship Type="http://schemas.openxmlformats.org/officeDocument/2006/relationships/presProps" Target="/ppt/presProps.xml" Id="Rb9c9f5aa6b5a4d8c" /><Relationship Type="http://schemas.openxmlformats.org/officeDocument/2006/relationships/tableStyles" Target="/ppt/tableStyles.xml" Id="Rd35ef96c26c14ca2" /><Relationship Type="http://schemas.openxmlformats.org/officeDocument/2006/relationships/slide" Target="/ppt/slides/slide1.xml" Id="Rbf648d7cefa84ac2" /><Relationship Type="http://schemas.openxmlformats.org/officeDocument/2006/relationships/slide" Target="/ppt/slides/slide2.xml" Id="Rb583355d0a344baa" /><Relationship Type="http://schemas.openxmlformats.org/officeDocument/2006/relationships/slide" Target="/ppt/slides/slide3.xml" Id="R255eeddb20704365" /><Relationship Type="http://schemas.openxmlformats.org/officeDocument/2006/relationships/slide" Target="/ppt/slides/slide4.xml" Id="R56ffaaf6d68f4e13" /><Relationship Type="http://schemas.openxmlformats.org/officeDocument/2006/relationships/slide" Target="/ppt/slides/slide5.xml" Id="Ra7869dca483d4225" /><Relationship Type="http://schemas.openxmlformats.org/officeDocument/2006/relationships/slide" Target="/ppt/slides/slide6.xml" Id="Ra6de72df3d874cb8" /><Relationship Type="http://schemas.openxmlformats.org/officeDocument/2006/relationships/slide" Target="/ppt/slides/slide7.xml" Id="R13978cc220e34a84" /><Relationship Type="http://schemas.openxmlformats.org/officeDocument/2006/relationships/slide" Target="/ppt/slides/slide8.xml" Id="R6d925f0342484859" /><Relationship Type="http://schemas.openxmlformats.org/officeDocument/2006/relationships/slide" Target="/ppt/slides/slide9.xml" Id="R3cb09f7008994b69" /><Relationship Type="http://schemas.openxmlformats.org/officeDocument/2006/relationships/slide" Target="/ppt/slides/slide10.xml" Id="Rc88c4c767c644665" /><Relationship Type="http://schemas.openxmlformats.org/officeDocument/2006/relationships/slide" Target="/ppt/slides/slide11.xml" Id="R0b17e1bc5a1044bb" /><Relationship Type="http://schemas.openxmlformats.org/officeDocument/2006/relationships/slide" Target="/ppt/slides/slide12.xml" Id="Rc64d27298bf54563" /><Relationship Type="http://schemas.openxmlformats.org/officeDocument/2006/relationships/slide" Target="/ppt/slides/slide13.xml" Id="R60f5e0411bc74b6a" /><Relationship Type="http://schemas.openxmlformats.org/officeDocument/2006/relationships/slide" Target="/ppt/slides/slide14.xml" Id="Rcabe52203eb74dad" /><Relationship Type="http://schemas.openxmlformats.org/officeDocument/2006/relationships/slide" Target="/ppt/slides/slide15.xml" Id="R44dd34472bdc4ff6" /><Relationship Type="http://schemas.openxmlformats.org/officeDocument/2006/relationships/slide" Target="/ppt/slides/slide16.xml" Id="R022f888ed84e49b2" /><Relationship Type="http://schemas.openxmlformats.org/officeDocument/2006/relationships/slide" Target="/ppt/slides/slide17.xml" Id="Rac38319a424f4c6c" /><Relationship Type="http://schemas.openxmlformats.org/officeDocument/2006/relationships/slide" Target="/ppt/slides/slide18.xml" Id="R26e82d113c414d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72d8ccbdf247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ee6eb8f97a84b0a" /><Relationship Type="http://schemas.openxmlformats.org/officeDocument/2006/relationships/notesMaster" Target="/ppt/notesMasters/notesMaster1.xml" Id="R8de2890c2a8940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5b4b14fe124c1c" /><Relationship Type="http://schemas.openxmlformats.org/officeDocument/2006/relationships/notesMaster" Target="/ppt/notesMasters/notesMaster1.xml" Id="R102d2096b72441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8cc9ef8d6e4b49" /><Relationship Type="http://schemas.openxmlformats.org/officeDocument/2006/relationships/notesMaster" Target="/ppt/notesMasters/notesMaster1.xml" Id="R5ef5b1b7dad848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f48a9fbd04b4dc1" /><Relationship Type="http://schemas.openxmlformats.org/officeDocument/2006/relationships/notesMaster" Target="/ppt/notesMasters/notesMaster1.xml" Id="R39fb401acf8948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ce0a7a0a8e4046" /><Relationship Type="http://schemas.openxmlformats.org/officeDocument/2006/relationships/notesMaster" Target="/ppt/notesMasters/notesMaster1.xml" Id="R3ac66796adc447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9adc564d3043b4" /><Relationship Type="http://schemas.openxmlformats.org/officeDocument/2006/relationships/notesMaster" Target="/ppt/notesMasters/notesMaster1.xml" Id="Rfb8f99f9688443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8f272bedbc45db" /><Relationship Type="http://schemas.openxmlformats.org/officeDocument/2006/relationships/notesMaster" Target="/ppt/notesMasters/notesMaster1.xml" Id="R97288ae407854f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b9e9ec6d834bf0" /><Relationship Type="http://schemas.openxmlformats.org/officeDocument/2006/relationships/notesMaster" Target="/ppt/notesMasters/notesMaster1.xml" Id="R4ea1c4ae7a24403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dd3b5a99654235" /><Relationship Type="http://schemas.openxmlformats.org/officeDocument/2006/relationships/notesMaster" Target="/ppt/notesMasters/notesMaster1.xml" Id="Rdd8f248e0db148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9e049bed4f04680" /><Relationship Type="http://schemas.openxmlformats.org/officeDocument/2006/relationships/notesMaster" Target="/ppt/notesMasters/notesMaster1.xml" Id="Rb7efc43a25ab48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6ff6b0ae964a06" /><Relationship Type="http://schemas.openxmlformats.org/officeDocument/2006/relationships/notesMaster" Target="/ppt/notesMasters/notesMaster1.xml" Id="Rd99dc4a3a7c74e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c5420b36f24c96" /><Relationship Type="http://schemas.openxmlformats.org/officeDocument/2006/relationships/notesMaster" Target="/ppt/notesMasters/notesMaster1.xml" Id="Rbf7dbfd052b74e5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d0270f4605f43ca" /><Relationship Type="http://schemas.openxmlformats.org/officeDocument/2006/relationships/notesMaster" Target="/ppt/notesMasters/notesMaster1.xml" Id="Rd27dff721c3249c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f76edc0adb145cc" /><Relationship Type="http://schemas.openxmlformats.org/officeDocument/2006/relationships/notesMaster" Target="/ppt/notesMasters/notesMaster1.xml" Id="Rb602a870423f46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c0af533f9047cc" /><Relationship Type="http://schemas.openxmlformats.org/officeDocument/2006/relationships/notesMaster" Target="/ppt/notesMasters/notesMaster1.xml" Id="R3fa73312593940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65d3e604484d69" /><Relationship Type="http://schemas.openxmlformats.org/officeDocument/2006/relationships/notesMaster" Target="/ppt/notesMasters/notesMaster1.xml" Id="R136ec2b6bcc647e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7fcb92e415c4c02" /><Relationship Type="http://schemas.openxmlformats.org/officeDocument/2006/relationships/notesMaster" Target="/ppt/notesMasters/notesMaster1.xml" Id="R8cbca69170d947f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b6d92a8e5a24d35" /><Relationship Type="http://schemas.openxmlformats.org/officeDocument/2006/relationships/notesMaster" Target="/ppt/notesMasters/notesMaster1.xml" Id="R5f4c2fc6aa01454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Revise360 original lesson content. Teaching examples support OCR J277 Topic 2.5. The low-level instruction model is explanatory enrichment, not an additional required instruction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2f87c2c6c24a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f1faa0555904d00" /><Relationship Type="http://schemas.openxmlformats.org/officeDocument/2006/relationships/slideLayout" Target="/ppt/slideLayouts/slideLayout1.xml" Id="R8c96baf5bc454f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96baf5bc454f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f3f51833e3c40f7" /><Relationship Type="http://schemas.openxmlformats.org/officeDocument/2006/relationships/image" Target="/ppt/media/image.png" Id="Rfd06610491324aa1" /><Relationship Type="http://schemas.openxmlformats.org/officeDocument/2006/relationships/image" Target="/ppt/media/image2.png" Id="R66d47087bece4890" /><Relationship Type="http://schemas.openxmlformats.org/officeDocument/2006/relationships/notesSlide" Target="/ppt/notesSlides/notesSlide1.xml" Id="Rf10ce46a5c934a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0a2a3a00cf240af" /><Relationship Type="http://schemas.openxmlformats.org/officeDocument/2006/relationships/image" Target="/ppt/media/image3.png" Id="Rbfd1c735fae74134" /><Relationship Type="http://schemas.openxmlformats.org/officeDocument/2006/relationships/notesSlide" Target="/ppt/notesSlides/notesSlide2.xml" Id="Rc7f9866f783740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fa2b7308bb140ef" /><Relationship Type="http://schemas.openxmlformats.org/officeDocument/2006/relationships/image" Target="/ppt/media/image4.png" Id="Rec503aea7b354d18" /><Relationship Type="http://schemas.openxmlformats.org/officeDocument/2006/relationships/notesSlide" Target="/ppt/notesSlides/notesSlide3.xml" Id="Rf48239bef06646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534f229dd8145cf" /><Relationship Type="http://schemas.openxmlformats.org/officeDocument/2006/relationships/image" Target="/ppt/media/image5.png" Id="Rbc5b422c5fb24176" /><Relationship Type="http://schemas.openxmlformats.org/officeDocument/2006/relationships/notesSlide" Target="/ppt/notesSlides/notesSlide4.xml" Id="R5825e507d03245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10848298c54f37" /><Relationship Type="http://schemas.openxmlformats.org/officeDocument/2006/relationships/image" Target="/ppt/media/image6.png" Id="R20ab0b42c3e64a0a" /><Relationship Type="http://schemas.openxmlformats.org/officeDocument/2006/relationships/notesSlide" Target="/ppt/notesSlides/notesSlide5.xml" Id="R9f1d3d4f6510479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edd40abdc934678" /><Relationship Type="http://schemas.openxmlformats.org/officeDocument/2006/relationships/image" Target="/ppt/media/image7.png" Id="R96548371dd9e4c0f" /><Relationship Type="http://schemas.openxmlformats.org/officeDocument/2006/relationships/notesSlide" Target="/ppt/notesSlides/notesSlide6.xml" Id="R9acb59c1d9bd4a6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99f132576e4c29" /><Relationship Type="http://schemas.openxmlformats.org/officeDocument/2006/relationships/image" Target="/ppt/media/image8.png" Id="R9c67e2e5ce7c4d1f" /><Relationship Type="http://schemas.openxmlformats.org/officeDocument/2006/relationships/notesSlide" Target="/ppt/notesSlides/notesSlide7.xml" Id="Rd48b47cfb05844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b950bfbeeac4706" /><Relationship Type="http://schemas.openxmlformats.org/officeDocument/2006/relationships/image" Target="/ppt/media/image9.png" Id="R08ba8737be9942d0" /><Relationship Type="http://schemas.openxmlformats.org/officeDocument/2006/relationships/notesSlide" Target="/ppt/notesSlides/notesSlide8.xml" Id="R0c5ad3a11f7944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9b23a032fe343c7" /><Relationship Type="http://schemas.openxmlformats.org/officeDocument/2006/relationships/image" Target="/ppt/media/image10.png" Id="Rf3e6befaaf404883" /><Relationship Type="http://schemas.openxmlformats.org/officeDocument/2006/relationships/notesSlide" Target="/ppt/notesSlides/notesSlide9.xml" Id="R493ef6f596b845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c2b023a150442a5" /><Relationship Type="http://schemas.openxmlformats.org/officeDocument/2006/relationships/image" Target="/ppt/media/image11.png" Id="Rc5bc6acb730e418a" /><Relationship Type="http://schemas.openxmlformats.org/officeDocument/2006/relationships/notesSlide" Target="/ppt/notesSlides/notesSlide10.xml" Id="R084bc538f29048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68f04104ad74b0f" /><Relationship Type="http://schemas.openxmlformats.org/officeDocument/2006/relationships/image" Target="/ppt/media/image12.png" Id="R8e7746dc170d423b" /><Relationship Type="http://schemas.openxmlformats.org/officeDocument/2006/relationships/notesSlide" Target="/ppt/notesSlides/notesSlide11.xml" Id="R0a8f58889ae948f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0cd8a6fc0ec4258" /><Relationship Type="http://schemas.openxmlformats.org/officeDocument/2006/relationships/image" Target="/ppt/media/image13.png" Id="R9dbce1c68618461d" /><Relationship Type="http://schemas.openxmlformats.org/officeDocument/2006/relationships/notesSlide" Target="/ppt/notesSlides/notesSlide12.xml" Id="R013dea4d6703487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508fda3190643d1" /><Relationship Type="http://schemas.openxmlformats.org/officeDocument/2006/relationships/image" Target="/ppt/media/image14.png" Id="Rc60d912d14b4489e" /><Relationship Type="http://schemas.openxmlformats.org/officeDocument/2006/relationships/notesSlide" Target="/ppt/notesSlides/notesSlide13.xml" Id="R458f6610a3fc4c8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230359752d847ef" /><Relationship Type="http://schemas.openxmlformats.org/officeDocument/2006/relationships/image" Target="/ppt/media/image15.png" Id="Rdec8aed464364778" /><Relationship Type="http://schemas.openxmlformats.org/officeDocument/2006/relationships/notesSlide" Target="/ppt/notesSlides/notesSlide14.xml" Id="Rcbc04ffea92b4d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db18102cdd241fb" /><Relationship Type="http://schemas.openxmlformats.org/officeDocument/2006/relationships/image" Target="/ppt/media/image16.png" Id="Re3866c4eda0f4dc8" /><Relationship Type="http://schemas.openxmlformats.org/officeDocument/2006/relationships/notesSlide" Target="/ppt/notesSlides/notesSlide15.xml" Id="R62c9bb6715344c8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f699c715c434b32" /><Relationship Type="http://schemas.openxmlformats.org/officeDocument/2006/relationships/image" Target="/ppt/media/image17.png" Id="R8ca63dcf241447cb" /><Relationship Type="http://schemas.openxmlformats.org/officeDocument/2006/relationships/notesSlide" Target="/ppt/notesSlides/notesSlide16.xml" Id="Rb2023f92bf8d49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c3b82f175a245bb" /><Relationship Type="http://schemas.openxmlformats.org/officeDocument/2006/relationships/image" Target="/ppt/media/image18.png" Id="R70896a7dddcb43d9" /><Relationship Type="http://schemas.openxmlformats.org/officeDocument/2006/relationships/notesSlide" Target="/ppt/notesSlides/notesSlide17.xml" Id="R1b9e8d3faf384fc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17e93a607714727" /><Relationship Type="http://schemas.openxmlformats.org/officeDocument/2006/relationships/image" Target="/ppt/media/image19.png" Id="R6575ac7587ba4f0f" /><Relationship Type="http://schemas.openxmlformats.org/officeDocument/2006/relationships/notesSlide" Target="/ppt/notesSlides/notesSlide18.xml" Id="Re3ead83519a14438"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7A49B242-0A93-4CAA-A976-B7B854145934}"/>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7C87B069-4AE3-41FB-8E32-622FAD070C7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2.5   /   LESSON 05</a:t>
            </a:r>
          </a:p>
        </p:txBody>
      </p:sp>
      <p:sp>
        <p:nvSpPr>
          <p:cNvPr id="3" name="heading">
            <a:extLst xmlns:a="http://schemas.openxmlformats.org/drawingml/2006/main">
              <a:ext uri="{FF2B5EF4-FFF2-40B4-BE49-F238E27FC236}">
                <a16:creationId xmlns:a16="http://schemas.microsoft.com/office/drawing/2014/main" id="{53815F20-9933-4640-9E82-67A009EF075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LANGUAGE REVIEW HQ</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fd06610491324aa1"/>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48E3C81-C842-45B0-92BB-277816F0B5B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 / 18</a:t>
            </a:r>
          </a:p>
        </p:txBody>
      </p:sp>
      <p:sp>
        <p:nvSpPr>
          <p:cNvPr id="6" name="subject">
            <a:extLst xmlns:a="http://schemas.openxmlformats.org/drawingml/2006/main">
              <a:ext uri="{FF2B5EF4-FFF2-40B4-BE49-F238E27FC236}">
                <a16:creationId xmlns:a16="http://schemas.microsoft.com/office/drawing/2014/main" id="{1D1867E6-9160-4B7B-B718-C2045EBD660D}"/>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Topic 2.5 knowledge review</a:t>
            </a:r>
          </a:p>
        </p:txBody>
      </p:sp>
      <p:sp>
        <p:nvSpPr>
          <p:cNvPr id="7" name="cover-key-label">
            <a:extLst xmlns:a="http://schemas.openxmlformats.org/drawingml/2006/main">
              <a:ext uri="{FF2B5EF4-FFF2-40B4-BE49-F238E27FC236}">
                <a16:creationId xmlns:a16="http://schemas.microsoft.com/office/drawing/2014/main" id="{DB6C6EAB-F00F-49E7-BB96-0088CAEA29FE}"/>
              </a:ext>
            </a:extLst>
          </p:cNvPr>
          <p:cNvSpPr>
            <a:spLocks xmlns:a="http://schemas.openxmlformats.org/drawingml/2006/main" noGrp="1"/>
          </p:cNvSpPr>
          <p:nvPr/>
        </p:nvSpPr>
        <p:spPr>
          <a:xfrm xmlns:a="http://schemas.openxmlformats.org/drawingml/2006/main">
            <a:off x="685800" y="3038475"/>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DO NOW: RESEARCH AND DISCUSS</a:t>
            </a:r>
          </a:p>
        </p:txBody>
      </p:sp>
      <p:sp>
        <p:nvSpPr>
          <p:cNvPr id="8" name="cover-key-question">
            <a:extLst xmlns:a="http://schemas.openxmlformats.org/drawingml/2006/main">
              <a:ext uri="{FF2B5EF4-FFF2-40B4-BE49-F238E27FC236}">
                <a16:creationId xmlns:a16="http://schemas.microsoft.com/office/drawing/2014/main" id="{00081038-3E7F-400E-8756-EE3640E7E6AE}"/>
              </a:ext>
            </a:extLst>
          </p:cNvPr>
          <p:cNvSpPr>
            <a:spLocks xmlns:a="http://schemas.openxmlformats.org/drawingml/2006/main" noGrp="1"/>
          </p:cNvSpPr>
          <p:nvPr/>
        </p:nvSpPr>
        <p:spPr>
          <a:xfrm xmlns:a="http://schemas.openxmlformats.org/drawingml/2006/main">
            <a:off x="685800" y="3429000"/>
            <a:ext cx="4762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Which tool or language choice would most help you build a reliable revision app?</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6d47087bece4890"/>
          <a:stretch xmlns:a="http://schemas.openxmlformats.org/drawingml/2006/main"/>
        </p:blipFill>
        <p:spPr>
          <a:xfrm xmlns:a="http://schemas.openxmlformats.org/drawingml/2006/main">
            <a:off x="6076950" y="1931789"/>
            <a:ext cx="5400675" cy="3375422"/>
          </a:xfrm>
          <a:prstGeom xmlns:a="http://schemas.openxmlformats.org/drawingml/2006/main" prst="rect">
            <a:avLst/>
          </a:prstGeom>
        </p:spPr>
      </p:pic>
    </p:spTree>
    <p:extLst>
      <p:ext uri="{BB962C8B-B14F-4D97-AF65-F5344CB8AC3E}">
        <p14:creationId xmlns:p14="http://schemas.microsoft.com/office/powerpoint/2010/main" val="8310518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729D0D74-D405-4298-8504-19625DD8F4AB}"/>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BC94BCC8-515D-47EA-B6E2-2B7D4AC1DC0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WORKSHEET</a:t>
            </a:r>
          </a:p>
        </p:txBody>
      </p:sp>
      <p:sp>
        <p:nvSpPr>
          <p:cNvPr id="3" name="heading">
            <a:extLst xmlns:a="http://schemas.openxmlformats.org/drawingml/2006/main">
              <a:ext uri="{FF2B5EF4-FFF2-40B4-BE49-F238E27FC236}">
                <a16:creationId xmlns:a16="http://schemas.microsoft.com/office/drawing/2014/main" id="{EB715B87-24C3-4EB0-A531-09F29276D91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fd1c735fae7413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B946EE4D-4656-4BC2-8F50-308BDCE2BA9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18</a:t>
            </a:r>
          </a:p>
        </p:txBody>
      </p:sp>
      <p:sp>
        <p:nvSpPr>
          <p:cNvPr id="6" name="number-1">
            <a:extLst xmlns:a="http://schemas.openxmlformats.org/drawingml/2006/main">
              <a:ext uri="{FF2B5EF4-FFF2-40B4-BE49-F238E27FC236}">
                <a16:creationId xmlns:a16="http://schemas.microsoft.com/office/drawing/2014/main" id="{4F21E87F-93E4-451F-AB4E-8822ED37930E}"/>
              </a:ext>
            </a:extLst>
          </p:cNvPr>
          <p:cNvSpPr>
            <a:spLocks xmlns:a="http://schemas.openxmlformats.org/drawingml/2006/main" noGrp="1"/>
          </p:cNvSpPr>
          <p:nvPr/>
        </p:nvSpPr>
        <p:spPr>
          <a:xfrm xmlns:a="http://schemas.openxmlformats.org/drawingml/2006/main">
            <a:off x="723900" y="1943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46CD32E7-7220-4C45-83BD-1A75D52228BD}"/>
              </a:ext>
            </a:extLst>
          </p:cNvPr>
          <p:cNvSpPr>
            <a:spLocks xmlns:a="http://schemas.openxmlformats.org/drawingml/2006/main" noGrp="1"/>
          </p:cNvSpPr>
          <p:nvPr/>
        </p:nvSpPr>
        <p:spPr>
          <a:xfrm xmlns:a="http://schemas.openxmlformats.org/drawingml/2006/main">
            <a:off x="1352550" y="19431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Recall language levels and translator behaviour.</a:t>
            </a:r>
          </a:p>
        </p:txBody>
      </p:sp>
      <p:sp>
        <p:nvSpPr>
          <p:cNvPr id="8" name="number-2">
            <a:extLst xmlns:a="http://schemas.openxmlformats.org/drawingml/2006/main">
              <a:ext uri="{FF2B5EF4-FFF2-40B4-BE49-F238E27FC236}">
                <a16:creationId xmlns:a16="http://schemas.microsoft.com/office/drawing/2014/main" id="{27D15F66-C79A-48FB-A458-5FCABD7105D6}"/>
              </a:ext>
            </a:extLst>
          </p:cNvPr>
          <p:cNvSpPr>
            <a:spLocks xmlns:a="http://schemas.openxmlformats.org/drawingml/2006/main" noGrp="1"/>
          </p:cNvSpPr>
          <p:nvPr/>
        </p:nvSpPr>
        <p:spPr>
          <a:xfrm xmlns:a="http://schemas.openxmlformats.org/drawingml/2006/main">
            <a:off x="723900" y="29051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6D66A0FC-FF53-4CDB-B571-D4D170C6C54A}"/>
              </a:ext>
            </a:extLst>
          </p:cNvPr>
          <p:cNvSpPr>
            <a:spLocks xmlns:a="http://schemas.openxmlformats.org/drawingml/2006/main" noGrp="1"/>
          </p:cNvSpPr>
          <p:nvPr/>
        </p:nvSpPr>
        <p:spPr>
          <a:xfrm xmlns:a="http://schemas.openxmlformats.org/drawingml/2006/main">
            <a:off x="1352550" y="29051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Select IDE tools for specific problems.</a:t>
            </a:r>
          </a:p>
        </p:txBody>
      </p:sp>
      <p:sp>
        <p:nvSpPr>
          <p:cNvPr id="10" name="number-3">
            <a:extLst xmlns:a="http://schemas.openxmlformats.org/drawingml/2006/main">
              <a:ext uri="{FF2B5EF4-FFF2-40B4-BE49-F238E27FC236}">
                <a16:creationId xmlns:a16="http://schemas.microsoft.com/office/drawing/2014/main" id="{214AB879-F5E1-46A1-B3B7-732C3DA05963}"/>
              </a:ext>
            </a:extLst>
          </p:cNvPr>
          <p:cNvSpPr>
            <a:spLocks xmlns:a="http://schemas.openxmlformats.org/drawingml/2006/main" noGrp="1"/>
          </p:cNvSpPr>
          <p:nvPr/>
        </p:nvSpPr>
        <p:spPr>
          <a:xfrm xmlns:a="http://schemas.openxmlformats.org/drawingml/2006/main">
            <a:off x="723900" y="3867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47E0FF81-472A-4959-B572-95A0EA47CE0B}"/>
              </a:ext>
            </a:extLst>
          </p:cNvPr>
          <p:cNvSpPr>
            <a:spLocks xmlns:a="http://schemas.openxmlformats.org/drawingml/2006/main" noGrp="1"/>
          </p:cNvSpPr>
          <p:nvPr/>
        </p:nvSpPr>
        <p:spPr>
          <a:xfrm xmlns:a="http://schemas.openxmlformats.org/drawingml/2006/main">
            <a:off x="1352550" y="386715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Write explanations linked to the needs of a scenario.</a:t>
            </a:r>
          </a:p>
        </p:txBody>
      </p:sp>
      <p:sp>
        <p:nvSpPr>
          <p:cNvPr id="12" name="number-4">
            <a:extLst xmlns:a="http://schemas.openxmlformats.org/drawingml/2006/main">
              <a:ext uri="{FF2B5EF4-FFF2-40B4-BE49-F238E27FC236}">
                <a16:creationId xmlns:a16="http://schemas.microsoft.com/office/drawing/2014/main" id="{43B6C4DF-53E7-4684-A2E0-0FBDE1EFF723}"/>
              </a:ext>
            </a:extLst>
          </p:cNvPr>
          <p:cNvSpPr>
            <a:spLocks xmlns:a="http://schemas.openxmlformats.org/drawingml/2006/main" noGrp="1"/>
          </p:cNvSpPr>
          <p:nvPr/>
        </p:nvSpPr>
        <p:spPr>
          <a:xfrm xmlns:a="http://schemas.openxmlformats.org/drawingml/2006/main">
            <a:off x="723900" y="48291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
            </a:r>
          </a:p>
        </p:txBody>
      </p:sp>
      <p:sp>
        <p:nvSpPr>
          <p:cNvPr id="13" name="item-4">
            <a:extLst xmlns:a="http://schemas.openxmlformats.org/drawingml/2006/main">
              <a:ext uri="{FF2B5EF4-FFF2-40B4-BE49-F238E27FC236}">
                <a16:creationId xmlns:a16="http://schemas.microsoft.com/office/drawing/2014/main" id="{B7588F05-DB7C-4321-91CF-115D386798E9}"/>
              </a:ext>
            </a:extLst>
          </p:cNvPr>
          <p:cNvSpPr>
            <a:spLocks xmlns:a="http://schemas.openxmlformats.org/drawingml/2006/main" noGrp="1"/>
          </p:cNvSpPr>
          <p:nvPr/>
        </p:nvSpPr>
        <p:spPr>
          <a:xfrm xmlns:a="http://schemas.openxmlformats.org/drawingml/2006/main">
            <a:off x="1352550" y="482917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
            </a:r>
          </a:p>
        </p:txBody>
      </p:sp>
    </p:spTree>
    <p:extLst>
      <p:ext uri="{BB962C8B-B14F-4D97-AF65-F5344CB8AC3E}">
        <p14:creationId xmlns:p14="http://schemas.microsoft.com/office/powerpoint/2010/main" val="1695093205"/>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389AE9BD-4456-44D0-A496-4A715994B34E}"/>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3D7E3F66-12BD-4737-B732-CF062507385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WORKSHEET STARTER</a:t>
            </a:r>
          </a:p>
        </p:txBody>
      </p:sp>
      <p:sp>
        <p:nvSpPr>
          <p:cNvPr id="3" name="heading">
            <a:extLst xmlns:a="http://schemas.openxmlformats.org/drawingml/2006/main">
              <a:ext uri="{FF2B5EF4-FFF2-40B4-BE49-F238E27FC236}">
                <a16:creationId xmlns:a16="http://schemas.microsoft.com/office/drawing/2014/main" id="{62E71EDE-630B-477B-8324-3C6B882C3B7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c503aea7b354d1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D4CED2EF-8770-4B94-8FF7-8186209CBA59}"/>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18</a:t>
            </a:r>
          </a:p>
        </p:txBody>
      </p:sp>
      <p:sp>
        <p:nvSpPr>
          <p:cNvPr id="6" name="worksheet-starter">
            <a:extLst xmlns:a="http://schemas.openxmlformats.org/drawingml/2006/main">
              <a:ext uri="{FF2B5EF4-FFF2-40B4-BE49-F238E27FC236}">
                <a16:creationId xmlns:a16="http://schemas.microsoft.com/office/drawing/2014/main" id="{4CABB616-5B19-458F-ADE4-F043686843F3}"/>
              </a:ext>
            </a:extLst>
          </p:cNvPr>
          <p:cNvSpPr>
            <a:spLocks xmlns:a="http://schemas.openxmlformats.org/drawingml/2006/main" noGrp="1"/>
          </p:cNvSpPr>
          <p:nvPr/>
        </p:nvSpPr>
        <p:spPr>
          <a:xfrm xmlns:a="http://schemas.openxmlformats.org/drawingml/2006/main">
            <a:off x="704850" y="2095500"/>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A quiz app runs successfully but awards every answer a mark. Is this evidence that the logic is correct? Explain.</a:t>
            </a:r>
          </a:p>
        </p:txBody>
      </p:sp>
    </p:spTree>
    <p:extLst>
      <p:ext uri="{BB962C8B-B14F-4D97-AF65-F5344CB8AC3E}">
        <p14:creationId xmlns:p14="http://schemas.microsoft.com/office/powerpoint/2010/main" val="2061250395"/>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0CE6C1A7-1190-46F6-B558-07CF48F64720}"/>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1A9E94E-2324-4A21-8E1F-53F06181186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CHECK</a:t>
            </a:r>
          </a:p>
        </p:txBody>
      </p:sp>
      <p:sp>
        <p:nvSpPr>
          <p:cNvPr id="3" name="heading">
            <a:extLst xmlns:a="http://schemas.openxmlformats.org/drawingml/2006/main">
              <a:ext uri="{FF2B5EF4-FFF2-40B4-BE49-F238E27FC236}">
                <a16:creationId xmlns:a16="http://schemas.microsoft.com/office/drawing/2014/main" id="{42F7C639-9A4F-4B2E-A66B-E7FC7229A80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c5b422c5fb24176"/>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6810CE3C-06F6-401D-921D-2679EFD1E6F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18</a:t>
            </a:r>
          </a:p>
        </p:txBody>
      </p:sp>
      <p:sp>
        <p:nvSpPr>
          <p:cNvPr id="6" name="number-1">
            <a:extLst xmlns:a="http://schemas.openxmlformats.org/drawingml/2006/main">
              <a:ext uri="{FF2B5EF4-FFF2-40B4-BE49-F238E27FC236}">
                <a16:creationId xmlns:a16="http://schemas.microsoft.com/office/drawing/2014/main" id="{04B18CF0-64CE-463F-A9B8-6A6A21EDEFFA}"/>
              </a:ext>
            </a:extLst>
          </p:cNvPr>
          <p:cNvSpPr>
            <a:spLocks xmlns:a="http://schemas.openxmlformats.org/drawingml/2006/main" noGrp="1"/>
          </p:cNvSpPr>
          <p:nvPr/>
        </p:nvSpPr>
        <p:spPr>
          <a:xfrm xmlns:a="http://schemas.openxmlformats.org/drawingml/2006/main">
            <a:off x="723900" y="22860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D57E31F4-31D7-4905-A796-BE34CBF25ECA}"/>
              </a:ext>
            </a:extLst>
          </p:cNvPr>
          <p:cNvSpPr>
            <a:spLocks xmlns:a="http://schemas.openxmlformats.org/drawingml/2006/main" noGrp="1"/>
          </p:cNvSpPr>
          <p:nvPr/>
        </p:nvSpPr>
        <p:spPr>
          <a:xfrm xmlns:a="http://schemas.openxmlformats.org/drawingml/2006/main">
            <a:off x="1352550" y="2286000"/>
            <a:ext cx="99250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No. Running without an error does not prove the rules are correct. Test correct and incorrect answers against expected scores.</a:t>
            </a:r>
          </a:p>
        </p:txBody>
      </p:sp>
      <p:sp>
        <p:nvSpPr>
          <p:cNvPr id="8" name="number-2">
            <a:extLst xmlns:a="http://schemas.openxmlformats.org/drawingml/2006/main">
              <a:ext uri="{FF2B5EF4-FFF2-40B4-BE49-F238E27FC236}">
                <a16:creationId xmlns:a16="http://schemas.microsoft.com/office/drawing/2014/main" id="{F9E7E19B-3986-45FC-B0B8-7910C783A9EE}"/>
              </a:ext>
            </a:extLst>
          </p:cNvPr>
          <p:cNvSpPr>
            <a:spLocks xmlns:a="http://schemas.openxmlformats.org/drawingml/2006/main" noGrp="1"/>
          </p:cNvSpPr>
          <p:nvPr/>
        </p:nvSpPr>
        <p:spPr>
          <a:xfrm xmlns:a="http://schemas.openxmlformats.org/drawingml/2006/main">
            <a:off x="723900" y="3867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
            </a:r>
          </a:p>
        </p:txBody>
      </p:sp>
      <p:sp>
        <p:nvSpPr>
          <p:cNvPr id="9" name="item-2">
            <a:extLst xmlns:a="http://schemas.openxmlformats.org/drawingml/2006/main">
              <a:ext uri="{FF2B5EF4-FFF2-40B4-BE49-F238E27FC236}">
                <a16:creationId xmlns:a16="http://schemas.microsoft.com/office/drawing/2014/main" id="{AA142279-1763-4095-BB35-E7C2790BE720}"/>
              </a:ext>
            </a:extLst>
          </p:cNvPr>
          <p:cNvSpPr>
            <a:spLocks xmlns:a="http://schemas.openxmlformats.org/drawingml/2006/main" noGrp="1"/>
          </p:cNvSpPr>
          <p:nvPr/>
        </p:nvSpPr>
        <p:spPr>
          <a:xfrm xmlns:a="http://schemas.openxmlformats.org/drawingml/2006/main">
            <a:off x="1352550" y="386715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
            </a:r>
          </a:p>
        </p:txBody>
      </p:sp>
    </p:spTree>
    <p:extLst>
      <p:ext uri="{BB962C8B-B14F-4D97-AF65-F5344CB8AC3E}">
        <p14:creationId xmlns:p14="http://schemas.microsoft.com/office/powerpoint/2010/main" val="1019256133"/>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08B0042C-2776-4B77-8450-5D698DB3BE8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3158093-4E51-4193-8466-193E324E1CF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WORKSHEET KEY TERMS</a:t>
            </a:r>
          </a:p>
        </p:txBody>
      </p:sp>
      <p:sp>
        <p:nvSpPr>
          <p:cNvPr id="3" name="heading">
            <a:extLst xmlns:a="http://schemas.openxmlformats.org/drawingml/2006/main">
              <a:ext uri="{FF2B5EF4-FFF2-40B4-BE49-F238E27FC236}">
                <a16:creationId xmlns:a16="http://schemas.microsoft.com/office/drawing/2014/main" id="{18721011-60E3-4A46-ACE7-07BEAB793CD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0ab0b42c3e64a0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FC27DE5-76DC-4F16-881C-303A1916234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18</a:t>
            </a:r>
          </a:p>
        </p:txBody>
      </p:sp>
      <p:sp>
        <p:nvSpPr>
          <p:cNvPr id="6" name="term-number-0">
            <a:extLst xmlns:a="http://schemas.openxmlformats.org/drawingml/2006/main">
              <a:ext uri="{FF2B5EF4-FFF2-40B4-BE49-F238E27FC236}">
                <a16:creationId xmlns:a16="http://schemas.microsoft.com/office/drawing/2014/main" id="{B76E08EA-1329-4F7D-B904-1FFEF4D21EC1}"/>
              </a:ext>
            </a:extLst>
          </p:cNvPr>
          <p:cNvSpPr>
            <a:spLocks xmlns:a="http://schemas.openxmlformats.org/drawingml/2006/main" noGrp="1"/>
          </p:cNvSpPr>
          <p:nvPr/>
        </p:nvSpPr>
        <p:spPr>
          <a:xfrm xmlns:a="http://schemas.openxmlformats.org/drawingml/2006/main">
            <a:off x="723900" y="227647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072ACAD3-9670-4434-9EBA-05DBFA231D62}"/>
              </a:ext>
            </a:extLst>
          </p:cNvPr>
          <p:cNvSpPr>
            <a:spLocks xmlns:a="http://schemas.openxmlformats.org/drawingml/2006/main" noGrp="1"/>
          </p:cNvSpPr>
          <p:nvPr/>
        </p:nvSpPr>
        <p:spPr>
          <a:xfrm xmlns:a="http://schemas.openxmlformats.org/drawingml/2006/main">
            <a:off x="1371600" y="227647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Source code</a:t>
            </a:r>
          </a:p>
        </p:txBody>
      </p:sp>
      <p:sp>
        <p:nvSpPr>
          <p:cNvPr id="8" name="term-number-1">
            <a:extLst xmlns:a="http://schemas.openxmlformats.org/drawingml/2006/main">
              <a:ext uri="{FF2B5EF4-FFF2-40B4-BE49-F238E27FC236}">
                <a16:creationId xmlns:a16="http://schemas.microsoft.com/office/drawing/2014/main" id="{A8F18C87-2E1F-4B72-8996-4CD90B504D72}"/>
              </a:ext>
            </a:extLst>
          </p:cNvPr>
          <p:cNvSpPr>
            <a:spLocks xmlns:a="http://schemas.openxmlformats.org/drawingml/2006/main" noGrp="1"/>
          </p:cNvSpPr>
          <p:nvPr/>
        </p:nvSpPr>
        <p:spPr>
          <a:xfrm xmlns:a="http://schemas.openxmlformats.org/drawingml/2006/main">
            <a:off x="723900" y="408622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1C1C0B9C-20D9-4654-9F28-D51D1DA95329}"/>
              </a:ext>
            </a:extLst>
          </p:cNvPr>
          <p:cNvSpPr>
            <a:spLocks xmlns:a="http://schemas.openxmlformats.org/drawingml/2006/main" noGrp="1"/>
          </p:cNvSpPr>
          <p:nvPr/>
        </p:nvSpPr>
        <p:spPr>
          <a:xfrm xmlns:a="http://schemas.openxmlformats.org/drawingml/2006/main">
            <a:off x="1371600" y="408622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Logic error</a:t>
            </a:r>
          </a:p>
        </p:txBody>
      </p:sp>
    </p:spTree>
    <p:extLst>
      <p:ext uri="{BB962C8B-B14F-4D97-AF65-F5344CB8AC3E}">
        <p14:creationId xmlns:p14="http://schemas.microsoft.com/office/powerpoint/2010/main" val="942032124"/>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207CAA27-6A33-4D26-8EEC-DDD6F1951844}"/>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C8C088F-E4C7-463F-A500-13D6952381E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CHECK</a:t>
            </a:r>
          </a:p>
        </p:txBody>
      </p:sp>
      <p:sp>
        <p:nvSpPr>
          <p:cNvPr id="3" name="heading">
            <a:extLst xmlns:a="http://schemas.openxmlformats.org/drawingml/2006/main">
              <a:ext uri="{FF2B5EF4-FFF2-40B4-BE49-F238E27FC236}">
                <a16:creationId xmlns:a16="http://schemas.microsoft.com/office/drawing/2014/main" id="{1AF3A2E8-08E7-4B52-8CB0-E9EDFA86CC3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6548371dd9e4c0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71FD2F40-F2E4-4894-A4B9-2F16BF1E3100}"/>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18</a:t>
            </a:r>
          </a:p>
        </p:txBody>
      </p:sp>
      <p:sp>
        <p:nvSpPr>
          <p:cNvPr id="6" name="answer-term-0">
            <a:extLst xmlns:a="http://schemas.openxmlformats.org/drawingml/2006/main">
              <a:ext uri="{FF2B5EF4-FFF2-40B4-BE49-F238E27FC236}">
                <a16:creationId xmlns:a16="http://schemas.microsoft.com/office/drawing/2014/main" id="{C05575DA-F440-47EE-AADE-AE15CCD16C2C}"/>
              </a:ext>
            </a:extLst>
          </p:cNvPr>
          <p:cNvSpPr>
            <a:spLocks xmlns:a="http://schemas.openxmlformats.org/drawingml/2006/main" noGrp="1"/>
          </p:cNvSpPr>
          <p:nvPr/>
        </p:nvSpPr>
        <p:spPr>
          <a:xfrm xmlns:a="http://schemas.openxmlformats.org/drawingml/2006/main">
            <a:off x="723900" y="2047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Source code</a:t>
            </a:r>
          </a:p>
        </p:txBody>
      </p:sp>
      <p:sp>
        <p:nvSpPr>
          <p:cNvPr id="7" name="answer-definition-0">
            <a:extLst xmlns:a="http://schemas.openxmlformats.org/drawingml/2006/main">
              <a:ext uri="{FF2B5EF4-FFF2-40B4-BE49-F238E27FC236}">
                <a16:creationId xmlns:a16="http://schemas.microsoft.com/office/drawing/2014/main" id="{C6F926E0-3B0C-455B-B77A-C8974AE3E04D}"/>
              </a:ext>
            </a:extLst>
          </p:cNvPr>
          <p:cNvSpPr>
            <a:spLocks xmlns:a="http://schemas.openxmlformats.org/drawingml/2006/main" noGrp="1"/>
          </p:cNvSpPr>
          <p:nvPr/>
        </p:nvSpPr>
        <p:spPr>
          <a:xfrm xmlns:a="http://schemas.openxmlformats.org/drawingml/2006/main">
            <a:off x="723900" y="2628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program text written by a programmer before translation.</a:t>
            </a:r>
          </a:p>
        </p:txBody>
      </p:sp>
      <p:sp>
        <p:nvSpPr>
          <p:cNvPr id="8" name="answer-term-1">
            <a:extLst xmlns:a="http://schemas.openxmlformats.org/drawingml/2006/main">
              <a:ext uri="{FF2B5EF4-FFF2-40B4-BE49-F238E27FC236}">
                <a16:creationId xmlns:a16="http://schemas.microsoft.com/office/drawing/2014/main" id="{C9190DB0-181E-4A8A-9E5E-95B19960F40A}"/>
              </a:ext>
            </a:extLst>
          </p:cNvPr>
          <p:cNvSpPr>
            <a:spLocks xmlns:a="http://schemas.openxmlformats.org/drawingml/2006/main" noGrp="1"/>
          </p:cNvSpPr>
          <p:nvPr/>
        </p:nvSpPr>
        <p:spPr>
          <a:xfrm xmlns:a="http://schemas.openxmlformats.org/drawingml/2006/main">
            <a:off x="723900" y="39338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Logic error</a:t>
            </a:r>
          </a:p>
        </p:txBody>
      </p:sp>
      <p:sp>
        <p:nvSpPr>
          <p:cNvPr id="9" name="answer-definition-1">
            <a:extLst xmlns:a="http://schemas.openxmlformats.org/drawingml/2006/main">
              <a:ext uri="{FF2B5EF4-FFF2-40B4-BE49-F238E27FC236}">
                <a16:creationId xmlns:a16="http://schemas.microsoft.com/office/drawing/2014/main" id="{B865E412-4386-4ED0-B8E9-05D05365D030}"/>
              </a:ext>
            </a:extLst>
          </p:cNvPr>
          <p:cNvSpPr>
            <a:spLocks xmlns:a="http://schemas.openxmlformats.org/drawingml/2006/main" noGrp="1"/>
          </p:cNvSpPr>
          <p:nvPr/>
        </p:nvSpPr>
        <p:spPr>
          <a:xfrm xmlns:a="http://schemas.openxmlformats.org/drawingml/2006/main">
            <a:off x="723900" y="45148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mistake in a program’s reasoning that causes incorrect behaviour.</a:t>
            </a:r>
          </a:p>
        </p:txBody>
      </p:sp>
    </p:spTree>
    <p:extLst>
      <p:ext uri="{BB962C8B-B14F-4D97-AF65-F5344CB8AC3E}">
        <p14:creationId xmlns:p14="http://schemas.microsoft.com/office/powerpoint/2010/main" val="544340808"/>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4BA66B78-BFDC-4298-A4DA-5CB5A7709FE5}"/>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EDA0D920-036D-4124-8F12-38EB1186A15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2.5   /   LESSON 05   /   EXPERIENCE</a:t>
            </a:r>
          </a:p>
        </p:txBody>
      </p:sp>
      <p:sp>
        <p:nvSpPr>
          <p:cNvPr id="3" name="heading">
            <a:extLst xmlns:a="http://schemas.openxmlformats.org/drawingml/2006/main">
              <a:ext uri="{FF2B5EF4-FFF2-40B4-BE49-F238E27FC236}">
                <a16:creationId xmlns:a16="http://schemas.microsoft.com/office/drawing/2014/main" id="{F5191E8A-E142-4BC2-8435-1D8EA13B170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Worksheet + experience</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c67e2e5ce7c4d1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0A45757-2C05-40D6-9E75-84F5AEC8FE8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7 / 18</a:t>
            </a:r>
          </a:p>
        </p:txBody>
      </p:sp>
      <p:sp>
        <p:nvSpPr>
          <p:cNvPr id="6" name="open-label">
            <a:extLst xmlns:a="http://schemas.openxmlformats.org/drawingml/2006/main">
              <a:ext uri="{FF2B5EF4-FFF2-40B4-BE49-F238E27FC236}">
                <a16:creationId xmlns:a16="http://schemas.microsoft.com/office/drawing/2014/main" id="{3B14933E-F008-4A1E-B920-32134F7F650F}"/>
              </a:ext>
            </a:extLst>
          </p:cNvPr>
          <p:cNvSpPr>
            <a:spLocks xmlns:a="http://schemas.openxmlformats.org/drawingml/2006/main" noGrp="1"/>
          </p:cNvSpPr>
          <p:nvPr/>
        </p:nvSpPr>
        <p:spPr>
          <a:xfrm xmlns:a="http://schemas.openxmlformats.org/drawingml/2006/main">
            <a:off x="723900" y="15240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01   OPEN THE EXPERIENCE NOW</a:t>
            </a:r>
          </a:p>
        </p:txBody>
      </p:sp>
      <p:sp>
        <p:nvSpPr>
          <p:cNvPr id="7" name="open-body">
            <a:extLst xmlns:a="http://schemas.openxmlformats.org/drawingml/2006/main">
              <a:ext uri="{FF2B5EF4-FFF2-40B4-BE49-F238E27FC236}">
                <a16:creationId xmlns:a16="http://schemas.microsoft.com/office/drawing/2014/main" id="{7A71894B-6674-45BD-B430-F339D03A05C8}"/>
              </a:ext>
            </a:extLst>
          </p:cNvPr>
          <p:cNvSpPr>
            <a:spLocks xmlns:a="http://schemas.openxmlformats.org/drawingml/2006/main" noGrp="1"/>
          </p:cNvSpPr>
          <p:nvPr/>
        </p:nvSpPr>
        <p:spPr>
          <a:xfrm xmlns:a="http://schemas.openxmlformats.org/drawingml/2006/main">
            <a:off x="723900" y="1847850"/>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Language review HQ in Topic 2.5. Keep the worksheet beside you.</a:t>
            </a:r>
          </a:p>
        </p:txBody>
      </p:sp>
      <p:sp>
        <p:nvSpPr>
          <p:cNvPr id="8" name="station-label">
            <a:extLst xmlns:a="http://schemas.openxmlformats.org/drawingml/2006/main">
              <a:ext uri="{FF2B5EF4-FFF2-40B4-BE49-F238E27FC236}">
                <a16:creationId xmlns:a16="http://schemas.microsoft.com/office/drawing/2014/main" id="{B90E3C20-8F8E-412D-B38A-D521747F0BF7}"/>
              </a:ext>
            </a:extLst>
          </p:cNvPr>
          <p:cNvSpPr>
            <a:spLocks xmlns:a="http://schemas.openxmlformats.org/drawingml/2006/main" noGrp="1"/>
          </p:cNvSpPr>
          <p:nvPr/>
        </p:nvSpPr>
        <p:spPr>
          <a:xfrm xmlns:a="http://schemas.openxmlformats.org/drawingml/2006/main">
            <a:off x="723900" y="25908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02   SIX STATIONS</a:t>
            </a:r>
          </a:p>
        </p:txBody>
      </p:sp>
      <p:sp>
        <p:nvSpPr>
          <p:cNvPr id="9" name="station-body">
            <a:extLst xmlns:a="http://schemas.openxmlformats.org/drawingml/2006/main">
              <a:ext uri="{FF2B5EF4-FFF2-40B4-BE49-F238E27FC236}">
                <a16:creationId xmlns:a16="http://schemas.microsoft.com/office/drawing/2014/main" id="{B45B51EE-5945-44D5-9C7B-668BC232AEF3}"/>
              </a:ext>
            </a:extLst>
          </p:cNvPr>
          <p:cNvSpPr>
            <a:spLocks xmlns:a="http://schemas.openxmlformats.org/drawingml/2006/main" noGrp="1"/>
          </p:cNvSpPr>
          <p:nvPr/>
        </p:nvSpPr>
        <p:spPr>
          <a:xfrm xmlns:a="http://schemas.openxmlformats.org/drawingml/2006/main">
            <a:off x="723900" y="2914650"/>
            <a:ext cx="1057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At each station, write key facts IN YOUR OWN WORDS. Answer its worksheet challenge before tapping the badge.</a:t>
            </a:r>
          </a:p>
        </p:txBody>
      </p:sp>
      <p:sp>
        <p:nvSpPr>
          <p:cNvPr id="10" name="finish-label">
            <a:extLst xmlns:a="http://schemas.openxmlformats.org/drawingml/2006/main">
              <a:ext uri="{FF2B5EF4-FFF2-40B4-BE49-F238E27FC236}">
                <a16:creationId xmlns:a16="http://schemas.microsoft.com/office/drawing/2014/main" id="{0B3F37C6-3223-43C3-B5C5-0734100D7938}"/>
              </a:ext>
            </a:extLst>
          </p:cNvPr>
          <p:cNvSpPr>
            <a:spLocks xmlns:a="http://schemas.openxmlformats.org/drawingml/2006/main" noGrp="1"/>
          </p:cNvSpPr>
          <p:nvPr/>
        </p:nvSpPr>
        <p:spPr>
          <a:xfrm xmlns:a="http://schemas.openxmlformats.org/drawingml/2006/main">
            <a:off x="723900" y="3714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03   FINAL CHALLENGE</a:t>
            </a:r>
          </a:p>
        </p:txBody>
      </p:sp>
      <p:sp>
        <p:nvSpPr>
          <p:cNvPr id="11" name="finish-body">
            <a:extLst xmlns:a="http://schemas.openxmlformats.org/drawingml/2006/main">
              <a:ext uri="{FF2B5EF4-FFF2-40B4-BE49-F238E27FC236}">
                <a16:creationId xmlns:a16="http://schemas.microsoft.com/office/drawing/2014/main" id="{23A69AAC-E055-45B3-BEBA-D02CB8128F7B}"/>
              </a:ext>
            </a:extLst>
          </p:cNvPr>
          <p:cNvSpPr>
            <a:spLocks xmlns:a="http://schemas.openxmlformats.org/drawingml/2006/main" noGrp="1"/>
          </p:cNvSpPr>
          <p:nvPr/>
        </p:nvSpPr>
        <p:spPr>
          <a:xfrm xmlns:a="http://schemas.openxmlformats.org/drawingml/2006/main">
            <a:off x="723900" y="4048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Attempt the worksheet final challenge before tapping the star. Record your score, then use review mode to correct mistakes.</a:t>
            </a:r>
          </a:p>
        </p:txBody>
      </p:sp>
      <p:sp>
        <p:nvSpPr>
          <p:cNvPr id="12" name="plenary-label">
            <a:extLst xmlns:a="http://schemas.openxmlformats.org/drawingml/2006/main">
              <a:ext uri="{FF2B5EF4-FFF2-40B4-BE49-F238E27FC236}">
                <a16:creationId xmlns:a16="http://schemas.microsoft.com/office/drawing/2014/main" id="{97D05B46-012B-43E3-B865-D49BCF331FE8}"/>
              </a:ext>
            </a:extLst>
          </p:cNvPr>
          <p:cNvSpPr>
            <a:spLocks xmlns:a="http://schemas.openxmlformats.org/drawingml/2006/main" noGrp="1"/>
          </p:cNvSpPr>
          <p:nvPr/>
        </p:nvSpPr>
        <p:spPr>
          <a:xfrm xmlns:a="http://schemas.openxmlformats.org/drawingml/2006/main">
            <a:off x="723900" y="49149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04   PLENARY</a:t>
            </a:r>
          </a:p>
        </p:txBody>
      </p:sp>
      <p:sp>
        <p:nvSpPr>
          <p:cNvPr id="13" name="plenary-body">
            <a:extLst xmlns:a="http://schemas.openxmlformats.org/drawingml/2006/main">
              <a:ext uri="{FF2B5EF4-FFF2-40B4-BE49-F238E27FC236}">
                <a16:creationId xmlns:a16="http://schemas.microsoft.com/office/drawing/2014/main" id="{93D16BC3-41C8-47E2-B0D7-08EC3C3CDAAD}"/>
              </a:ext>
            </a:extLst>
          </p:cNvPr>
          <p:cNvSpPr>
            <a:spLocks xmlns:a="http://schemas.openxmlformats.org/drawingml/2006/main" noGrp="1"/>
          </p:cNvSpPr>
          <p:nvPr/>
        </p:nvSpPr>
        <p:spPr>
          <a:xfrm xmlns:a="http://schemas.openxmlformats.org/drawingml/2006/main">
            <a:off x="723900" y="52387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FFFFFF"/>
                </a:solidFill>
                <a:latin typeface="DejaVu Sans"/>
                <a:ea typeface="DejaVu Sans"/>
                <a:cs typeface="DejaVu Sans"/>
              </a:defRPr>
            </a:pPr>
            <a:r>
              <a:rPr sz="1800" b="0">
                <a:solidFill>
                  <a:srgbClr val="FFFFFF"/>
                </a:solidFill>
                <a:latin typeface="DejaVu Sans"/>
                <a:ea typeface="DejaVu Sans"/>
                <a:cs typeface="DejaVu Sans"/>
              </a:rPr>
              <a:t>Finish the experience in this lesson. Near the end, close it for the plenary knowledge checks.</a:t>
            </a:r>
          </a:p>
        </p:txBody>
      </p:sp>
    </p:spTree>
    <p:extLst>
      <p:ext uri="{BB962C8B-B14F-4D97-AF65-F5344CB8AC3E}">
        <p14:creationId xmlns:p14="http://schemas.microsoft.com/office/powerpoint/2010/main" val="87235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ooter background">
            <a:extLst xmlns:a="http://schemas.openxmlformats.org/drawingml/2006/main">
              <a:ext uri="{FF2B5EF4-FFF2-40B4-BE49-F238E27FC236}">
                <a16:creationId xmlns:a16="http://schemas.microsoft.com/office/drawing/2014/main" id="{58C536E9-5669-4451-9AAB-579BAC1AD3C5}"/>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819AAF36-B8DE-4251-8DE6-E6BCCD541D1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CONSOLIDATION</a:t>
            </a:r>
          </a:p>
        </p:txBody>
      </p:sp>
      <p:sp>
        <p:nvSpPr>
          <p:cNvPr id="3" name="heading">
            <a:extLst xmlns:a="http://schemas.openxmlformats.org/drawingml/2006/main">
              <a:ext uri="{FF2B5EF4-FFF2-40B4-BE49-F238E27FC236}">
                <a16:creationId xmlns:a16="http://schemas.microsoft.com/office/drawing/2014/main" id="{2722D1D8-2EB7-4550-BC01-C8F4AA1B446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8ba8737be9942d0"/>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48D3831D-CA2C-4D2B-8512-1C6B95BF2EC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18</a:t>
            </a:r>
          </a:p>
        </p:txBody>
      </p:sp>
      <p:sp>
        <p:nvSpPr>
          <p:cNvPr id="6" name="extension-prompt">
            <a:extLst xmlns:a="http://schemas.openxmlformats.org/drawingml/2006/main">
              <a:ext uri="{FF2B5EF4-FFF2-40B4-BE49-F238E27FC236}">
                <a16:creationId xmlns:a16="http://schemas.microsoft.com/office/drawing/2014/main" id="{3D632867-A970-4622-9F75-EC7929A63A0C}"/>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Return to the Do Now question. Use two things you learned in the room to improve your original answer.</a:t>
            </a:r>
          </a:p>
        </p:txBody>
      </p:sp>
      <p:sp>
        <p:nvSpPr>
          <p:cNvPr id="7" name="extension-follow">
            <a:extLst xmlns:a="http://schemas.openxmlformats.org/drawingml/2006/main">
              <a:ext uri="{FF2B5EF4-FFF2-40B4-BE49-F238E27FC236}">
                <a16:creationId xmlns:a16="http://schemas.microsoft.com/office/drawing/2014/main" id="{0C21F904-CB27-4E5D-A9F7-D13B95D2EFE6}"/>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Check that each reason links a specific characteristic or tool to the task.</a:t>
            </a:r>
          </a:p>
        </p:txBody>
      </p:sp>
    </p:spTree>
    <p:extLst>
      <p:ext uri="{BB962C8B-B14F-4D97-AF65-F5344CB8AC3E}">
        <p14:creationId xmlns:p14="http://schemas.microsoft.com/office/powerpoint/2010/main" val="7409979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9B263055-5EA4-4302-98FD-2C08B0E0EA0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A5B0DE7-189B-4E0D-AC5D-CF4265922C5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CONSOLIDATION</a:t>
            </a:r>
          </a:p>
        </p:txBody>
      </p:sp>
      <p:sp>
        <p:nvSpPr>
          <p:cNvPr id="3" name="heading">
            <a:extLst xmlns:a="http://schemas.openxmlformats.org/drawingml/2006/main">
              <a:ext uri="{FF2B5EF4-FFF2-40B4-BE49-F238E27FC236}">
                <a16:creationId xmlns:a16="http://schemas.microsoft.com/office/drawing/2014/main" id="{641086F9-DF63-4768-BF4E-D1F572BCC26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3e6befaaf404883"/>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14C2577-C6E7-49B9-B106-D65BE85AE0C1}"/>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18</a:t>
            </a:r>
          </a:p>
        </p:txBody>
      </p:sp>
      <p:sp>
        <p:nvSpPr>
          <p:cNvPr id="6" name="extension-two">
            <a:extLst xmlns:a="http://schemas.openxmlformats.org/drawingml/2006/main">
              <a:ext uri="{FF2B5EF4-FFF2-40B4-BE49-F238E27FC236}">
                <a16:creationId xmlns:a16="http://schemas.microsoft.com/office/drawing/2014/main" id="{29844E22-D648-40A0-BC22-276A81AE0068}"/>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Use review mode to correct any mistakes. Write one correction and explain why the right answer fits. Then move on to the plenary knowledge checks.</a:t>
            </a:r>
          </a:p>
        </p:txBody>
      </p:sp>
    </p:spTree>
    <p:extLst>
      <p:ext uri="{BB962C8B-B14F-4D97-AF65-F5344CB8AC3E}">
        <p14:creationId xmlns:p14="http://schemas.microsoft.com/office/powerpoint/2010/main" val="1610668184"/>
      </p:ext>
    </p:extLst>
  </p:cSld>
</p:sld>
</file>

<file path=ppt/slides/slide10.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078803E9-413E-4B42-B661-1890FAB9A3C6}"/>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FF0305E1-8E4B-4FE7-9B7B-B01E262E5BE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CHECK</a:t>
            </a:r>
          </a:p>
        </p:txBody>
      </p:sp>
      <p:sp>
        <p:nvSpPr>
          <p:cNvPr id="3" name="heading">
            <a:extLst xmlns:a="http://schemas.openxmlformats.org/drawingml/2006/main">
              <a:ext uri="{FF2B5EF4-FFF2-40B4-BE49-F238E27FC236}">
                <a16:creationId xmlns:a16="http://schemas.microsoft.com/office/drawing/2014/main" id="{571FFA7C-71E3-407E-A084-8AAA873463D6}"/>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 stronger explanation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5bc6acb730e418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5BD4D03-162B-45A5-AA28-72FD38F49F8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18</a:t>
            </a:r>
          </a:p>
        </p:txBody>
      </p:sp>
      <p:sp>
        <p:nvSpPr>
          <p:cNvPr id="6" name="extension-check">
            <a:extLst xmlns:a="http://schemas.openxmlformats.org/drawingml/2006/main">
              <a:ext uri="{FF2B5EF4-FFF2-40B4-BE49-F238E27FC236}">
                <a16:creationId xmlns:a16="http://schemas.microsoft.com/office/drawing/2014/main" id="{06547FB7-89E1-430C-BA4E-A0059FB7D2F2}"/>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7" name="answer-application">
            <a:extLst xmlns:a="http://schemas.openxmlformats.org/drawingml/2006/main">
              <a:ext uri="{FF2B5EF4-FFF2-40B4-BE49-F238E27FC236}">
                <a16:creationId xmlns:a16="http://schemas.microsoft.com/office/drawing/2014/main" id="{7F1A9A78-A783-4735-9B4E-2787A5EE5E46}"/>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Writing an explanation</a:t>
            </a:r>
          </a:p>
        </p:txBody>
      </p:sp>
      <p:sp>
        <p:nvSpPr>
          <p:cNvPr id="8" name="answer-application-body">
            <a:extLst xmlns:a="http://schemas.openxmlformats.org/drawingml/2006/main">
              <a:ext uri="{FF2B5EF4-FFF2-40B4-BE49-F238E27FC236}">
                <a16:creationId xmlns:a16="http://schemas.microsoft.com/office/drawing/2014/main" id="{28087EFB-17A1-4A2B-B86E-2733BD05E32E}"/>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Use a breakpoint to pause near the faulty calculation, then inspect variable values to locate the error.</a:t>
            </a:r>
          </a:p>
        </p:txBody>
      </p:sp>
      <p:sp>
        <p:nvSpPr>
          <p:cNvPr id="9" name="answer-stretch">
            <a:extLst xmlns:a="http://schemas.openxmlformats.org/drawingml/2006/main">
              <a:ext uri="{FF2B5EF4-FFF2-40B4-BE49-F238E27FC236}">
                <a16:creationId xmlns:a16="http://schemas.microsoft.com/office/drawing/2014/main" id="{5A018C42-6685-447F-818E-7126648E85A1}"/>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Review and explain</a:t>
            </a:r>
          </a:p>
        </p:txBody>
      </p:sp>
      <p:sp>
        <p:nvSpPr>
          <p:cNvPr id="10" name="answer-stretch-body">
            <a:extLst xmlns:a="http://schemas.openxmlformats.org/drawingml/2006/main">
              <a:ext uri="{FF2B5EF4-FFF2-40B4-BE49-F238E27FC236}">
                <a16:creationId xmlns:a16="http://schemas.microsoft.com/office/drawing/2014/main" id="{0C0236B0-96D2-4CB9-BE2E-068D8FFE21AF}"/>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Your correction should name the correct idea and explain why it fits the question. Use the experience feedback to check it.</a:t>
            </a:r>
          </a:p>
        </p:txBody>
      </p:sp>
    </p:spTree>
    <p:extLst>
      <p:ext uri="{BB962C8B-B14F-4D97-AF65-F5344CB8AC3E}">
        <p14:creationId xmlns:p14="http://schemas.microsoft.com/office/powerpoint/2010/main" val="1077196823"/>
      </p:ext>
    </p:extLst>
  </p:cSld>
</p:sld>
</file>

<file path=ppt/slides/slide11.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7EF7E645-4366-476F-A5B1-90C7C70ADD2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159341AF-F465-4757-AC09-3A0C4AF7B54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ANSWERS</a:t>
            </a:r>
          </a:p>
        </p:txBody>
      </p:sp>
      <p:sp>
        <p:nvSpPr>
          <p:cNvPr id="3" name="heading">
            <a:extLst xmlns:a="http://schemas.openxmlformats.org/drawingml/2006/main">
              <a:ext uri="{FF2B5EF4-FFF2-40B4-BE49-F238E27FC236}">
                <a16:creationId xmlns:a16="http://schemas.microsoft.com/office/drawing/2014/main" id="{5EBF8C94-893F-4F9B-8993-606E888EB0E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e7746dc170d423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E93BEC9-DC57-4892-87B7-6699B7FBD7F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18</a:t>
            </a:r>
          </a:p>
        </p:txBody>
      </p:sp>
      <p:sp>
        <p:nvSpPr>
          <p:cNvPr id="6" name="check-stations">
            <a:extLst xmlns:a="http://schemas.openxmlformats.org/drawingml/2006/main">
              <a:ext uri="{FF2B5EF4-FFF2-40B4-BE49-F238E27FC236}">
                <a16:creationId xmlns:a16="http://schemas.microsoft.com/office/drawing/2014/main" id="{51C9C7E2-F4F1-420D-88E1-62F2A7BC64EE}"/>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0">
            <a:extLst xmlns:a="http://schemas.openxmlformats.org/drawingml/2006/main">
              <a:ext uri="{FF2B5EF4-FFF2-40B4-BE49-F238E27FC236}">
                <a16:creationId xmlns:a16="http://schemas.microsoft.com/office/drawing/2014/main" id="{D616DF12-F12D-4F89-BE2A-F5A3C233BF19}"/>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Language decisions</a:t>
            </a:r>
          </a:p>
        </p:txBody>
      </p:sp>
      <p:sp>
        <p:nvSpPr>
          <p:cNvPr id="8" name="station-answer-0">
            <a:extLst xmlns:a="http://schemas.openxmlformats.org/drawingml/2006/main">
              <a:ext uri="{FF2B5EF4-FFF2-40B4-BE49-F238E27FC236}">
                <a16:creationId xmlns:a16="http://schemas.microsoft.com/office/drawing/2014/main" id="{F6BEAF51-6593-4158-B949-6DCAF3DF8AF3}"/>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High-level code is usually easier to read and maintain, helping staff update the app.</a:t>
            </a:r>
          </a:p>
        </p:txBody>
      </p:sp>
      <p:sp>
        <p:nvSpPr>
          <p:cNvPr id="9" name="station-name-1">
            <a:extLst xmlns:a="http://schemas.openxmlformats.org/drawingml/2006/main">
              <a:ext uri="{FF2B5EF4-FFF2-40B4-BE49-F238E27FC236}">
                <a16:creationId xmlns:a16="http://schemas.microsoft.com/office/drawing/2014/main" id="{1C2437BA-61EC-4CC1-A291-672A28BCBD0B}"/>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Representations</a:t>
            </a:r>
          </a:p>
        </p:txBody>
      </p:sp>
      <p:sp>
        <p:nvSpPr>
          <p:cNvPr id="10" name="station-answer-1">
            <a:extLst xmlns:a="http://schemas.openxmlformats.org/drawingml/2006/main">
              <a:ext uri="{FF2B5EF4-FFF2-40B4-BE49-F238E27FC236}">
                <a16:creationId xmlns:a16="http://schemas.microsoft.com/office/drawing/2014/main" id="{2AD176F9-D05F-473B-8386-F181E623F611}"/>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Both closely relate to a processor instruction set, even though assembly uses readable mnemonics.</a:t>
            </a:r>
          </a:p>
        </p:txBody>
      </p:sp>
      <p:sp>
        <p:nvSpPr>
          <p:cNvPr id="11" name="station-name-2">
            <a:extLst xmlns:a="http://schemas.openxmlformats.org/drawingml/2006/main">
              <a:ext uri="{FF2B5EF4-FFF2-40B4-BE49-F238E27FC236}">
                <a16:creationId xmlns:a16="http://schemas.microsoft.com/office/drawing/2014/main" id="{D795BB1C-F6B4-4C53-AB97-8133E2500684}"/>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Translator choices</a:t>
            </a:r>
          </a:p>
        </p:txBody>
      </p:sp>
      <p:sp>
        <p:nvSpPr>
          <p:cNvPr id="12" name="station-answer-2">
            <a:extLst xmlns:a="http://schemas.openxmlformats.org/drawingml/2006/main">
              <a:ext uri="{FF2B5EF4-FFF2-40B4-BE49-F238E27FC236}">
                <a16:creationId xmlns:a16="http://schemas.microsoft.com/office/drawing/2014/main" id="{36B68946-29BE-4832-BBD8-102C229E46B8}"/>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An interpreter supports quick edit-and-run cycles without a separate whole-program compilation step.</a:t>
            </a:r>
          </a:p>
        </p:txBody>
      </p:sp>
    </p:spTree>
    <p:extLst>
      <p:ext uri="{BB962C8B-B14F-4D97-AF65-F5344CB8AC3E}">
        <p14:creationId xmlns:p14="http://schemas.microsoft.com/office/powerpoint/2010/main" val="853594405"/>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E51900B3-0610-4E01-90E0-77DC6FF3162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B0525AC8-4A6A-4190-909D-B5EB30CD836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ANSWERS</a:t>
            </a:r>
          </a:p>
        </p:txBody>
      </p:sp>
      <p:sp>
        <p:nvSpPr>
          <p:cNvPr id="3" name="heading">
            <a:extLst xmlns:a="http://schemas.openxmlformats.org/drawingml/2006/main">
              <a:ext uri="{FF2B5EF4-FFF2-40B4-BE49-F238E27FC236}">
                <a16:creationId xmlns:a16="http://schemas.microsoft.com/office/drawing/2014/main" id="{7AFF9494-BEC4-4AEA-BD48-105C969A58D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dbce1c68618461d"/>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8FF5AE6-5314-4952-A1CD-C9E9FC07E58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18</a:t>
            </a:r>
          </a:p>
        </p:txBody>
      </p:sp>
      <p:sp>
        <p:nvSpPr>
          <p:cNvPr id="6" name="check-stations">
            <a:extLst xmlns:a="http://schemas.openxmlformats.org/drawingml/2006/main">
              <a:ext uri="{FF2B5EF4-FFF2-40B4-BE49-F238E27FC236}">
                <a16:creationId xmlns:a16="http://schemas.microsoft.com/office/drawing/2014/main" id="{478BE9EE-4B04-4078-A860-876FCD869E9E}"/>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3">
            <a:extLst xmlns:a="http://schemas.openxmlformats.org/drawingml/2006/main">
              <a:ext uri="{FF2B5EF4-FFF2-40B4-BE49-F238E27FC236}">
                <a16:creationId xmlns:a16="http://schemas.microsoft.com/office/drawing/2014/main" id="{0F0EBA09-E83B-415E-AD99-3550F935C4E4}"/>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IDE evidence</a:t>
            </a:r>
          </a:p>
        </p:txBody>
      </p:sp>
      <p:sp>
        <p:nvSpPr>
          <p:cNvPr id="8" name="station-answer-3">
            <a:extLst xmlns:a="http://schemas.openxmlformats.org/drawingml/2006/main">
              <a:ext uri="{FF2B5EF4-FFF2-40B4-BE49-F238E27FC236}">
                <a16:creationId xmlns:a16="http://schemas.microsoft.com/office/drawing/2014/main" id="{8D150509-4F43-452B-BA18-B44519063679}"/>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Pause before the calculation with a breakpoint, inspect inputs, step over the line and inspect the total.</a:t>
            </a:r>
          </a:p>
        </p:txBody>
      </p:sp>
      <p:sp>
        <p:nvSpPr>
          <p:cNvPr id="9" name="station-name-4">
            <a:extLst xmlns:a="http://schemas.openxmlformats.org/drawingml/2006/main">
              <a:ext uri="{FF2B5EF4-FFF2-40B4-BE49-F238E27FC236}">
                <a16:creationId xmlns:a16="http://schemas.microsoft.com/office/drawing/2014/main" id="{F40CAFDA-7B28-4DDD-97A6-7FEB15E5ACB5}"/>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Interpreting a trace</a:t>
            </a:r>
          </a:p>
        </p:txBody>
      </p:sp>
      <p:sp>
        <p:nvSpPr>
          <p:cNvPr id="10" name="station-answer-4">
            <a:extLst xmlns:a="http://schemas.openxmlformats.org/drawingml/2006/main">
              <a:ext uri="{FF2B5EF4-FFF2-40B4-BE49-F238E27FC236}">
                <a16:creationId xmlns:a16="http://schemas.microsoft.com/office/drawing/2014/main" id="{DF6939EB-FAE7-4750-B799-6DB46BA86AA3}"/>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After addition: 13. After subtraction: 9.</a:t>
            </a:r>
          </a:p>
        </p:txBody>
      </p:sp>
      <p:sp>
        <p:nvSpPr>
          <p:cNvPr id="11" name="station-name-5">
            <a:extLst xmlns:a="http://schemas.openxmlformats.org/drawingml/2006/main">
              <a:ext uri="{FF2B5EF4-FFF2-40B4-BE49-F238E27FC236}">
                <a16:creationId xmlns:a16="http://schemas.microsoft.com/office/drawing/2014/main" id="{1F7890C8-2979-416E-AA29-BEE1AB3B05F4}"/>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Writing an explanation</a:t>
            </a:r>
          </a:p>
        </p:txBody>
      </p:sp>
      <p:sp>
        <p:nvSpPr>
          <p:cNvPr id="12" name="station-answer-5">
            <a:extLst xmlns:a="http://schemas.openxmlformats.org/drawingml/2006/main">
              <a:ext uri="{FF2B5EF4-FFF2-40B4-BE49-F238E27FC236}">
                <a16:creationId xmlns:a16="http://schemas.microsoft.com/office/drawing/2014/main" id="{07216969-988D-4AF8-B64A-611D4169CA0C}"/>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Use a breakpoint to pause near the faulty calculation, then inspect variable values to locate the error.</a:t>
            </a:r>
          </a:p>
        </p:txBody>
      </p:sp>
    </p:spTree>
    <p:extLst>
      <p:ext uri="{BB962C8B-B14F-4D97-AF65-F5344CB8AC3E}">
        <p14:creationId xmlns:p14="http://schemas.microsoft.com/office/powerpoint/2010/main" val="806977669"/>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9" name="footer background">
            <a:extLst xmlns:a="http://schemas.openxmlformats.org/drawingml/2006/main">
              <a:ext uri="{FF2B5EF4-FFF2-40B4-BE49-F238E27FC236}">
                <a16:creationId xmlns:a16="http://schemas.microsoft.com/office/drawing/2014/main" id="{4782CCF1-F8AC-4963-BE7C-39F589ECB86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DA98E84-19B5-4128-9F22-3EF63F2AE1F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CHECK</a:t>
            </a:r>
          </a:p>
        </p:txBody>
      </p:sp>
      <p:sp>
        <p:nvSpPr>
          <p:cNvPr id="3" name="heading">
            <a:extLst xmlns:a="http://schemas.openxmlformats.org/drawingml/2006/main">
              <a:ext uri="{FF2B5EF4-FFF2-40B4-BE49-F238E27FC236}">
                <a16:creationId xmlns:a16="http://schemas.microsoft.com/office/drawing/2014/main" id="{3D092674-2E5F-4365-B13E-1BCD7239359D}"/>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60d912d14b4489e"/>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371B726-81B4-4823-AF8C-B2AEE4C1C20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18</a:t>
            </a:r>
          </a:p>
        </p:txBody>
      </p:sp>
      <p:sp>
        <p:nvSpPr>
          <p:cNvPr id="6" name="star-key">
            <a:extLst xmlns:a="http://schemas.openxmlformats.org/drawingml/2006/main">
              <a:ext uri="{FF2B5EF4-FFF2-40B4-BE49-F238E27FC236}">
                <a16:creationId xmlns:a16="http://schemas.microsoft.com/office/drawing/2014/main" id="{4E2C5E58-B348-4B06-A627-247270C07C8A}"/>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choices and the reasons you gave.</a:t>
            </a:r>
          </a:p>
        </p:txBody>
      </p:sp>
      <p:sp>
        <p:nvSpPr>
          <p:cNvPr id="7" name="number-1">
            <a:extLst xmlns:a="http://schemas.openxmlformats.org/drawingml/2006/main">
              <a:ext uri="{FF2B5EF4-FFF2-40B4-BE49-F238E27FC236}">
                <a16:creationId xmlns:a16="http://schemas.microsoft.com/office/drawing/2014/main" id="{D13603A8-78DC-40B6-A8F6-04D146FD5290}"/>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
            </a:r>
          </a:p>
        </p:txBody>
      </p:sp>
      <p:sp>
        <p:nvSpPr>
          <p:cNvPr id="8" name="item-1">
            <a:extLst xmlns:a="http://schemas.openxmlformats.org/drawingml/2006/main">
              <a:ext uri="{FF2B5EF4-FFF2-40B4-BE49-F238E27FC236}">
                <a16:creationId xmlns:a16="http://schemas.microsoft.com/office/drawing/2014/main" id="{DA3F8A68-07AA-4136-A4C5-7B3C68E60649}"/>
              </a:ext>
            </a:extLst>
          </p:cNvPr>
          <p:cNvSpPr>
            <a:spLocks xmlns:a="http://schemas.openxmlformats.org/drawingml/2006/main" noGrp="1"/>
          </p:cNvSpPr>
          <p:nvPr/>
        </p:nvSpPr>
        <p:spPr>
          <a:xfrm xmlns:a="http://schemas.openxmlformats.org/drawingml/2006/main">
            <a:off x="1352550" y="2143125"/>
            <a:ext cx="99250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Quickly test frequent source changes: Interpreter. Maintain a frequently updated app: High-level language. Pause before a suspected faulty line: Breakpoint. Execute instructions directly on a compatible CPU: Machine code</a:t>
            </a:r>
          </a:p>
          <a:p xmlns:a="http://schemas.openxmlformats.org/drawingml/2006/main">
            <a:pPr algn="l">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
            </a:r>
          </a:p>
          <a:p xmlns:a="http://schemas.openxmlformats.org/drawingml/2006/main">
            <a:pPr algn="l">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Successful translation does not guarantee correct logic. Hardware compatibility matters for machine code</a:t>
            </a:r>
          </a:p>
        </p:txBody>
      </p:sp>
      <p:sp>
        <p:nvSpPr>
          <p:cNvPr id="9" name="number-2">
            <a:extLst xmlns:a="http://schemas.openxmlformats.org/drawingml/2006/main">
              <a:ext uri="{FF2B5EF4-FFF2-40B4-BE49-F238E27FC236}">
                <a16:creationId xmlns:a16="http://schemas.microsoft.com/office/drawing/2014/main" id="{D63D0CFC-FB29-4A55-9634-1938AE0CED54}"/>
              </a:ext>
            </a:extLst>
          </p:cNvPr>
          <p:cNvSpPr>
            <a:spLocks xmlns:a="http://schemas.openxmlformats.org/drawingml/2006/main" noGrp="1"/>
          </p:cNvSpPr>
          <p:nvPr/>
        </p:nvSpPr>
        <p:spPr>
          <a:xfrm xmlns:a="http://schemas.openxmlformats.org/drawingml/2006/main">
            <a:off x="723900" y="27432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
            </a:r>
          </a:p>
        </p:txBody>
      </p:sp>
      <p:sp>
        <p:nvSpPr>
          <p:cNvPr id="10" name="item-2">
            <a:extLst xmlns:a="http://schemas.openxmlformats.org/drawingml/2006/main">
              <a:ext uri="{FF2B5EF4-FFF2-40B4-BE49-F238E27FC236}">
                <a16:creationId xmlns:a16="http://schemas.microsoft.com/office/drawing/2014/main" id="{1AF0E8F5-58C1-4699-8D32-68538ACE647E}"/>
              </a:ext>
            </a:extLst>
          </p:cNvPr>
          <p:cNvSpPr>
            <a:spLocks xmlns:a="http://schemas.openxmlformats.org/drawingml/2006/main" noGrp="1"/>
          </p:cNvSpPr>
          <p:nvPr/>
        </p:nvSpPr>
        <p:spPr>
          <a:xfrm xmlns:a="http://schemas.openxmlformats.org/drawingml/2006/main">
            <a:off x="1352550" y="274320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
            </a:r>
          </a:p>
        </p:txBody>
      </p:sp>
      <p:sp>
        <p:nvSpPr>
          <p:cNvPr id="11" name="number-3">
            <a:extLst xmlns:a="http://schemas.openxmlformats.org/drawingml/2006/main">
              <a:ext uri="{FF2B5EF4-FFF2-40B4-BE49-F238E27FC236}">
                <a16:creationId xmlns:a16="http://schemas.microsoft.com/office/drawing/2014/main" id="{64A6377B-270D-4D04-B61F-A116A4C0FB93}"/>
              </a:ext>
            </a:extLst>
          </p:cNvPr>
          <p:cNvSpPr>
            <a:spLocks xmlns:a="http://schemas.openxmlformats.org/drawingml/2006/main" noGrp="1"/>
          </p:cNvSpPr>
          <p:nvPr/>
        </p:nvSpPr>
        <p:spPr>
          <a:xfrm xmlns:a="http://schemas.openxmlformats.org/drawingml/2006/main">
            <a:off x="723900" y="3381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
            </a:r>
          </a:p>
        </p:txBody>
      </p:sp>
      <p:sp>
        <p:nvSpPr>
          <p:cNvPr id="12" name="item-3">
            <a:extLst xmlns:a="http://schemas.openxmlformats.org/drawingml/2006/main">
              <a:ext uri="{FF2B5EF4-FFF2-40B4-BE49-F238E27FC236}">
                <a16:creationId xmlns:a16="http://schemas.microsoft.com/office/drawing/2014/main" id="{B2168BAC-D34D-4D09-BD22-C30743266ECA}"/>
              </a:ext>
            </a:extLst>
          </p:cNvPr>
          <p:cNvSpPr>
            <a:spLocks xmlns:a="http://schemas.openxmlformats.org/drawingml/2006/main" noGrp="1"/>
          </p:cNvSpPr>
          <p:nvPr/>
        </p:nvSpPr>
        <p:spPr>
          <a:xfrm xmlns:a="http://schemas.openxmlformats.org/drawingml/2006/main">
            <a:off x="1352550" y="338137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
            </a:r>
          </a:p>
        </p:txBody>
      </p:sp>
      <p:sp>
        <p:nvSpPr>
          <p:cNvPr id="13" name="number-4">
            <a:extLst xmlns:a="http://schemas.openxmlformats.org/drawingml/2006/main">
              <a:ext uri="{FF2B5EF4-FFF2-40B4-BE49-F238E27FC236}">
                <a16:creationId xmlns:a16="http://schemas.microsoft.com/office/drawing/2014/main" id="{DAD3008D-DBDD-4EB1-B9E0-42941BDA4EC1}"/>
              </a:ext>
            </a:extLst>
          </p:cNvPr>
          <p:cNvSpPr>
            <a:spLocks xmlns:a="http://schemas.openxmlformats.org/drawingml/2006/main" noGrp="1"/>
          </p:cNvSpPr>
          <p:nvPr/>
        </p:nvSpPr>
        <p:spPr>
          <a:xfrm xmlns:a="http://schemas.openxmlformats.org/drawingml/2006/main">
            <a:off x="723900" y="40195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
            </a:r>
          </a:p>
        </p:txBody>
      </p:sp>
      <p:sp>
        <p:nvSpPr>
          <p:cNvPr id="14" name="item-4">
            <a:extLst xmlns:a="http://schemas.openxmlformats.org/drawingml/2006/main">
              <a:ext uri="{FF2B5EF4-FFF2-40B4-BE49-F238E27FC236}">
                <a16:creationId xmlns:a16="http://schemas.microsoft.com/office/drawing/2014/main" id="{072DFA35-D5B3-464A-85A9-266225B79A1B}"/>
              </a:ext>
            </a:extLst>
          </p:cNvPr>
          <p:cNvSpPr>
            <a:spLocks xmlns:a="http://schemas.openxmlformats.org/drawingml/2006/main" noGrp="1"/>
          </p:cNvSpPr>
          <p:nvPr/>
        </p:nvSpPr>
        <p:spPr>
          <a:xfrm xmlns:a="http://schemas.openxmlformats.org/drawingml/2006/main">
            <a:off x="1352550" y="401955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
            </a:r>
          </a:p>
        </p:txBody>
      </p:sp>
      <p:sp>
        <p:nvSpPr>
          <p:cNvPr id="15" name="number-5">
            <a:extLst xmlns:a="http://schemas.openxmlformats.org/drawingml/2006/main">
              <a:ext uri="{FF2B5EF4-FFF2-40B4-BE49-F238E27FC236}">
                <a16:creationId xmlns:a16="http://schemas.microsoft.com/office/drawing/2014/main" id="{03F791EC-5D9B-433E-96F6-EF44C17A017B}"/>
              </a:ext>
            </a:extLst>
          </p:cNvPr>
          <p:cNvSpPr>
            <a:spLocks xmlns:a="http://schemas.openxmlformats.org/drawingml/2006/main" noGrp="1"/>
          </p:cNvSpPr>
          <p:nvPr/>
        </p:nvSpPr>
        <p:spPr>
          <a:xfrm xmlns:a="http://schemas.openxmlformats.org/drawingml/2006/main">
            <a:off x="723900" y="46577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
            </a:r>
          </a:p>
        </p:txBody>
      </p:sp>
      <p:sp>
        <p:nvSpPr>
          <p:cNvPr id="16" name="item-5">
            <a:extLst xmlns:a="http://schemas.openxmlformats.org/drawingml/2006/main">
              <a:ext uri="{FF2B5EF4-FFF2-40B4-BE49-F238E27FC236}">
                <a16:creationId xmlns:a16="http://schemas.microsoft.com/office/drawing/2014/main" id="{11146F44-2CCE-4536-BF13-60F44AE22B57}"/>
              </a:ext>
            </a:extLst>
          </p:cNvPr>
          <p:cNvSpPr>
            <a:spLocks xmlns:a="http://schemas.openxmlformats.org/drawingml/2006/main" noGrp="1"/>
          </p:cNvSpPr>
          <p:nvPr/>
        </p:nvSpPr>
        <p:spPr>
          <a:xfrm xmlns:a="http://schemas.openxmlformats.org/drawingml/2006/main">
            <a:off x="1352550" y="465772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
            </a:r>
          </a:p>
        </p:txBody>
      </p:sp>
      <p:sp>
        <p:nvSpPr>
          <p:cNvPr id="17" name="number-6">
            <a:extLst xmlns:a="http://schemas.openxmlformats.org/drawingml/2006/main">
              <a:ext uri="{FF2B5EF4-FFF2-40B4-BE49-F238E27FC236}">
                <a16:creationId xmlns:a16="http://schemas.microsoft.com/office/drawing/2014/main" id="{738F10DC-3C3F-4622-9638-0CD9ADB18BEA}"/>
              </a:ext>
            </a:extLst>
          </p:cNvPr>
          <p:cNvSpPr>
            <a:spLocks xmlns:a="http://schemas.openxmlformats.org/drawingml/2006/main" noGrp="1"/>
          </p:cNvSpPr>
          <p:nvPr/>
        </p:nvSpPr>
        <p:spPr>
          <a:xfrm xmlns:a="http://schemas.openxmlformats.org/drawingml/2006/main">
            <a:off x="723900" y="5295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
            </a:r>
          </a:p>
        </p:txBody>
      </p:sp>
      <p:sp>
        <p:nvSpPr>
          <p:cNvPr id="18" name="item-6">
            <a:extLst xmlns:a="http://schemas.openxmlformats.org/drawingml/2006/main">
              <a:ext uri="{FF2B5EF4-FFF2-40B4-BE49-F238E27FC236}">
                <a16:creationId xmlns:a16="http://schemas.microsoft.com/office/drawing/2014/main" id="{B4AC7286-B492-4B59-A29F-AA4F10A94008}"/>
              </a:ext>
            </a:extLst>
          </p:cNvPr>
          <p:cNvSpPr>
            <a:spLocks xmlns:a="http://schemas.openxmlformats.org/drawingml/2006/main" noGrp="1"/>
          </p:cNvSpPr>
          <p:nvPr/>
        </p:nvSpPr>
        <p:spPr>
          <a:xfrm xmlns:a="http://schemas.openxmlformats.org/drawingml/2006/main">
            <a:off x="1352550" y="529590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
            </a:r>
          </a:p>
        </p:txBody>
      </p:sp>
    </p:spTree>
    <p:extLst>
      <p:ext uri="{BB962C8B-B14F-4D97-AF65-F5344CB8AC3E}">
        <p14:creationId xmlns:p14="http://schemas.microsoft.com/office/powerpoint/2010/main" val="12291782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40BB8106-766C-4D11-B62C-A315B1DC982B}"/>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E93FE83-8B7D-4ED0-A507-D6DF7BF843B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PLENARY</a:t>
            </a:r>
          </a:p>
        </p:txBody>
      </p:sp>
      <p:sp>
        <p:nvSpPr>
          <p:cNvPr id="3" name="heading">
            <a:extLst xmlns:a="http://schemas.openxmlformats.org/drawingml/2006/main">
              <a:ext uri="{FF2B5EF4-FFF2-40B4-BE49-F238E27FC236}">
                <a16:creationId xmlns:a16="http://schemas.microsoft.com/office/drawing/2014/main" id="{2FAFAE26-D488-4C37-A08D-D8E5A9D057A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ec8aed46436477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3F7FA607-A51E-4EFD-8772-BFCA4D0AB31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18</a:t>
            </a:r>
          </a:p>
        </p:txBody>
      </p:sp>
      <p:sp>
        <p:nvSpPr>
          <p:cNvPr id="6" name="plenary-instruction">
            <a:extLst xmlns:a="http://schemas.openxmlformats.org/drawingml/2006/main">
              <a:ext uri="{FF2B5EF4-FFF2-40B4-BE49-F238E27FC236}">
                <a16:creationId xmlns:a16="http://schemas.microsoft.com/office/drawing/2014/main" id="{4DD4F8FC-DBBD-4F52-8BC4-1F8B4C27953F}"/>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7" name="a">
            <a:extLst xmlns:a="http://schemas.openxmlformats.org/drawingml/2006/main">
              <a:ext uri="{FF2B5EF4-FFF2-40B4-BE49-F238E27FC236}">
                <a16:creationId xmlns:a16="http://schemas.microsoft.com/office/drawing/2014/main" id="{9C6FAEDB-072B-436C-AA9C-D5832563BEAF}"/>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8" name="question-a">
            <a:extLst xmlns:a="http://schemas.openxmlformats.org/drawingml/2006/main">
              <a:ext uri="{FF2B5EF4-FFF2-40B4-BE49-F238E27FC236}">
                <a16:creationId xmlns:a16="http://schemas.microsoft.com/office/drawing/2014/main" id="{6B2BF4EA-272A-415D-B46E-43EF0DF1249C}"/>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A school will update its quiz app each week. Explain two reasons for choosing a high-level language. [4]</a:t>
            </a:r>
          </a:p>
        </p:txBody>
      </p:sp>
      <p:sp>
        <p:nvSpPr>
          <p:cNvPr id="9" name="b">
            <a:extLst xmlns:a="http://schemas.openxmlformats.org/drawingml/2006/main">
              <a:ext uri="{FF2B5EF4-FFF2-40B4-BE49-F238E27FC236}">
                <a16:creationId xmlns:a16="http://schemas.microsoft.com/office/drawing/2014/main" id="{9509E02A-7E28-413B-8372-24604E287879}"/>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10" name="question-b">
            <a:extLst xmlns:a="http://schemas.openxmlformats.org/drawingml/2006/main">
              <a:ext uri="{FF2B5EF4-FFF2-40B4-BE49-F238E27FC236}">
                <a16:creationId xmlns:a16="http://schemas.microsoft.com/office/drawing/2014/main" id="{EA1267F7-E672-4AB5-8CC0-CE07B6205750}"/>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Compare a compiler and an interpreter. [4]</a:t>
            </a:r>
          </a:p>
        </p:txBody>
      </p:sp>
    </p:spTree>
    <p:extLst>
      <p:ext uri="{BB962C8B-B14F-4D97-AF65-F5344CB8AC3E}">
        <p14:creationId xmlns:p14="http://schemas.microsoft.com/office/powerpoint/2010/main" val="1679400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5F1F2C14-4C50-48A4-9B67-A997A2622B3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DDB8B4A9-62FC-49C3-9E8B-2D91861551C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PLENARY</a:t>
            </a:r>
          </a:p>
        </p:txBody>
      </p:sp>
      <p:sp>
        <p:nvSpPr>
          <p:cNvPr id="3" name="heading">
            <a:extLst xmlns:a="http://schemas.openxmlformats.org/drawingml/2006/main">
              <a:ext uri="{FF2B5EF4-FFF2-40B4-BE49-F238E27FC236}">
                <a16:creationId xmlns:a16="http://schemas.microsoft.com/office/drawing/2014/main" id="{8C7269B5-94FA-4086-8755-DE73995D99F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3866c4eda0f4dc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9C331FB-3C6F-4EEC-BBEB-57203449B13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18</a:t>
            </a:r>
          </a:p>
        </p:txBody>
      </p:sp>
      <p:sp>
        <p:nvSpPr>
          <p:cNvPr id="6" name="from-memory">
            <a:extLst xmlns:a="http://schemas.openxmlformats.org/drawingml/2006/main">
              <a:ext uri="{FF2B5EF4-FFF2-40B4-BE49-F238E27FC236}">
                <a16:creationId xmlns:a16="http://schemas.microsoft.com/office/drawing/2014/main" id="{BDF8659F-4B53-45A1-96E8-35452E8FD8A1}"/>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7" name="c">
            <a:extLst xmlns:a="http://schemas.openxmlformats.org/drawingml/2006/main">
              <a:ext uri="{FF2B5EF4-FFF2-40B4-BE49-F238E27FC236}">
                <a16:creationId xmlns:a16="http://schemas.microsoft.com/office/drawing/2014/main" id="{629CF0F4-E195-43D7-9CCA-D8090133CAC6}"/>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8" name="question-c">
            <a:extLst xmlns:a="http://schemas.openxmlformats.org/drawingml/2006/main">
              <a:ext uri="{FF2B5EF4-FFF2-40B4-BE49-F238E27FC236}">
                <a16:creationId xmlns:a16="http://schemas.microsoft.com/office/drawing/2014/main" id="{2397C953-3257-449B-B101-570ACDF66B91}"/>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A bill is wrong even though the program runs. Explain how two IDE debugging facilities could help. [4]</a:t>
            </a:r>
          </a:p>
        </p:txBody>
      </p:sp>
      <p:sp>
        <p:nvSpPr>
          <p:cNvPr id="9" name="marks">
            <a:extLst xmlns:a="http://schemas.openxmlformats.org/drawingml/2006/main">
              <a:ext uri="{FF2B5EF4-FFF2-40B4-BE49-F238E27FC236}">
                <a16:creationId xmlns:a16="http://schemas.microsoft.com/office/drawing/2014/main" id="{B5E43C45-0F63-4BF1-AFCD-45A804E5515B}"/>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747531743"/>
      </p:ext>
    </p:extLst>
  </p:cSld>
</p:sld>
</file>

<file path=ppt/slides/slide1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footer background">
            <a:extLst xmlns:a="http://schemas.openxmlformats.org/drawingml/2006/main">
              <a:ext uri="{FF2B5EF4-FFF2-40B4-BE49-F238E27FC236}">
                <a16:creationId xmlns:a16="http://schemas.microsoft.com/office/drawing/2014/main" id="{69886798-8F0F-4B54-BAEC-A0540120CA80}"/>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D6D98F3-B670-4101-B9A9-2184D5A6ED7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CHECK</a:t>
            </a:r>
          </a:p>
        </p:txBody>
      </p:sp>
      <p:sp>
        <p:nvSpPr>
          <p:cNvPr id="3" name="heading">
            <a:extLst xmlns:a="http://schemas.openxmlformats.org/drawingml/2006/main">
              <a:ext uri="{FF2B5EF4-FFF2-40B4-BE49-F238E27FC236}">
                <a16:creationId xmlns:a16="http://schemas.microsoft.com/office/drawing/2014/main" id="{16C64587-B8D3-44DA-8AA8-1AB5AE6D8C2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ca63dcf241447c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EEFA3B3-6527-4E2D-9FE8-B1783E9B146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18</a:t>
            </a:r>
          </a:p>
        </p:txBody>
      </p:sp>
      <p:sp>
        <p:nvSpPr>
          <p:cNvPr id="6" name="scheme-intro">
            <a:extLst xmlns:a="http://schemas.openxmlformats.org/drawingml/2006/main">
              <a:ext uri="{FF2B5EF4-FFF2-40B4-BE49-F238E27FC236}">
                <a16:creationId xmlns:a16="http://schemas.microsoft.com/office/drawing/2014/main" id="{910FB56C-D13F-443C-831C-7EB54AF5BCFA}"/>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7" name="scheme-a">
            <a:extLst xmlns:a="http://schemas.openxmlformats.org/drawingml/2006/main">
              <a:ext uri="{FF2B5EF4-FFF2-40B4-BE49-F238E27FC236}">
                <a16:creationId xmlns:a16="http://schemas.microsoft.com/office/drawing/2014/main" id="{41502BD5-C47A-4406-827D-A550F44AB54E}"/>
              </a:ext>
            </a:extLst>
          </p:cNvPr>
          <p:cNvSpPr>
            <a:spLocks xmlns:a="http://schemas.openxmlformats.org/drawingml/2006/main" noGrp="1"/>
          </p:cNvSpPr>
          <p:nvPr/>
        </p:nvSpPr>
        <p:spPr>
          <a:xfrm xmlns:a="http://schemas.openxmlformats.org/drawingml/2006/main">
            <a:off x="723900" y="2333625"/>
            <a:ext cx="10572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Readable source helps staff understand the program. This makes frequent changes easier to maintain. Useful libraries can reduce how much code staff must write. This can reduce development time for new features.</a:t>
            </a:r>
          </a:p>
        </p:txBody>
      </p:sp>
      <p:sp>
        <p:nvSpPr>
          <p:cNvPr id="8" name="scheme-b">
            <a:extLst xmlns:a="http://schemas.openxmlformats.org/drawingml/2006/main">
              <a:ext uri="{FF2B5EF4-FFF2-40B4-BE49-F238E27FC236}">
                <a16:creationId xmlns:a16="http://schemas.microsoft.com/office/drawing/2014/main" id="{4030A590-8409-4747-8A49-22010C81BAB9}"/>
              </a:ext>
            </a:extLst>
          </p:cNvPr>
          <p:cNvSpPr>
            <a:spLocks xmlns:a="http://schemas.openxmlformats.org/drawingml/2006/main" noGrp="1"/>
          </p:cNvSpPr>
          <p:nvPr/>
        </p:nvSpPr>
        <p:spPr>
          <a:xfrm xmlns:a="http://schemas.openxmlformats.org/drawingml/2006/main">
            <a:off x="723900" y="4114800"/>
            <a:ext cx="10572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A compiler translates before the resulting program runs. An interpreter processes source during execution. Compiled target code can be run again without repeating source translation. Interpreted source requires its interpreter or execution runtime.</a:t>
            </a:r>
          </a:p>
        </p:txBody>
      </p:sp>
    </p:spTree>
    <p:extLst>
      <p:ext uri="{BB962C8B-B14F-4D97-AF65-F5344CB8AC3E}">
        <p14:creationId xmlns:p14="http://schemas.microsoft.com/office/powerpoint/2010/main" val="1446243750"/>
      </p:ext>
    </p:extLst>
  </p:cSld>
</p:sld>
</file>

<file path=ppt/slides/slide17.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E0081A4B-6AC1-4816-AF79-691B19F4BB8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8160FA52-8505-4663-AF29-746E3C6A1FF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CHECK</a:t>
            </a:r>
          </a:p>
        </p:txBody>
      </p:sp>
      <p:sp>
        <p:nvSpPr>
          <p:cNvPr id="3" name="heading">
            <a:extLst xmlns:a="http://schemas.openxmlformats.org/drawingml/2006/main">
              <a:ext uri="{FF2B5EF4-FFF2-40B4-BE49-F238E27FC236}">
                <a16:creationId xmlns:a16="http://schemas.microsoft.com/office/drawing/2014/main" id="{E723C30E-7C0B-4663-9CFD-AEBB0B68C7B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0896a7dddcb43d9"/>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BFCDE95E-15E9-4DFC-BCC0-8290133C078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18</a:t>
            </a:r>
          </a:p>
        </p:txBody>
      </p:sp>
      <p:sp>
        <p:nvSpPr>
          <p:cNvPr id="6" name="scheme-intro">
            <a:extLst xmlns:a="http://schemas.openxmlformats.org/drawingml/2006/main">
              <a:ext uri="{FF2B5EF4-FFF2-40B4-BE49-F238E27FC236}">
                <a16:creationId xmlns:a16="http://schemas.microsoft.com/office/drawing/2014/main" id="{367C08AF-7243-4EE2-AFA0-1DBD0A7CEA05}"/>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7" name="number-1">
            <a:extLst xmlns:a="http://schemas.openxmlformats.org/drawingml/2006/main">
              <a:ext uri="{FF2B5EF4-FFF2-40B4-BE49-F238E27FC236}">
                <a16:creationId xmlns:a16="http://schemas.microsoft.com/office/drawing/2014/main" id="{C971BC91-2C30-4670-9E94-EB7BAD54B38F}"/>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38BA7518-F976-4AA8-9FBD-9CA4E93E39BC}"/>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breakpoint pauses execution near the calculation.</a:t>
            </a:r>
          </a:p>
        </p:txBody>
      </p:sp>
      <p:sp>
        <p:nvSpPr>
          <p:cNvPr id="9" name="number-2">
            <a:extLst xmlns:a="http://schemas.openxmlformats.org/drawingml/2006/main">
              <a:ext uri="{FF2B5EF4-FFF2-40B4-BE49-F238E27FC236}">
                <a16:creationId xmlns:a16="http://schemas.microsoft.com/office/drawing/2014/main" id="{4CE5C16C-95D9-4554-BC9D-0CB5CA0D096D}"/>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C4346348-B81F-437B-A07E-C9085E2ACEFA}"/>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This allows inspection before or after the suspected operation.</a:t>
            </a:r>
          </a:p>
        </p:txBody>
      </p:sp>
      <p:sp>
        <p:nvSpPr>
          <p:cNvPr id="11" name="number-3">
            <a:extLst xmlns:a="http://schemas.openxmlformats.org/drawingml/2006/main">
              <a:ext uri="{FF2B5EF4-FFF2-40B4-BE49-F238E27FC236}">
                <a16:creationId xmlns:a16="http://schemas.microsoft.com/office/drawing/2014/main" id="{DBDD63D3-A34B-4614-BC00-7470B22F215A}"/>
              </a:ext>
            </a:extLst>
          </p:cNvPr>
          <p:cNvSpPr>
            <a:spLocks xmlns:a="http://schemas.openxmlformats.org/drawingml/2006/main" noGrp="1"/>
          </p:cNvSpPr>
          <p:nvPr/>
        </p:nvSpPr>
        <p:spPr>
          <a:xfrm xmlns:a="http://schemas.openxmlformats.org/drawingml/2006/main">
            <a:off x="723900" y="46958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AAD983A1-375A-4785-BE52-216AFD70B1D1}"/>
              </a:ext>
            </a:extLst>
          </p:cNvPr>
          <p:cNvSpPr>
            <a:spLocks xmlns:a="http://schemas.openxmlformats.org/drawingml/2006/main" noGrp="1"/>
          </p:cNvSpPr>
          <p:nvPr/>
        </p:nvSpPr>
        <p:spPr>
          <a:xfrm xmlns:a="http://schemas.openxmlformats.org/drawingml/2006/main">
            <a:off x="1352550" y="46958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variable watch shows current input or result values. Comparing these with expected values helps locate the fault.</a:t>
            </a:r>
          </a:p>
        </p:txBody>
      </p:sp>
    </p:spTree>
    <p:extLst>
      <p:ext uri="{BB962C8B-B14F-4D97-AF65-F5344CB8AC3E}">
        <p14:creationId xmlns:p14="http://schemas.microsoft.com/office/powerpoint/2010/main" val="5896523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ooter background">
            <a:extLst xmlns:a="http://schemas.openxmlformats.org/drawingml/2006/main">
              <a:ext uri="{FF2B5EF4-FFF2-40B4-BE49-F238E27FC236}">
                <a16:creationId xmlns:a16="http://schemas.microsoft.com/office/drawing/2014/main" id="{A368A0EC-80FD-4672-B2B2-DBDF6094DD6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94A4DF14-4035-4380-8761-948455E2AF8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2.5   /   LESSON 05   /   SELF-CHECK</a:t>
            </a:r>
          </a:p>
        </p:txBody>
      </p:sp>
      <p:sp>
        <p:nvSpPr>
          <p:cNvPr id="3" name="heading">
            <a:extLst xmlns:a="http://schemas.openxmlformats.org/drawingml/2006/main">
              <a:ext uri="{FF2B5EF4-FFF2-40B4-BE49-F238E27FC236}">
                <a16:creationId xmlns:a16="http://schemas.microsoft.com/office/drawing/2014/main" id="{86131C61-4DE8-4ADA-AA38-AF5838A84CD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575ac7587ba4f0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6D9F0318-AD5A-451A-9E2A-0B42908DA4E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18</a:t>
            </a:r>
          </a:p>
        </p:txBody>
      </p:sp>
      <p:sp>
        <p:nvSpPr>
          <p:cNvPr id="6" name="confidence-instruction">
            <a:extLst xmlns:a="http://schemas.openxmlformats.org/drawingml/2006/main">
              <a:ext uri="{FF2B5EF4-FFF2-40B4-BE49-F238E27FC236}">
                <a16:creationId xmlns:a16="http://schemas.microsoft.com/office/drawing/2014/main" id="{21CCFCB5-9EEF-4D0C-ACC8-C2D3D4C2A812}"/>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7" name="number-1">
            <a:extLst xmlns:a="http://schemas.openxmlformats.org/drawingml/2006/main">
              <a:ext uri="{FF2B5EF4-FFF2-40B4-BE49-F238E27FC236}">
                <a16:creationId xmlns:a16="http://schemas.microsoft.com/office/drawing/2014/main" id="{1445CA78-BAE2-4623-A518-59C7169A114E}"/>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B9CB63FA-CF41-41AC-AAF6-A489CFF3BDC7}"/>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Recall language levels and translator behaviour.</a:t>
            </a:r>
          </a:p>
        </p:txBody>
      </p:sp>
      <p:sp>
        <p:nvSpPr>
          <p:cNvPr id="9" name="number-2">
            <a:extLst xmlns:a="http://schemas.openxmlformats.org/drawingml/2006/main">
              <a:ext uri="{FF2B5EF4-FFF2-40B4-BE49-F238E27FC236}">
                <a16:creationId xmlns:a16="http://schemas.microsoft.com/office/drawing/2014/main" id="{BF24F2CF-D0BF-433B-A4BD-27BA20302E02}"/>
              </a:ext>
            </a:extLst>
          </p:cNvPr>
          <p:cNvSpPr>
            <a:spLocks xmlns:a="http://schemas.openxmlformats.org/drawingml/2006/main" noGrp="1"/>
          </p:cNvSpPr>
          <p:nvPr/>
        </p:nvSpPr>
        <p:spPr>
          <a:xfrm xmlns:a="http://schemas.openxmlformats.org/drawingml/2006/main">
            <a:off x="723900" y="3343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2EBB092A-60CB-4087-9DD4-5443676B62B1}"/>
              </a:ext>
            </a:extLst>
          </p:cNvPr>
          <p:cNvSpPr>
            <a:spLocks xmlns:a="http://schemas.openxmlformats.org/drawingml/2006/main" noGrp="1"/>
          </p:cNvSpPr>
          <p:nvPr/>
        </p:nvSpPr>
        <p:spPr>
          <a:xfrm xmlns:a="http://schemas.openxmlformats.org/drawingml/2006/main">
            <a:off x="1352550" y="3343275"/>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Select IDE tools for specific problems.</a:t>
            </a:r>
          </a:p>
        </p:txBody>
      </p:sp>
      <p:sp>
        <p:nvSpPr>
          <p:cNvPr id="11" name="number-3">
            <a:extLst xmlns:a="http://schemas.openxmlformats.org/drawingml/2006/main">
              <a:ext uri="{FF2B5EF4-FFF2-40B4-BE49-F238E27FC236}">
                <a16:creationId xmlns:a16="http://schemas.microsoft.com/office/drawing/2014/main" id="{43B035FB-801C-4E05-87F1-800820CE7314}"/>
              </a:ext>
            </a:extLst>
          </p:cNvPr>
          <p:cNvSpPr>
            <a:spLocks xmlns:a="http://schemas.openxmlformats.org/drawingml/2006/main" noGrp="1"/>
          </p:cNvSpPr>
          <p:nvPr/>
        </p:nvSpPr>
        <p:spPr>
          <a:xfrm xmlns:a="http://schemas.openxmlformats.org/drawingml/2006/main">
            <a:off x="723900" y="4171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02E48C22-31AC-4A31-87AE-D3A00B3F1936}"/>
              </a:ext>
            </a:extLst>
          </p:cNvPr>
          <p:cNvSpPr>
            <a:spLocks xmlns:a="http://schemas.openxmlformats.org/drawingml/2006/main" noGrp="1"/>
          </p:cNvSpPr>
          <p:nvPr/>
        </p:nvSpPr>
        <p:spPr>
          <a:xfrm xmlns:a="http://schemas.openxmlformats.org/drawingml/2006/main">
            <a:off x="1352550" y="41719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Write explanations linked to the needs of a scenario.</a:t>
            </a:r>
          </a:p>
        </p:txBody>
      </p:sp>
      <p:sp>
        <p:nvSpPr>
          <p:cNvPr id="13" name="number-4">
            <a:extLst xmlns:a="http://schemas.openxmlformats.org/drawingml/2006/main">
              <a:ext uri="{FF2B5EF4-FFF2-40B4-BE49-F238E27FC236}">
                <a16:creationId xmlns:a16="http://schemas.microsoft.com/office/drawing/2014/main" id="{CE4EAE46-F751-4F69-9E68-CFF078A99A53}"/>
              </a:ext>
            </a:extLst>
          </p:cNvPr>
          <p:cNvSpPr>
            <a:spLocks xmlns:a="http://schemas.openxmlformats.org/drawingml/2006/main" noGrp="1"/>
          </p:cNvSpPr>
          <p:nvPr/>
        </p:nvSpPr>
        <p:spPr>
          <a:xfrm xmlns:a="http://schemas.openxmlformats.org/drawingml/2006/main">
            <a:off x="723900" y="50006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
            </a:r>
          </a:p>
        </p:txBody>
      </p:sp>
      <p:sp>
        <p:nvSpPr>
          <p:cNvPr id="14" name="item-4">
            <a:extLst xmlns:a="http://schemas.openxmlformats.org/drawingml/2006/main">
              <a:ext uri="{FF2B5EF4-FFF2-40B4-BE49-F238E27FC236}">
                <a16:creationId xmlns:a16="http://schemas.microsoft.com/office/drawing/2014/main" id="{F71661C6-7DB3-4EC1-B1E5-D88C7A61282B}"/>
              </a:ext>
            </a:extLst>
          </p:cNvPr>
          <p:cNvSpPr>
            <a:spLocks xmlns:a="http://schemas.openxmlformats.org/drawingml/2006/main" noGrp="1"/>
          </p:cNvSpPr>
          <p:nvPr/>
        </p:nvSpPr>
        <p:spPr>
          <a:xfrm xmlns:a="http://schemas.openxmlformats.org/drawingml/2006/main">
            <a:off x="1352550" y="5000625"/>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
            </a:r>
          </a:p>
        </p:txBody>
      </p:sp>
    </p:spTree>
    <p:extLst>
      <p:ext uri="{BB962C8B-B14F-4D97-AF65-F5344CB8AC3E}">
        <p14:creationId xmlns:p14="http://schemas.microsoft.com/office/powerpoint/2010/main" val="4799295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2026-09-26T07:59:27.0500000Z</dcterms:created>
  <dcterms:modified xsi:type="dcterms:W3CDTF">2026-09-26T07:59:27.0500000Z</dcterms:modified>
</coreProperties>
</file>
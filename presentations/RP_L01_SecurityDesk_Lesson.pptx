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 Security desk.
Open the experience at revise360.co.uk and hand out RP_L01_SecurityDesk_Worksheet.docx.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Defensive design.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Type check.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Range check.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Presence check.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Format and length checks.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Whitelists and blacklists.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Checks that something has been entered.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4, Presence check, and work through its example again, aloud, with the class watching, then re-ask this question.
The course's own response to a wrong answer here: It rejects empty input.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(rp-l01-s4-c1),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2.3 Producing robust programs  |  Lesson 1</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Security desk</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Nothing gets into the program without passing the security desk. Learn the validation checks programmers use to make sure input data is sensible before it's processed.</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2  |  Computational thinking, algorithms and programming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How can a programmer make sure a program copes with anything a user types?</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what is meant by defensive design when writing programs</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why input validation is necessary</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a range of validation techniques used to write robust programs</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2798064"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279806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Defensive design</a:t>
            </a:r>
            <a:endParaRPr lang="en-US" sz="1200" dirty="0"/>
          </a:p>
        </p:txBody>
      </p:sp>
      <p:sp>
        <p:nvSpPr>
          <p:cNvPr id="19" name="Shape 17"/>
          <p:cNvSpPr/>
          <p:nvPr/>
        </p:nvSpPr>
        <p:spPr>
          <a:xfrm>
            <a:off x="3474720" y="5468112"/>
            <a:ext cx="1920240"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3474720" y="5468112"/>
            <a:ext cx="19202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Validation</a:t>
            </a:r>
            <a:endParaRPr lang="en-US" sz="1200" dirty="0"/>
          </a:p>
        </p:txBody>
      </p:sp>
      <p:sp>
        <p:nvSpPr>
          <p:cNvPr id="21" name="Shape 19"/>
          <p:cNvSpPr/>
          <p:nvPr/>
        </p:nvSpPr>
        <p:spPr>
          <a:xfrm>
            <a:off x="5522976" y="5468112"/>
            <a:ext cx="1920240"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5522976" y="5468112"/>
            <a:ext cx="19202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Type check</a:t>
            </a:r>
            <a:endParaRPr lang="en-US" sz="1200" dirty="0"/>
          </a:p>
        </p:txBody>
      </p:sp>
      <p:sp>
        <p:nvSpPr>
          <p:cNvPr id="23" name="Shape 21"/>
          <p:cNvSpPr/>
          <p:nvPr/>
        </p:nvSpPr>
        <p:spPr>
          <a:xfrm>
            <a:off x="7571232" y="5468112"/>
            <a:ext cx="2066544"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7571232" y="5468112"/>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Range check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A club membership form asks for a name, a date of birth and a mobile number. For each field, write down one check the program should make before it accepts the data.</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Security desk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Defensive design</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Designing a program so it can't be broken by mistakes or deliberate misuse.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Includes input validation, authentication, anticipating misuse and maintainable code.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Assume users will do something unexpected.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List three things that could go wrong if a program trusted every input.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Defensive design means...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Type check</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Checks the data is the correct data type, such as a whole number rather than text.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Stops a program crashing when it tries to do maths with text.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inputs on a sign-up form need a type check?</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type check makes sure...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Range check</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Checks data falls within acceptable limits, such as 1 to 3.</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Anything outside the range is rejected.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Suggest a sensible range check for a month and for a percentage score.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range check makes sure...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Presence check</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Checks that some data has been entered.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Stops required fields, like a username, being left blank.</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fields on a sign-up form must have a presence check?</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presence check makes sure...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Format and length checks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format check makes sure data matches a pattern, such as DD/MM/YYYY or a postcode.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length check makes sure data has the right number of characters, such as 11 digits for a mobile number.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Describe a format check and a length check for a UK postcode.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format check... A length check...</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Whitelists and blacklists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whitelist stores the only inputs a program should accept, e.g. A, B and C.</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blacklist stores inputs a program should reject, e.g. illegal characters in file names.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string can be cast to a number after it has been checked.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Would you use a whitelist or a blacklist for a menu with options A, B and C? Why?</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whitelist... A blacklist...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What does a presence check do?</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Checks the length</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Checks the user is present in the room</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Checks that something has been entered</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Checks the data type</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Date checks</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A club membership form checks a date of birth in the format DD/MM/YYYY. Tap the star and sort each rule into the type of check it is.</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Valid isn't correct</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Validation checks data is sensible, not true. A birthday of 01/01/2000 passes every check even if it's wrong. Asking twice, called verification, helps catch that.</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Leap years</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year is a leap year if it divides by 4, except century years, which must divide by 400. So 2000 was a leap year, but 1900 wasn't.</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Double checking</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Websites usually validate in your browser for speed, then again on the server, because a clever user can skip the browser's checks.</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Postcodes</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UK postcodes follow patterns like LLN NLL or LLNN NLL, where L is a letter and N a number. A format check can test for this.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Describe what input validation is and why programmers use it.</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form asks for a UK mobile number. Describe two validation checks it should make, and say what each one catches.</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Explain the difference between a range check and a type check, using an example of each.</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What defensive design means</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Why input validation is necessary</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The five types of validation check</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Security desk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2.3 Producing robust programs  |  Lesson 1 — Security desk</dc:title>
  <dc:subject>OCR J277 GCSE Computer Science</dc:subject>
  <dc:creator>Revise 360 Ltd</dc:creator>
  <cp:lastModifiedBy>Revise 360 Ltd</cp:lastModifiedBy>
  <cp:revision>1</cp:revision>
  <dcterms:created xsi:type="dcterms:W3CDTF">2026-10-03T17:08:50Z</dcterms:created>
  <dcterms:modified xsi:type="dcterms:W3CDTF">2026-10-03T17:08:50Z</dcterms:modified>
</cp:coreProperties>
</file>
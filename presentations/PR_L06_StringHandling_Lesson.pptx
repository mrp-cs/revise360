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String handling.
Open the experience at revise360.co.uk and hand out PR_L06_StringHandling_Worksheet.docx.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 handling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Work through the six stations and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String handling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a slice the first number is included and the second one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put two words into the same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methods answer the commonest search questions on their own: startswith() and...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adding 1 to the letter itself, when it is the code that has to be added to.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a given one?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 over the original.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build a reversed copy of a word one character at a time?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as forwards is called a...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called word holds LANTERN.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word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len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word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prints how many of its characters are capital letters.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word and prints palindrome when it reads the same both ways once capitals are ignored, and not a palindrome when it does not.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String handling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String handling</dc:title>
  <dc:subject>OCR J277 GCSE Computer Science</dc:subject>
  <dc:creator>Revise 360 Ltd</dc:creator>
  <cp:lastModifiedBy>Revise 360 Ltd</cp:lastModifiedBy>
  <cp:revision>1</cp:revision>
  <dcterms:created xsi:type="dcterms:W3CDTF">2026-10-03T10:21:23Z</dcterms:created>
  <dcterms:modified xsi:type="dcterms:W3CDTF">2026-10-03T10:21:23Z</dcterms:modified>
</cp:coreProperties>
</file>
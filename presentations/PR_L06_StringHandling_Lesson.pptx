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String handling.
Open the experience at revise360.co.uk and hand out PR_L06_StringHandling_Worksheet.docx.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 handling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String handling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String handling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String handling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
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6: String handling.
Open the experience at revise360.co.uk and hand out PR_L06_StringHandling_Worksheet.docx.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 the objectives, then go straight into the starter. Devices stay away for the first five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Silent start. Take two or three answers before moving on: this is where misconceptions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 on writing before tapping. That single rule is the difference between revision and a quiz game.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1: Length and position.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2: Taking part of a string.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3: Upper and lower case.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4: Searching inside text.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5: Character codes.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Station 6: Putting it together. Students read this wall in the experience, write the key fact and the challenge answer, then answer the questions at the badge.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them commit to an answer on paper before they tap the star. Guessing first costs them the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as a settler, or as something for early finishers to read in the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Timed and silent. Mark against the answer sheet, then ask students to record their weakest 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copy their score-screen breakdown onto the worksheet, then rate themselves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4173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B94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 handling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is the data programs handle most, and Python has a tool for every part of it. Work through the six stations and you will measure, cut, compare and search strings.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31750">
            <a:solidFill>
              <a:srgbClr val="2D63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 Python course  |  Beyond the OCR J277 specification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the end of this lesson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are the characters of a string numbered from 0 rather than from 1?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965960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find the length of a string and the character at a given position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898648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Understand how a slice takes part of a string, and why its end position is left out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3831336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8313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831336"/>
            <a:ext cx="10332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Know how to change case, search inside text, and move between a character and its code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084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Key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5468112"/>
            <a:ext cx="1335024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5468112"/>
            <a:ext cx="13350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011680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011680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2841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32841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Index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45152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645152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61888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61888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571232" y="5468112"/>
            <a:ext cx="148132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71232" y="5468112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lower()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180576" y="5468112"/>
            <a:ext cx="118872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80576" y="54681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ord()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57200"/>
            <a:ext cx="2103120" cy="457200"/>
          </a:xfrm>
          <a:prstGeom prst="roundRect">
            <a:avLst>
              <a:gd name="adj" fmla="val 20000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57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STARTER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78892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minutes, on paper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234440"/>
            <a:ext cx="1115568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645920"/>
            <a:ext cx="10149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variable word holds Cavendish. Write down what each of these gives: len(word), word[0], word[0:4], word[-1] and word.upper().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709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devices yet. Write your answer on the worksheet before anyone talks.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Into the experience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String handling on revise360.co.uk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18562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Look around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1488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Six numbered stations are arranged around you. Turn right for 1 and 2, around for 3 and 4, left for 5 and 6.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898648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2898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28803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before you type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1729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task and its brief. Work out the inputs, what happens to them, and exactly what is printed.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22776"/>
            <a:ext cx="566928" cy="566928"/>
          </a:xfrm>
          <a:prstGeom prst="ellipse">
            <a:avLst/>
          </a:prstGeom>
          <a:solidFill>
            <a:srgbClr val="08A6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9227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904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it and run it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Type the program in the editor and press Run to see what it does. Then press Check to mark it against the tests.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946904"/>
            <a:ext cx="566928" cy="566928"/>
          </a:xfrm>
          <a:prstGeom prst="ellipse">
            <a:avLst/>
          </a:prstGeom>
          <a:solidFill>
            <a:srgbClr val="F4B94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4690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92861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the failures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52212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test that fails tells you what was expected and what came out. Fix and run it again - that is what programmers do.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Length and position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 gives the number of characters in a string, spaces included.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Characters are numbered from 0, so the last one sits at len() - 1.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asking for position len(), which is one past the end and stops the program.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position holds the last character of a six-letter word?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negative index counts from the end, so word[-1] is always the...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Taking part of a string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slice takes a run of characters, so word[0:3] gives the first three.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first number is included and the second is not, exactly like range().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expecting word[0:3] to give four characters rather than three.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slice gives everything except the first and last characters?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a slice the first number is included and the second one is...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 and lower case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upper() and lower() hand back a new string and leave the original untouched.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Comparing two strings in the same case ignores how they happened to be typed.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calling lower() but never storing or using what it gives back.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does a program put two words into the same case before deciding they match?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Strings are compared by character code, so in Python every capital sorts before every...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inside text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tests whether one string appears anywhere inside another.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find() gives the position it starts at, or -1 when it is not there at all.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treating find()'s 0 as 'not found', when 0 means the very start.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can a program tell 'not found' apart from 'found at the start'?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methods answer the commonest search questions on their own: startswith() and...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Character codes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character is stored as a number, and ord() gives that number.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chr() goes the other way, turning a code back into its character.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adding 1 to the letter itself, when it is the code that has to be added to.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work out the letter that comes after a given one?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is 65 and a is 97, so the gap between a capital and its small letter is always...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623620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D9DEE7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Station 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438912"/>
            <a:ext cx="566928" cy="566928"/>
          </a:xfrm>
          <a:prstGeom prst="ellipse">
            <a:avLst/>
          </a:prstGeom>
          <a:solidFill>
            <a:srgbClr val="2D63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438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411480"/>
            <a:ext cx="10424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Putting it together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70408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6002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a new string one character at a time inside a loop over the original.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isalpha() and isdigit() sort the letters from the digits as you go.</a:t>
            </a:r>
            <a:endParaRPr lang="en-US" sz="17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Common mistake: trying to change one character in place, when a string cannot be edited.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8181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183880" y="1874520"/>
            <a:ext cx="3154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would you build a reversed copy of a word one character at a time?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54880"/>
            <a:ext cx="11155680" cy="777240"/>
          </a:xfrm>
          <a:prstGeom prst="roundRect">
            <a:avLst>
              <a:gd name="adj" fmla="val 11765"/>
            </a:avLst>
          </a:prstGeom>
          <a:solidFill>
            <a:srgbClr val="EEF2FB"/>
          </a:solidFill>
          <a:ln w="12700">
            <a:solidFill>
              <a:srgbClr val="2D63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75488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your worksheet:  </a:t>
            </a:r>
            <a:pPr indent="0" marL="0">
              <a:buNone/>
            </a:pPr>
            <a:r>
              <a:rPr lang="en-US" sz="16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word that reads the same backwards as forwards is called a...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438912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4B9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4389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★  FINAL CHALLENGE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does it give?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33172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variable called word holds LANTERN. Tap the star and match each piece of Python to what it gives back.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 paper first, then look down and test it.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Worth knowing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information markers dotted around the room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Spaces count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len() counts every character, so a space, a comma and a full stop each add one to the length.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3796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ends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39572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slice can leave a number out: word[:3] starts at the beginning and word[3:] runs to the end.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2D63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63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is changed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upper() does not change the original - it hands back a new string. Strings in Python cannot be edited in place.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39496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37960" y="39776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fairly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4361688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search without caring about capitals, lower() both the text and the thing you are looking for before you search.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Exam practice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Devices away. Answer from memory on the worksheet.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38528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program tries to print the last character of a word with print(word[len(word)]) and stops with an error. Explain why it fails, and write the line corrected.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515600" y="2130552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0" y="2130552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[3]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127248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3236976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line of text and prints how many of its characters are capital letters.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0" y="3429000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0" y="3429000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[4]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4425696"/>
            <a:ext cx="111556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535424"/>
            <a:ext cx="94183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program that reads a word and prints palindrome when it reads the same both ways once capitals are ignored, and not a palindrome when it does not.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0515600" y="4727448"/>
            <a:ext cx="868680" cy="493776"/>
          </a:xfrm>
          <a:prstGeom prst="roundRect">
            <a:avLst>
              <a:gd name="adj" fmla="val 18519"/>
            </a:avLst>
          </a:prstGeom>
          <a:solidFill>
            <a:srgbClr val="EE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515600" y="4727448"/>
            <a:ext cx="868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3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[5]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2D63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6236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programming  |  Lesson 6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9326880" y="62362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Revise 360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411480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you go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170432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Rate yourself on each of these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19202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Using len() and an index on a string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595360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674352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74352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753344" y="206654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753344" y="206654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88036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88036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Taking a slice out of a string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5360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595360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74352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74352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0753344" y="302666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753344" y="302666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2920" y="3840480"/>
            <a:ext cx="786384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5875">
            <a:solidFill>
              <a:srgbClr val="D9DEE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384048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01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Searching text and using ord() and chr()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8595360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08A6A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595360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8A6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674352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74352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753344" y="3986784"/>
            <a:ext cx="987552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5875">
            <a:solidFill>
              <a:srgbClr val="E2574C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753344" y="3986784"/>
            <a:ext cx="9875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57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Focus here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708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Anything marked Focus here: reopen String handling and use review mode on the questions you got wrong.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Revise 360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programming  |  Lesson 6 — String handling</dc:title>
  <dc:subject>OCR J277 GCSE Computer Science</dc:subject>
  <dc:creator>Revise 360 Ltd</dc:creator>
  <cp:lastModifiedBy>Revise 360 Ltd</cp:lastModifiedBy>
  <cp:revision>1</cp:revision>
  <dcterms:created xsi:type="dcterms:W3CDTF">2026-10-02T16:28:29Z</dcterms:created>
  <dcterms:modified xsi:type="dcterms:W3CDTF">2026-10-02T16:28:29Z</dcterms:modified>
</cp:coreProperties>
</file>
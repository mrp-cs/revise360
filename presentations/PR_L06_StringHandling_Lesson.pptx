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String handling.
Open the experience at revise360.co.uk and hand out PR_L06_StringHandling_Worksheet.docx.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Length and position.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Taking part of a string.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Upper and lower case.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Searching inside text.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Character codes.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4
-1.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Searching inside text, and work through its example again, aloud, with the class watching, then re-ask this question.
The course's own response to a wrong answer here: wet and the space fill positions 0 to 3, so paint starts at 4. A word that is not there gives -1.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(pr-l06-s4-c2),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6</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String handling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Text is the data programs handle most, and Python has a tool for every part of it. Work through the six stations and you will measure, cut, compare and search strings.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are the characters of a string numbered from 0 rather than from 1?</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find the length of a string and the character at a given position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slice takes part of a string, and why its end position is left out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change case, search inside text, and move between a character and its code</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335024"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String</a:t>
            </a:r>
            <a:endParaRPr lang="en-US" sz="1200" dirty="0"/>
          </a:p>
        </p:txBody>
      </p:sp>
      <p:sp>
        <p:nvSpPr>
          <p:cNvPr id="19" name="Shape 17"/>
          <p:cNvSpPr/>
          <p:nvPr/>
        </p:nvSpPr>
        <p:spPr>
          <a:xfrm>
            <a:off x="2011680" y="5468112"/>
            <a:ext cx="118872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0116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len()</a:t>
            </a:r>
            <a:endParaRPr lang="en-US" sz="1200" dirty="0"/>
          </a:p>
        </p:txBody>
      </p:sp>
      <p:sp>
        <p:nvSpPr>
          <p:cNvPr id="21" name="Shape 19"/>
          <p:cNvSpPr/>
          <p:nvPr/>
        </p:nvSpPr>
        <p:spPr>
          <a:xfrm>
            <a:off x="3328416"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328416"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Index</a:t>
            </a:r>
            <a:endParaRPr lang="en-US" sz="1200" dirty="0"/>
          </a:p>
        </p:txBody>
      </p:sp>
      <p:sp>
        <p:nvSpPr>
          <p:cNvPr id="23" name="Shape 21"/>
          <p:cNvSpPr/>
          <p:nvPr/>
        </p:nvSpPr>
        <p:spPr>
          <a:xfrm>
            <a:off x="4645152"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645152"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Slice</a:t>
            </a:r>
            <a:endParaRPr lang="en-US" sz="1200" dirty="0"/>
          </a:p>
        </p:txBody>
      </p:sp>
      <p:sp>
        <p:nvSpPr>
          <p:cNvPr id="25" name="Shape 23"/>
          <p:cNvSpPr/>
          <p:nvPr/>
        </p:nvSpPr>
        <p:spPr>
          <a:xfrm>
            <a:off x="5961888"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596188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upper()</a:t>
            </a:r>
            <a:endParaRPr lang="en-US" sz="1200" dirty="0"/>
          </a:p>
        </p:txBody>
      </p:sp>
      <p:sp>
        <p:nvSpPr>
          <p:cNvPr id="27" name="Shape 25"/>
          <p:cNvSpPr/>
          <p:nvPr/>
        </p:nvSpPr>
        <p:spPr>
          <a:xfrm>
            <a:off x="7571232" y="5468112"/>
            <a:ext cx="1481328"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71232"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lower()</a:t>
            </a:r>
            <a:endParaRPr lang="en-US" sz="1200" dirty="0"/>
          </a:p>
        </p:txBody>
      </p:sp>
      <p:sp>
        <p:nvSpPr>
          <p:cNvPr id="29" name="Shape 27"/>
          <p:cNvSpPr/>
          <p:nvPr/>
        </p:nvSpPr>
        <p:spPr>
          <a:xfrm>
            <a:off x="9180576" y="5468112"/>
            <a:ext cx="1188720"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180576"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variable word holds Cavendish. Write down what each of these gives: len(word), word[0], word[0:4], word[-1] and word.upper().</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String handling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position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len() gives the number of characters in a string, spaces included.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Characters are numbered from 0, so the last one sits at len() - 1.</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asking for position len(), which is one past the end and stops the program.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position holds the last character of a six-letter word?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negative index counts from the end, so word[-1] is always the...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Taking part of a string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slice takes a run of characters, so word[0:3] gives the first three.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first number is included and the second is not, exactly like range().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expecting word[0:3] to give four characters rather than three.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slice gives everything except the first and last characters?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a slice the first number is included and the second one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Upper and lower case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upper() and lower() hand back a new string and leave the original untouched.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Comparing two strings in the same case ignores how they happened to be typed.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lower() but never storing or using what it gives back.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program put two words into the same case before deciding they match?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Strings are compared by character code, so in Python every capital sorts before every...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Searching inside text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tests whether one string appears anywhere inside another.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find() gives the position it starts at, or -1 when it is not there at all.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treating find()'s 0 as 'not found', when 0 means the very start.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can a program tell 'not found' apart from 'found at the start'?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Two methods answer the commonest search questions on their own: startswith() and...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Character codes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character is stored as a number, and ord() gives that number.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chr() goes the other way, turning a code back into its character.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adding 1 to the letter itself, when it is the code that has to be added to.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would you work out the letter that comes after a given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is 65 and a is 97, so the gap between a capital and its small letter is always...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new string one character at a time inside a loop over the original.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isalpha() and isdigit() sort the letters from the digits as you go.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trying to change one character in place, when a string cannot be edited.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would you build a reversed copy of a word one character at a time?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word that reads the same backwards as forwards is called 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1280160"/>
          </a:xfrm>
          <a:prstGeom prst="roundRect">
            <a:avLst>
              <a:gd name="adj" fmla="val 8571"/>
            </a:avLst>
          </a:prstGeom>
          <a:solidFill>
            <a:srgbClr val="FFFFFF"/>
          </a:solidFill>
          <a:ln w="15875">
            <a:solidFill>
              <a:srgbClr val="D9DEE7"/>
            </a:solidFill>
            <a:prstDash val="solid"/>
          </a:ln>
        </p:spPr>
      </p:sp>
      <p:sp>
        <p:nvSpPr>
          <p:cNvPr id="10" name="Text 8"/>
          <p:cNvSpPr txBox="1"/>
          <p:nvPr/>
        </p:nvSpPr>
        <p:spPr>
          <a:xfrm>
            <a:off x="822960" y="2350008"/>
            <a:ext cx="4480560" cy="87782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t = "wet paint"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print(t.find("paint"))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print(t.find("dry"))</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4</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0</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4</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5</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-1</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What does it give?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variable called word holds LANTERN. Tap the star and match each piece of Python to what it gives back.</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Spaces count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len() counts every character, so a space, a comma and a full stop each add one to the length.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Open ends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slice can leave a number out: word[:3] starts at the beginning and word[3:] runs to the end.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Nothing is changed</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upper() does not change the original - it hands back a new string. Strings in Python cannot be edited in place.</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Searching fairly</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To search without caring about capitals, lower() both the text and the thing you are looking for before you search.</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tries to print the last character of a word with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print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word</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len</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word</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stops with an error. Explain why it fails, and write the line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line of text and prints how many of its characters are capital letters.</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word and prints palindrome when it reads the same both ways once capitals are ignored, and not a palindrome when it does not.</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len() and an index on a string</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Taking a slice out of a string</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Searching text and using ord() and chr()</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String handling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6 — String handling</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
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3620094dee4c7e" /><Relationship Type="http://schemas.openxmlformats.org/officeDocument/2006/relationships/extended-properties" Target="/docProps/app.xml" Id="R123bc31fc6314397" /><Relationship Type="http://schemas.openxmlformats.org/officeDocument/2006/relationships/officeDocument" Target="/ppt/presentation.xml" Id="R99ae678aa36d46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1c90fa912c47fc"/>
  </p:sldMasterIdLst>
  <p:notesMasterIdLst>
    <p:notesMasterId xmlns:r="http://schemas.openxmlformats.org/officeDocument/2006/relationships" r:id="Rb651ffeabce043a3"/>
  </p:notesMasterIdLst>
  <p:sldIdLst>
    <p:sldId xmlns:r="http://schemas.openxmlformats.org/officeDocument/2006/relationships" id="256" r:id="Rdb98eecccddb4783"/>
    <p:sldId xmlns:r="http://schemas.openxmlformats.org/officeDocument/2006/relationships" id="257" r:id="R63e31d4be2e74dfc"/>
    <p:sldId xmlns:r="http://schemas.openxmlformats.org/officeDocument/2006/relationships" id="258" r:id="R489a242586644802"/>
    <p:sldId xmlns:r="http://schemas.openxmlformats.org/officeDocument/2006/relationships" id="259" r:id="R01333cd0f5094099"/>
    <p:sldId xmlns:r="http://schemas.openxmlformats.org/officeDocument/2006/relationships" id="260" r:id="Re5b1a3ace00545f0"/>
    <p:sldId xmlns:r="http://schemas.openxmlformats.org/officeDocument/2006/relationships" id="261" r:id="Ra29ed7f8df5648d8"/>
    <p:sldId xmlns:r="http://schemas.openxmlformats.org/officeDocument/2006/relationships" id="262" r:id="R669f2255d0f44a9c"/>
    <p:sldId xmlns:r="http://schemas.openxmlformats.org/officeDocument/2006/relationships" id="263" r:id="R7fec296d9ac0496a"/>
    <p:sldId xmlns:r="http://schemas.openxmlformats.org/officeDocument/2006/relationships" id="264" r:id="Ra794bdf407c14253"/>
    <p:sldId xmlns:r="http://schemas.openxmlformats.org/officeDocument/2006/relationships" id="265" r:id="R1acbe196c64941e5"/>
    <p:sldId xmlns:r="http://schemas.openxmlformats.org/officeDocument/2006/relationships" id="266" r:id="R969399c345924b60"/>
    <p:sldId xmlns:r="http://schemas.openxmlformats.org/officeDocument/2006/relationships" id="267" r:id="Rc79653ba982b4199"/>
    <p:sldId xmlns:r="http://schemas.openxmlformats.org/officeDocument/2006/relationships" id="268" r:id="R2ec9053e9fa540f1"/>
    <p:sldId xmlns:r="http://schemas.openxmlformats.org/officeDocument/2006/relationships" id="269" r:id="R05d85493b6e5445c"/>
    <p:sldId xmlns:r="http://schemas.openxmlformats.org/officeDocument/2006/relationships" id="270" r:id="R01245ea9d7964f44"/>
    <p:sldId xmlns:r="http://schemas.openxmlformats.org/officeDocument/2006/relationships" id="271" r:id="R9465eb2fbbaa4470"/>
    <p:sldId xmlns:r="http://schemas.openxmlformats.org/officeDocument/2006/relationships" id="272" r:id="R0981f3dea05f4b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a83ca692244aae" /><Relationship Type="http://schemas.openxmlformats.org/officeDocument/2006/relationships/slideMaster" Target="/ppt/slideMasters/slideMaster1.xml" Id="R3e1c90fa912c47fc" /><Relationship Type="http://schemas.openxmlformats.org/officeDocument/2006/relationships/notesMaster" Target="/ppt/notesMasters/notesMaster1.xml" Id="Rb651ffeabce043a3" /><Relationship Type="http://schemas.openxmlformats.org/officeDocument/2006/relationships/presProps" Target="/ppt/presProps.xml" Id="Rd02f5c0f1aa74653" /><Relationship Type="http://schemas.openxmlformats.org/officeDocument/2006/relationships/tableStyles" Target="/ppt/tableStyles.xml" Id="R748405e6380c41b0" /><Relationship Type="http://schemas.openxmlformats.org/officeDocument/2006/relationships/slide" Target="/ppt/slides/slide1.xml" Id="Rdb98eecccddb4783" /><Relationship Type="http://schemas.openxmlformats.org/officeDocument/2006/relationships/slide" Target="/ppt/slides/slide2.xml" Id="R63e31d4be2e74dfc" /><Relationship Type="http://schemas.openxmlformats.org/officeDocument/2006/relationships/slide" Target="/ppt/slides/slide3.xml" Id="R489a242586644802" /><Relationship Type="http://schemas.openxmlformats.org/officeDocument/2006/relationships/slide" Target="/ppt/slides/slide4.xml" Id="R01333cd0f5094099" /><Relationship Type="http://schemas.openxmlformats.org/officeDocument/2006/relationships/slide" Target="/ppt/slides/slide5.xml" Id="Re5b1a3ace00545f0" /><Relationship Type="http://schemas.openxmlformats.org/officeDocument/2006/relationships/slide" Target="/ppt/slides/slide6.xml" Id="Ra29ed7f8df5648d8" /><Relationship Type="http://schemas.openxmlformats.org/officeDocument/2006/relationships/slide" Target="/ppt/slides/slide7.xml" Id="R669f2255d0f44a9c" /><Relationship Type="http://schemas.openxmlformats.org/officeDocument/2006/relationships/slide" Target="/ppt/slides/slide8.xml" Id="R7fec296d9ac0496a" /><Relationship Type="http://schemas.openxmlformats.org/officeDocument/2006/relationships/slide" Target="/ppt/slides/slide9.xml" Id="Ra794bdf407c14253" /><Relationship Type="http://schemas.openxmlformats.org/officeDocument/2006/relationships/slide" Target="/ppt/slides/slide10.xml" Id="R1acbe196c64941e5" /><Relationship Type="http://schemas.openxmlformats.org/officeDocument/2006/relationships/slide" Target="/ppt/slides/slide11.xml" Id="R969399c345924b60" /><Relationship Type="http://schemas.openxmlformats.org/officeDocument/2006/relationships/slide" Target="/ppt/slides/slide12.xml" Id="Rc79653ba982b4199" /><Relationship Type="http://schemas.openxmlformats.org/officeDocument/2006/relationships/slide" Target="/ppt/slides/slide13.xml" Id="R2ec9053e9fa540f1" /><Relationship Type="http://schemas.openxmlformats.org/officeDocument/2006/relationships/slide" Target="/ppt/slides/slide14.xml" Id="R05d85493b6e5445c" /><Relationship Type="http://schemas.openxmlformats.org/officeDocument/2006/relationships/slide" Target="/ppt/slides/slide15.xml" Id="R01245ea9d7964f44" /><Relationship Type="http://schemas.openxmlformats.org/officeDocument/2006/relationships/slide" Target="/ppt/slides/slide16.xml" Id="R9465eb2fbbaa4470" /><Relationship Type="http://schemas.openxmlformats.org/officeDocument/2006/relationships/slide" Target="/ppt/slides/slide17.xml" Id="R0981f3dea05f4b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4a37a8332f4d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9d50b41b964479" /><Relationship Type="http://schemas.openxmlformats.org/officeDocument/2006/relationships/notesMaster" Target="/ppt/notesMasters/notesMaster1.xml" Id="Rd56c7071fe1c4b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ffcb796d03469c" /><Relationship Type="http://schemas.openxmlformats.org/officeDocument/2006/relationships/notesMaster" Target="/ppt/notesMasters/notesMaster1.xml" Id="R6cbcdcd5a58c4f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50a61ef2294d79" /><Relationship Type="http://schemas.openxmlformats.org/officeDocument/2006/relationships/notesMaster" Target="/ppt/notesMasters/notesMaster1.xml" Id="R4a4aec36facf42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c891a0d1f341cc" /><Relationship Type="http://schemas.openxmlformats.org/officeDocument/2006/relationships/notesMaster" Target="/ppt/notesMasters/notesMaster1.xml" Id="R00600c5115e14e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7a3ab556854068" /><Relationship Type="http://schemas.openxmlformats.org/officeDocument/2006/relationships/notesMaster" Target="/ppt/notesMasters/notesMaster1.xml" Id="Rbf90a8c4a15d41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fc43db41e647d9" /><Relationship Type="http://schemas.openxmlformats.org/officeDocument/2006/relationships/notesMaster" Target="/ppt/notesMasters/notesMaster1.xml" Id="Rda448290151c4e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3faa759e2f49f4" /><Relationship Type="http://schemas.openxmlformats.org/officeDocument/2006/relationships/notesMaster" Target="/ppt/notesMasters/notesMaster1.xml" Id="Ra1055848a71f41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fbe7b22c494f0c" /><Relationship Type="http://schemas.openxmlformats.org/officeDocument/2006/relationships/notesMaster" Target="/ppt/notesMasters/notesMaster1.xml" Id="Rea736f4f4d314e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51e2a2e9cb4f0b" /><Relationship Type="http://schemas.openxmlformats.org/officeDocument/2006/relationships/notesMaster" Target="/ppt/notesMasters/notesMaster1.xml" Id="R605de7dbbab14c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af5e6c83bd4af5" /><Relationship Type="http://schemas.openxmlformats.org/officeDocument/2006/relationships/notesMaster" Target="/ppt/notesMasters/notesMaster1.xml" Id="Rf9da2625d31d45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222dc59e5244b4" /><Relationship Type="http://schemas.openxmlformats.org/officeDocument/2006/relationships/notesMaster" Target="/ppt/notesMasters/notesMaster1.xml" Id="Ra6c58c32156b4a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a41bb0abbe40bb" /><Relationship Type="http://schemas.openxmlformats.org/officeDocument/2006/relationships/notesMaster" Target="/ppt/notesMasters/notesMaster1.xml" Id="R3f71751c7f584b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8ce4cc81744413" /><Relationship Type="http://schemas.openxmlformats.org/officeDocument/2006/relationships/notesMaster" Target="/ppt/notesMasters/notesMaster1.xml" Id="R0267a9a47739492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5ccd47d2bb4778" /><Relationship Type="http://schemas.openxmlformats.org/officeDocument/2006/relationships/notesMaster" Target="/ppt/notesMasters/notesMaster1.xml" Id="R0f80cb2f7e3445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acea6b17ad4a9a" /><Relationship Type="http://schemas.openxmlformats.org/officeDocument/2006/relationships/notesMaster" Target="/ppt/notesMasters/notesMaster1.xml" Id="Rce1b69c506184cb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3c0e0419904016" /><Relationship Type="http://schemas.openxmlformats.org/officeDocument/2006/relationships/notesMaster" Target="/ppt/notesMasters/notesMaster1.xml" Id="R683afb773c644e4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d93a653300d4ea0" /><Relationship Type="http://schemas.openxmlformats.org/officeDocument/2006/relationships/notesMaster" Target="/ppt/notesMasters/notesMaster1.xml" Id="R5e8dc5bd161545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shows the actual opening scene of the experience. Begin with the worksheet starter, or the brief opening question for lessons without one.</a:t>
            </a:r>
          </a:p>
          <a:p xmlns:a="http://schemas.openxmlformats.org/drawingml/2006/main">
            <a:r>
              <a:t>Sources: Revise 360 experiences/nw-l02.json and worksheets/NW_L02_NetworkControlRoom_Worksheet.docx.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learning outcomes follow the lesson worksheet.</a:t>
            </a:r>
          </a:p>
          <a:p xmlns:a="http://schemas.openxmlformats.org/drawingml/2006/main">
            <a:r>
              <a:t>Sources: Revise 360 experiences/nw-l02.json and worksheets/NW_L02_NetworkControlRoom_Worksheet.docx.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the worksheet starter before showing the sample answers.</a:t>
            </a:r>
          </a:p>
          <a:p xmlns:a="http://schemas.openxmlformats.org/drawingml/2006/main">
            <a:r>
              <a:t>Sources: Revise 360 experiences/nw-l02.json and worksheets/NW_L02_NetworkControlRoom_Worksheet.docx.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explanations. Reveal after the question so it can be marked as students go.</a:t>
            </a:r>
          </a:p>
          <a:p xmlns:a="http://schemas.openxmlformats.org/drawingml/2006/main">
            <a:r>
              <a:t>Sources: Revise 360 experiences/nw-l02.json and worksheets/NW_L02_NetworkControlRoom_Worksheet.docx.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combined worksheet and experience instruction slide on the board. The OPEN EXPERIENCE label is a clickable link. Students should complete the experience and reach the plenary near the end of the lesson. First on-screen answers count.</a:t>
            </a:r>
          </a:p>
          <a:p xmlns:a="http://schemas.openxmlformats.org/drawingml/2006/main">
            <a:r>
              <a:t>Sources: Revise 360 experiences/nw-l02.json and worksheets/NW_L02_NetworkControlRoom_Worksheet.docx.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post-experience task, key question or revision results on the worksheet.</a:t>
            </a:r>
          </a:p>
          <a:p xmlns:a="http://schemas.openxmlformats.org/drawingml/2006/main">
            <a:r>
              <a:t>Sources: Revise 360 experiences/nw-l02.json and worksheets/NW_L02_NetworkControlRoom_Worksheet.docx.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extend or improve an explanation before the plenary.</a:t>
            </a:r>
          </a:p>
          <a:p xmlns:a="http://schemas.openxmlformats.org/drawingml/2006/main">
            <a:r>
              <a:t>Sources: Revise 360 experiences/nw-l02.json and worksheets/NW_L02_NetworkControlRoom_Worksheet.docx.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indicative answers. Credit other accurate examples or justified choices.</a:t>
            </a:r>
          </a:p>
          <a:p xmlns:a="http://schemas.openxmlformats.org/drawingml/2006/main">
            <a:r>
              <a:t>Sources: Revise 360 experiences/nw-l02.json and worksheets/NW_L02_NetworkControlRoom_Worksheet.docx.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experiences/nw-l02.json and worksheets/NW_L02_NetworkControlRoom_Worksheet.docx.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experiences/nw-l02.json and worksheets/NW_L02_NetworkControlRoom_Worksheet.docx.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experiences/nw-l02.json and worksheets/NW_L02_NetworkControlRoom_Worksheet.docx.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experiences/nw-l02.json and worksheets/NW_L02_NetworkControlRoom_Worksheet.docx.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exit, exam-practice or test-ready questions from the worksheet. Allow independent writing before the answers.</a:t>
            </a:r>
          </a:p>
          <a:p xmlns:a="http://schemas.openxmlformats.org/drawingml/2006/main">
            <a:r>
              <a:t>Sources: Revise 360 experiences/nw-l02.json and worksheets/NW_L02_NetworkControlRoom_Worksheet.docx.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exit, exam-practice or test-ready questions from the worksheet. Allow independent writing before the answers.</a:t>
            </a:r>
          </a:p>
          <a:p xmlns:a="http://schemas.openxmlformats.org/drawingml/2006/main">
            <a:r>
              <a:t>Sources: Revise 360 experiences/nw-l02.json and worksheets/NW_L02_NetworkControlRoom_Worksheet.docx.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improve one answer.</a:t>
            </a:r>
          </a:p>
          <a:p xmlns:a="http://schemas.openxmlformats.org/drawingml/2006/main">
            <a:r>
              <a:t>Sources: Revise 360 experiences/nw-l02.json and worksheets/NW_L02_NetworkControlRoom_Worksheet.docx.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improve one answer.</a:t>
            </a:r>
          </a:p>
          <a:p xmlns:a="http://schemas.openxmlformats.org/drawingml/2006/main">
            <a:r>
              <a:t>Sources: Revise 360 experiences/nw-l02.json and worksheets/NW_L02_NetworkControlRoom_Worksheet.docx.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experiences/nw-l02.json and worksheets/NW_L02_NetworkControlRoom_Worksheet.docx.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4081d5dc7044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13d5bbe1a44381" /><Relationship Type="http://schemas.openxmlformats.org/officeDocument/2006/relationships/slideLayout" Target="/ppt/slideLayouts/slideLayout1.xml" Id="R44853c7c2f994c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853c7c2f994c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f482f5aec4d20" /><Relationship Type="http://schemas.openxmlformats.org/officeDocument/2006/relationships/image" Target="/ppt/media/image.png" Id="Rcd2892a5bab64019" /><Relationship Type="http://schemas.openxmlformats.org/officeDocument/2006/relationships/image" Target="/ppt/media/image.jpeg" Id="R7c5821edf7424a25" /><Relationship Type="http://schemas.openxmlformats.org/officeDocument/2006/relationships/notesSlide" Target="/ppt/notesSlides/notesSlide1.xml" Id="Rd649a46f9b5d4d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2721632d743eb" /><Relationship Type="http://schemas.openxmlformats.org/officeDocument/2006/relationships/image" Target="/ppt/media/image2.png" Id="R03ec31e0d9a84602" /><Relationship Type="http://schemas.openxmlformats.org/officeDocument/2006/relationships/notesSlide" Target="/ppt/notesSlides/notesSlide2.xml" Id="R6c1012e3ad334f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c30dc44f642d2" /><Relationship Type="http://schemas.openxmlformats.org/officeDocument/2006/relationships/image" Target="/ppt/media/image3.png" Id="Rff4e680144f44006" /><Relationship Type="http://schemas.openxmlformats.org/officeDocument/2006/relationships/notesSlide" Target="/ppt/notesSlides/notesSlide3.xml" Id="R1be502ff30434d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5bbf63eaa4a12" /><Relationship Type="http://schemas.openxmlformats.org/officeDocument/2006/relationships/image" Target="/ppt/media/image4.png" Id="R429cd0445d504246" /><Relationship Type="http://schemas.openxmlformats.org/officeDocument/2006/relationships/notesSlide" Target="/ppt/notesSlides/notesSlide4.xml" Id="R26e812a969ec4d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9518b4c4a4198" /><Relationship Type="http://schemas.openxmlformats.org/officeDocument/2006/relationships/image" Target="/ppt/media/image5.png" Id="R0a13d391d3ee4555" /><Relationship Type="http://schemas.openxmlformats.org/officeDocument/2006/relationships/hyperlink" Target="https://mrp-cs.github.io/Revise360/experience.html?id=nw-l02" TargetMode="External" Id="R86ec61f99e0a4c1f" /><Relationship Type="http://schemas.openxmlformats.org/officeDocument/2006/relationships/notesSlide" Target="/ppt/notesSlides/notesSlide5.xml" Id="R6b85490daa5d45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ab2e15e104b38" /><Relationship Type="http://schemas.openxmlformats.org/officeDocument/2006/relationships/image" Target="/ppt/media/image6.png" Id="R0ae8914c28ab4608" /><Relationship Type="http://schemas.openxmlformats.org/officeDocument/2006/relationships/notesSlide" Target="/ppt/notesSlides/notesSlide6.xml" Id="Rb96e219d08aa45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57753ca584515" /><Relationship Type="http://schemas.openxmlformats.org/officeDocument/2006/relationships/image" Target="/ppt/media/image7.png" Id="R68dba4ec880c48e0" /><Relationship Type="http://schemas.openxmlformats.org/officeDocument/2006/relationships/notesSlide" Target="/ppt/notesSlides/notesSlide7.xml" Id="R609941babfaa4e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92008539f41cb" /><Relationship Type="http://schemas.openxmlformats.org/officeDocument/2006/relationships/image" Target="/ppt/media/image8.png" Id="Rd8b45ea7fb4d4755" /><Relationship Type="http://schemas.openxmlformats.org/officeDocument/2006/relationships/notesSlide" Target="/ppt/notesSlides/notesSlide8.xml" Id="Rc14950ebafc840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cb39ba9c348b7" /><Relationship Type="http://schemas.openxmlformats.org/officeDocument/2006/relationships/image" Target="/ppt/media/image9.png" Id="R984784625a634898" /><Relationship Type="http://schemas.openxmlformats.org/officeDocument/2006/relationships/notesSlide" Target="/ppt/notesSlides/notesSlide9.xml" Id="R2ff82c9312434e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dda0d17be413e" /><Relationship Type="http://schemas.openxmlformats.org/officeDocument/2006/relationships/image" Target="/ppt/media/image10.png" Id="Rb5c1f620e9a24dd4" /><Relationship Type="http://schemas.openxmlformats.org/officeDocument/2006/relationships/notesSlide" Target="/ppt/notesSlides/notesSlide10.xml" Id="Rc093ca583dab4a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27bf6049a45b9" /><Relationship Type="http://schemas.openxmlformats.org/officeDocument/2006/relationships/image" Target="/ppt/media/image11.png" Id="Rcc248b1825c148ae" /><Relationship Type="http://schemas.openxmlformats.org/officeDocument/2006/relationships/notesSlide" Target="/ppt/notesSlides/notesSlide11.xml" Id="R939a0f01f81c42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a8e0cd16741e7" /><Relationship Type="http://schemas.openxmlformats.org/officeDocument/2006/relationships/image" Target="/ppt/media/image12.png" Id="R90a16bee62284215" /><Relationship Type="http://schemas.openxmlformats.org/officeDocument/2006/relationships/notesSlide" Target="/ppt/notesSlides/notesSlide12.xml" Id="Ra02eb0704a7d4c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1c35b957b4e44" /><Relationship Type="http://schemas.openxmlformats.org/officeDocument/2006/relationships/image" Target="/ppt/media/image13.png" Id="R6c504309ff504930" /><Relationship Type="http://schemas.openxmlformats.org/officeDocument/2006/relationships/notesSlide" Target="/ppt/notesSlides/notesSlide13.xml" Id="R765474c713964f4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4595eda244486" /><Relationship Type="http://schemas.openxmlformats.org/officeDocument/2006/relationships/image" Target="/ppt/media/image14.png" Id="R77129ac6044b4bdf" /><Relationship Type="http://schemas.openxmlformats.org/officeDocument/2006/relationships/notesSlide" Target="/ppt/notesSlides/notesSlide14.xml" Id="R8e10f8a516f74c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bf84b3fe4447b" /><Relationship Type="http://schemas.openxmlformats.org/officeDocument/2006/relationships/image" Target="/ppt/media/image15.png" Id="Rf71303931c494a30" /><Relationship Type="http://schemas.openxmlformats.org/officeDocument/2006/relationships/notesSlide" Target="/ppt/notesSlides/notesSlide15.xml" Id="R9bbfd4cfc5224fc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70b58b58b4ed6" /><Relationship Type="http://schemas.openxmlformats.org/officeDocument/2006/relationships/image" Target="/ppt/media/image16.png" Id="R5a24ac445114430b" /><Relationship Type="http://schemas.openxmlformats.org/officeDocument/2006/relationships/notesSlide" Target="/ppt/notesSlides/notesSlide16.xml" Id="R9a207fa2c3e3497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169009d9e4c40" /><Relationship Type="http://schemas.openxmlformats.org/officeDocument/2006/relationships/image" Target="/ppt/media/image17.png" Id="R95b2f5059aef4f90" /><Relationship Type="http://schemas.openxmlformats.org/officeDocument/2006/relationships/notesSlide" Target="/ppt/notesSlides/notesSlide17.xml" Id="R09478973b7214c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FD48B9D-5D3D-4C0C-A368-82045789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0AD8096-330B-44EF-BF63-BA79DAB0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02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FEE0368-1938-41BA-91A5-EA3C6F9A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NETWORK CONTROL ROOM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2892a5bab6401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ED15066-2AFF-4519-BF4E-D823151C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17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49A7348A-5356-4463-A052-AD011D20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Network performance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66C23E87-4E0E-4CE4-B997-E57BF068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KEY QUESTION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3D0F26D4-6079-44D5-BFF3-684F8CD0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What affects network performance?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821edf7424a25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1842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1C62F5B-1185-4353-937B-53476700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856E0B2-5030-4D27-945B-07346B5B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02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FE1DF72-99F7-426D-A36A-E86009A6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c31e0d9a8460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8E231CC-8735-4ADE-9376-919365A9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17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21E6102D-2BE1-4FD8-B7AF-E9351C0A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6DF08CC1-AD4A-48BA-8043-526D238F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what factors can affect the performance of a network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BE45B311-61E5-4D55-AE66-DFBC6AD3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6709EB8-AE93-4982-B444-4745ECD6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be able to explain how each factor affects network speed</a:t>
            </a:r>
          </a:p>
        </p:txBody>
      </p:sp>
    </p:spTree>
    <p:extLst>
      <p:ext uri="{BB962C8B-B14F-4D97-AF65-F5344CB8AC3E}">
        <p14:creationId xmlns:p14="http://schemas.microsoft.com/office/powerpoint/2010/main" val="11766997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77419F-4F41-4BDD-B121-B742FCE2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ECC0C55-D6D8-4DA1-85FC-BD5C78E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02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FF91C42-C858-457E-8432-D9A907EC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e680144f4400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09F1543-ED23-4EF0-B15B-B59151ED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17</a:t>
            </a:r>
          </a:p>
        </p:txBody>
      </p:sp>
      <p:sp>
        <p:nvSpPr>
          <p:cNvPr id="6" name="starter">
            <a:extLst xmlns:a="http://schemas.openxmlformats.org/drawingml/2006/main">
              <a:ext uri="{FF2B5EF4-FFF2-40B4-BE49-F238E27FC236}">
                <a16:creationId xmlns:a16="http://schemas.microsoft.com/office/drawing/2014/main" id="{4DF760F4-2E7E-42AB-B28C-569C9246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What can affect the performance of a network? Write down as many ideas as you can.</a:t>
            </a:r>
          </a:p>
        </p:txBody>
      </p:sp>
    </p:spTree>
    <p:extLst>
      <p:ext uri="{BB962C8B-B14F-4D97-AF65-F5344CB8AC3E}">
        <p14:creationId xmlns:p14="http://schemas.microsoft.com/office/powerpoint/2010/main" val="215561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40DB313-FE8A-4DA5-85E0-1DB5CC14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9C707B2-0DA1-4AA2-AB0E-A6071E5C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B1140E7-C69E-449D-BD59-0A87377E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cd0445d50424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E158252-3148-4251-AEE6-D86B0735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17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204885FC-223F-403C-8369-82C2A792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B3E9749-5E1E-409E-8E11-22321C51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Bandwidth, the number of users, transmission media, error rate and latency all affect performance.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AD066AB-91E3-4044-B6C2-15D2C08B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EBAF4B25-D94E-4439-8FBB-F84AD03B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busy connection or damaged packets can make transfers slower even when the computers themselves are fast.</a:t>
            </a:r>
          </a:p>
        </p:txBody>
      </p:sp>
    </p:spTree>
    <p:extLst>
      <p:ext uri="{BB962C8B-B14F-4D97-AF65-F5344CB8AC3E}">
        <p14:creationId xmlns:p14="http://schemas.microsoft.com/office/powerpoint/2010/main" val="12878702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63FC50D-6F02-48D4-BFC7-0CB36DD1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AE019C8-3919-41BC-94FE-011E794F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02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5DE2D0B-7205-491F-AEB1-D1BEFB4E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3d391d3ee455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70EBB5B-7ACC-42BB-ADC8-3DE7180C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17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0E8A2E97-92BE-41A7-81A8-C41794B7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6ec61f99e0a4c1f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96BDFC1D-42C4-44B3-8A49-2B84E3DD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Network control room in Topic 1.3.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7B2544BF-1C9B-428A-A2F6-C7C7A37A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33C7F147-524A-41BC-92FD-0AE2F661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the key fact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083BF7AD-F6B9-4391-9567-7D08E2CE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A35D1976-7001-40A1-8E47-CFE981CE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17), then complete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81E32041-1E3D-4EFF-81A2-0F953061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EDCA3690-4FA6-4BCA-857B-6F40CFE5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12533870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9A127ED-E374-47B8-9209-03C20650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6FC17D2-4B67-4D8A-8EAC-D4A2C78E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02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AC1483E-F5CD-48E1-8889-04A354CA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8914c28ab460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4657294-73B9-4540-9026-76BC2D7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17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5D1E47D8-4FD8-4D91-A9A9-07021460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how each of the five factors affects network performance. Give a real example for each.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FFAAE1C4-78A4-4903-86D2-B74F8D27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12441998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AFDC4C8-E79C-44EE-BEEF-7B922371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0F26795-3DB6-45C8-935E-01CEA139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02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603D002-241D-4A96-AB69-2DBD5046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ba4ec880c48e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D43C791-056C-417C-B087-B769F53A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17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95D17AF7-1FA5-4074-A080-5B81363A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video call freezes only when many people join the school Wi-Fi. Which factors should the network manager check first?</a:t>
            </a:r>
          </a:p>
        </p:txBody>
      </p:sp>
    </p:spTree>
    <p:extLst>
      <p:ext uri="{BB962C8B-B14F-4D97-AF65-F5344CB8AC3E}">
        <p14:creationId xmlns:p14="http://schemas.microsoft.com/office/powerpoint/2010/main" val="13877597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3CA9777-C628-4EF5-B8D3-EA756F94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6EF840D-E1D7-4B94-BC34-1F14E78B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E8D3712-D40A-4004-A472-4A173CE5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45ea7fb4d475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61B1659-1A38-4D5B-B4BC-AAD6F3C2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17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15D18F5C-2C27-41D8-B179-246B2DE3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7CC7B76E-38AE-40B3-9105-C6977850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Bandwidth: less capacity means a 4K stream buffers. Users: more simultaneous traffic shares the same link.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A4AC8508-6303-4170-BA82-00159EB6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5A077975-E4D2-43D6-A38B-C0281712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4797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Media: a weak Wi-Fi link may be slower than a cable. Error rate: damaged packets need retransmission.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982BD701-7786-486A-BF4E-1DE86C88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EE787317-9359-43A1-BD74-6F711975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Latency: long delay makes a game or video call feel unresponsive.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9DA091D1-E706-45DD-B4B4-EB7E6D96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BE46FA0-BE0F-4EB7-A9D0-4F2695C4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the number of users and available bandwidth, then Wi-Fi signal quality and packet errors. Each can increase delay or reduce throughput.</a:t>
            </a:r>
          </a:p>
        </p:txBody>
      </p:sp>
    </p:spTree>
    <p:extLst>
      <p:ext uri="{BB962C8B-B14F-4D97-AF65-F5344CB8AC3E}">
        <p14:creationId xmlns:p14="http://schemas.microsoft.com/office/powerpoint/2010/main" val="10255266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969E5D3-67E8-4D15-88ED-5A3764E8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9811F7D-1C55-42C4-B4D1-27004780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02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C6C7E2D-6306-405B-9FD0-07404180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784625a63489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F10C536-0F67-402E-B4FB-33AE27B3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17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385245FA-6C0D-4B06-A75B-471B8127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DCA12716-D2EF-4C7A-AF1C-FF05F7E2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Bandwidth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FEE86467-F376-4B05-AE9B-A8B82E75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Bandwidth is the amount of data a link can carry per second. 4K video transfers far more data each second than music.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29792F86-479D-4FA3-B878-C2179D5B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Number of users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AA924A33-DFB8-4831-80DB-1785D96E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Many simultaneous users share available bandwidth. Lots of logins at once can congest the network.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70FC5F5C-4924-4EA3-B59F-A471500E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Transmission media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ED6B2CC8-12AD-4572-AB76-2A0333B5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Try a wired Ethernet connection for the games console. A stable cable avoids Wi-Fi interference and can reduce delay.</a:t>
            </a:r>
          </a:p>
        </p:txBody>
      </p:sp>
    </p:spTree>
    <p:extLst>
      <p:ext uri="{BB962C8B-B14F-4D97-AF65-F5344CB8AC3E}">
        <p14:creationId xmlns:p14="http://schemas.microsoft.com/office/powerpoint/2010/main" val="4832696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25443B8-4ED9-4A34-9050-49E74F5A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7208BF9-9F6F-4DB7-B080-22DE229B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02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25FEDB1-0397-4A9C-9B7E-64D52E0A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1f620e9a24dd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4A070B7-77EF-4A47-A741-2CB69702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17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CC8257E8-42C6-4EBB-8992-BBF9A02C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D96AF8B7-7F31-4E09-9115-134DFBCA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Error rate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AA0E2479-F120-41D7-AED9-BCCC1D2F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Interference may corrupt wireless packets. Resending them increases the error rate and slows useful data transfer.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0DA1AEB5-6D83-4B54-A7E4-68FE6219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Latency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3106CD76-8B09-4C34-88E7-EDF3A1E4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Latency is the delay before data arrives, measured in milliseconds. A longer route to Australia usually adds delay.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80C76F41-1784-4087-912F-67AFA5B3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Case study: CCTV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E234E8D3-315F-4A55-8E44-7A778A52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More CCTV streams increase bandwidth demand and user traffic. Check the links, server capacity and possible wireless errors or latency.</a:t>
            </a:r>
          </a:p>
        </p:txBody>
      </p:sp>
    </p:spTree>
    <p:extLst>
      <p:ext uri="{BB962C8B-B14F-4D97-AF65-F5344CB8AC3E}">
        <p14:creationId xmlns:p14="http://schemas.microsoft.com/office/powerpoint/2010/main" val="20551310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DAECE12-652C-4C36-927D-06320573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C3DA622-57AE-4DC0-8DBB-A2C3B15A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7C17D73-B428-40D7-A3FA-BB75A9D6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 · answers 1–4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48b1825c148a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123E60A-9C4A-4879-B6AE-CF924D07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17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2873930F-1198-4B9F-A1CE-E692F75B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CC3F14E9-9CF9-4842-8733-B7CB8496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Downloads slow right down every lunchtime, when 300 students go online → Number of users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E5426E1-06CF-417C-A435-70F6E6B1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FB33E0E2-6916-44BF-984B-C6B9EAC6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10 Mbps connection can't stream several HD videos at once → Bandwidth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7F664BD2-271A-4BF0-BF83-2F5AAD24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30AE5ABF-BF23-4E9F-A16D-64F67058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laptop at the far end of the building keeps losing its Wi-Fi → Transmission media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D9228108-0163-446E-BFDD-C3178AC0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1AEAA76F-BF87-4229-B211-9EF52C2A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Packets are corrupted near heavy machinery and keep being resent → Error rate</a:t>
            </a:r>
          </a:p>
        </p:txBody>
      </p:sp>
    </p:spTree>
    <p:extLst>
      <p:ext uri="{BB962C8B-B14F-4D97-AF65-F5344CB8AC3E}">
        <p14:creationId xmlns:p14="http://schemas.microsoft.com/office/powerpoint/2010/main" val="17831431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A79592D-8BE8-464B-A742-C2445653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A9948FD-EB35-49A6-A57F-5582B174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6DAC121-B285-4332-BB41-DEF11723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 · answer 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16bee6228421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452D174-2D88-4603-AAF8-95D773EE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17</a:t>
            </a:r>
          </a:p>
        </p:txBody>
      </p:sp>
      <p:sp>
        <p:nvSpPr>
          <p:cNvPr id="6" name="number-5">
            <a:extLst xmlns:a="http://schemas.openxmlformats.org/drawingml/2006/main">
              <a:ext uri="{FF2B5EF4-FFF2-40B4-BE49-F238E27FC236}">
                <a16:creationId xmlns:a16="http://schemas.microsoft.com/office/drawing/2014/main" id="{86621BDE-C46E-44A8-A1F1-5F45D0C8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7" name="item-5">
            <a:extLst xmlns:a="http://schemas.openxmlformats.org/drawingml/2006/main">
              <a:ext uri="{FF2B5EF4-FFF2-40B4-BE49-F238E27FC236}">
                <a16:creationId xmlns:a16="http://schemas.microsoft.com/office/drawing/2014/main" id="{37A09C5F-E14A-476F-9410-90A0FF0A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Online gamers notice a delay between pressing a button and the action happening → Latency</a:t>
            </a:r>
          </a:p>
        </p:txBody>
      </p:sp>
    </p:spTree>
    <p:extLst>
      <p:ext uri="{BB962C8B-B14F-4D97-AF65-F5344CB8AC3E}">
        <p14:creationId xmlns:p14="http://schemas.microsoft.com/office/powerpoint/2010/main" val="17714278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43D8654-842D-469D-8454-8EAC0DFD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A0C9E1A-9DA1-408A-8A1A-10098646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02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9DB9132-5569-4867-B26F-9E664AC8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04309ff50493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08BCF41-1FEE-4305-B85D-6E37ED65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17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1854F791-18DE-49FE-BDA8-3DDE5275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4940A11B-E551-4A25-A143-C1896B26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State two factors that can affect the performance of a network.  [2]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DC7F304E-AC5F-4631-B2AB-F9E54E01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Explain how the number of users can affect the performance of a network.  [2]</a:t>
            </a:r>
          </a:p>
        </p:txBody>
      </p:sp>
    </p:spTree>
    <p:extLst>
      <p:ext uri="{BB962C8B-B14F-4D97-AF65-F5344CB8AC3E}">
        <p14:creationId xmlns:p14="http://schemas.microsoft.com/office/powerpoint/2010/main" val="3358001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7C59808-DE2C-4F1C-8140-A239C714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D4C11F3-A6FF-4E35-9D25-14C51B38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02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E3BA0F4-47BF-4357-A4A1-59DD36D2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29ac6044b4bd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A1B34AD-B12A-4998-B80C-AC7C8FD2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17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E05AAC62-A97F-4F5D-BF57-A7DCBE4C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11641A49-7599-486C-B625-374A8765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4775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 A student's online game keeps lagging. Explain two possible causes and suggest a fix for each.  [4]</a:t>
            </a:r>
          </a:p>
        </p:txBody>
      </p:sp>
    </p:spTree>
    <p:extLst>
      <p:ext uri="{BB962C8B-B14F-4D97-AF65-F5344CB8AC3E}">
        <p14:creationId xmlns:p14="http://schemas.microsoft.com/office/powerpoint/2010/main" val="18678228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3CB45CC-4221-468F-8B07-ADA71894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5B7CF42-2E1D-4DBD-8B00-B1818797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EAB2035-08CA-4676-B408-F2839B6E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303931c494a3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E06083B-6BEF-4CA3-86EE-6F7575C4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17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054286A9-2FC4-47B5-A28E-97206314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A1826B34-935C-4ADD-998F-7BB6014A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Any two: bandwidth, number of users, transmission media, error rate or latency.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FB581518-C494-4DCE-A326-D896C4EA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More users transfer data at once and share finite bandwidth. Congestion makes each transfer slower.</a:t>
            </a:r>
          </a:p>
        </p:txBody>
      </p:sp>
    </p:spTree>
    <p:extLst>
      <p:ext uri="{BB962C8B-B14F-4D97-AF65-F5344CB8AC3E}">
        <p14:creationId xmlns:p14="http://schemas.microsoft.com/office/powerpoint/2010/main" val="4698129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CE0FE0-BD6C-4CEF-A24E-480F2BB9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287BA0C-21BB-408F-80B2-42E5519D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405DE31-900E-46EF-BFA1-A7D54B4C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4ac445114430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EB79798-44BF-4019-A45E-37B915B7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17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7B5CF730-114B-471C-B563-D0FFBE44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">
            <a:extLst xmlns:a="http://schemas.openxmlformats.org/drawingml/2006/main">
              <a:ext uri="{FF2B5EF4-FFF2-40B4-BE49-F238E27FC236}">
                <a16:creationId xmlns:a16="http://schemas.microsoft.com/office/drawing/2014/main" id="{7DD36E2A-9217-4464-B5FE-C2ED21C6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572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Weak or interfered-with Wi-Fi can cause retransmissions: use Ethernet or move nearer the access point. Too many users can congest the link: increase capacity or reduce competing traffic.</a:t>
            </a:r>
          </a:p>
        </p:txBody>
      </p:sp>
    </p:spTree>
    <p:extLst>
      <p:ext uri="{BB962C8B-B14F-4D97-AF65-F5344CB8AC3E}">
        <p14:creationId xmlns:p14="http://schemas.microsoft.com/office/powerpoint/2010/main" val="15556493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70EFC27-FE7A-43B3-BD11-0ADD6FD9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BC0687D-2A69-4C9B-9122-26F3CA1B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02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5225B1E-33D3-4AFE-AFA6-AAA4023B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2f5059aef4f9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C0A4030-370D-4801-82A1-012E7783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17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60248221-5154-48B7-8AE8-EE2FE198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EFFCABD3-F91A-4378-98B8-A500E547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3BBC8FF-69A5-495B-9AB6-D603C1AA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Naming the five factors that affect performance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F0793A51-7F27-4541-8A7D-5432FC01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E31B313A-5CCB-4FB7-8E81-91131720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Explaining how each factor affects network speed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04B7A4BD-550A-4F08-8003-5AA96464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5F0DD1F8-2986-4A55-8A11-6909C094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Applying the factors to a scenario, like the CCTV case</a:t>
            </a:r>
          </a:p>
        </p:txBody>
      </p:sp>
    </p:spTree>
    <p:extLst>
      <p:ext uri="{BB962C8B-B14F-4D97-AF65-F5344CB8AC3E}">
        <p14:creationId xmlns:p14="http://schemas.microsoft.com/office/powerpoint/2010/main" val="2125437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2026-09-25T14:15:21.9360000Z</dcterms:created>
  <dcterms:modified xsi:type="dcterms:W3CDTF">2026-09-25T14:15:21.9360000Z</dcterms:modified>
</coreProperties>
</file>
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Chance machine.
Open the experience at revise360.co.uk and hand out PF_L06_ChanceMachine_Worksheet.docx.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Why random numbers.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Generating a random number.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Choosing the range.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Pseudo-random.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Random in a loop.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Using randomness well.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2.2 Programming fundamentals  |  Lesson 6</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Chance machine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Pull the lever on this machine and out comes a number nobody in the room can predict, not even the programmer who built it. Learn how a program generates one inside a range you choose, and why the computer is only pretending to be unpredictable.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 program produce a number that nobody can predict?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random numbers are used for in a program</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random whole number is generated within a given range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that a computer produces pseudo-random numbers from an algorithm and a seed</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Random number</a:t>
            </a:r>
            <a:endParaRPr lang="en-US" sz="1200" dirty="0"/>
          </a:p>
        </p:txBody>
      </p:sp>
      <p:sp>
        <p:nvSpPr>
          <p:cNvPr id="19" name="Shape 17"/>
          <p:cNvSpPr/>
          <p:nvPr/>
        </p:nvSpPr>
        <p:spPr>
          <a:xfrm>
            <a:off x="3035808" y="5468112"/>
            <a:ext cx="1188720"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a:t>
            </a:r>
            <a:endParaRPr lang="en-US" sz="1200" dirty="0"/>
          </a:p>
        </p:txBody>
      </p:sp>
      <p:sp>
        <p:nvSpPr>
          <p:cNvPr id="21" name="Shape 19"/>
          <p:cNvSpPr/>
          <p:nvPr/>
        </p:nvSpPr>
        <p:spPr>
          <a:xfrm>
            <a:off x="4352544" y="5468112"/>
            <a:ext cx="235915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352544"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Pseudo-random</a:t>
            </a:r>
            <a:endParaRPr lang="en-US" sz="1200" dirty="0"/>
          </a:p>
        </p:txBody>
      </p:sp>
      <p:sp>
        <p:nvSpPr>
          <p:cNvPr id="23" name="Shape 21"/>
          <p:cNvSpPr/>
          <p:nvPr/>
        </p:nvSpPr>
        <p:spPr>
          <a:xfrm>
            <a:off x="6839712" y="5468112"/>
            <a:ext cx="104241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839712"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Seed</a:t>
            </a:r>
            <a:endParaRPr lang="en-US" sz="1200" dirty="0"/>
          </a:p>
        </p:txBody>
      </p:sp>
      <p:sp>
        <p:nvSpPr>
          <p:cNvPr id="25" name="Shape 23"/>
          <p:cNvSpPr/>
          <p:nvPr/>
        </p:nvSpPr>
        <p:spPr>
          <a:xfrm>
            <a:off x="8010144" y="5468112"/>
            <a:ext cx="177393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010144"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Algorithm</a:t>
            </a:r>
            <a:endParaRPr lang="en-US" sz="1200" dirty="0"/>
          </a:p>
        </p:txBody>
      </p:sp>
      <p:sp>
        <p:nvSpPr>
          <p:cNvPr id="27" name="Shape 25"/>
          <p:cNvSpPr/>
          <p:nvPr/>
        </p:nvSpPr>
        <p:spPr>
          <a:xfrm>
            <a:off x="9912096" y="5468112"/>
            <a:ext cx="1481328"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9912096"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Shuffle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quiz program picks one of twenty questions to ask first. Write down what the program must do to choose a different question each time it runs, and the lowest and highest number it needs.</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Chance machine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Why random numbers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random number lets a program behave differently each time it runs, so the result cannot be predicted.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Games use them for dice rolls, card shuffles and where an enemy appears.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Simulations, random sampling, shuffling a list and generating a password all need them too.</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reasons a dice game would be no fun if the program produced the same number every time.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Random numbers are used when...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Generating a random number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random(1, 6) returns a random whole number from 1 to 6, and both end points are included.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value returned is normally stored in a variable, so the program can use that one number more than once.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Calling the function a second time gives a fresh number, which may or may not be the same as the first.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two lines in the OCR Exam Reference Language that roll a dice and output the result.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the OCR Exam Reference Language, random(1, 6) returns...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Choosing the range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two values passed to the function set the lowest and the highest number that can be returned.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Python 3, random.randint(1, 6) can return 6, but random.randrange(1, 6) stops at 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array of five elements is indexed 0 to 4, so a random index must come from that range and no wider.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An array holds eight prize names. State the range a random index must come from, and say what would happen if the range went up to 8.</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end points of the range matter because...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Pseudo-random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computer cannot be truly random: it works each number out with an algorithm, so the numbers are called pseudo-random.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algorithm starts from a value called the seed, and the same seed always produces the same sequence of numbers.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Most languages take the seed from the computer's clock, so the sequence is different each time the program runs.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a programmer testing a game might choose to set the seed to the same value every time.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Pseudo-random means...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Random in a loop</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new number is generated every time the function is called, so a loop can produce a whole set of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a count-controlled loop suits a known number of values, such as ten dice rolls.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call is independent of the last, so the same value can come up twice in a row.</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what a program would need to do to count how many sixes it rolls in one hundred dice rolls.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Calling a random function inside a loop...</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Using randomness well</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simulation uses random numbers to model something unpredictable, such as traffic or the weather, so it can be run many times.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Random sampling picks members of a group at random, so the sample is fair and not chosen on purpose.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shuffle puts a list into a random order, and a password generator picks random characters.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how a program could pick three pupils at random from a class list without picking the same pupil twice.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simulation uses random numbers to...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How many rolls</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Six lines of the OCR Exam Reference Language, jumbled. Tap the star and put them into a working program that keeps rolling a dice until it rolls a six, then outputs how many rolls that took.</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Nothing is truly random</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dice is not really unpredictable. Thrown exactly the same way through exactly the same air it would land the same, but the detail is far beyond us, so we call it random. A program's random numbers rest on the same idea.</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Read the brackets first</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an exam question the two numbers in the brackets are most of the marks. Before you answer anything else, write down the lowest and the highest value that the call could possibly return.</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Off by one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range that is one too wide is one of the commonest bugs in programming. A random index that can equal the size of the array will crash the program eventually, but only on some runs, which makes it very hard to track down.</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Where the seed comes from</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Most languages take the seed from the system clock, measured in tiny fractions of a second, so two runs almost never start from the same place. Setting the seed yourself gives the same sequence every time, which is exactly what a tester wants.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two different reasons why a program might need a random number.</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An array called prize holds eight prizes. Describe how a random number could be used to choose one of them, and state the range that number must come from.</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the numbers produced by a computer are described as pseudo-random.</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random numbers are used for in a program</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to generate a random number in a given range, and why the end points matter</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pseudo-random means, and what a seed does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Chance machine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2.2 Programming fundamentals  |  Lesson 6 — Chance machine</dc:title>
  <dc:subject>OCR J277 GCSE Computer Science</dc:subject>
  <dc:creator>Revise 360 Ltd</dc:creator>
  <cp:lastModifiedBy>Revise 360 Ltd</cp:lastModifiedBy>
  <cp:revision>1</cp:revision>
  <dcterms:created xsi:type="dcterms:W3CDTF">2026-10-01T23:58:37Z</dcterms:created>
  <dcterms:modified xsi:type="dcterms:W3CDTF">2026-10-01T23:58:37Z</dcterms:modified>
</cp:coreProperties>
</file>
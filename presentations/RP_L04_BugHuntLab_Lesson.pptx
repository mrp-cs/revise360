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Bug hunt lab.
Open the experience at revise360.co.uk and hand out RP_L04_BugHuntLab_Worksheet.docx.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Why test a program?.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Iterative testing.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Final (terminal) testing.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Syntax errors.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Logic errors.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Error detective.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2.3 Producing robust programs  |  Lesson 4</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Bug hunt lab</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Every program has bugs in it before it is tested. The question is only whether you find them or your users do, and whether the bug stops the program dead or quietly gives the wrong answer for years.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are the different types of errors that can occur in a program?</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four reasons why a program should be tested</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iterative testing is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final/terminal testing is</a:t>
            </a:r>
            <a:endParaRPr lang="en-US" sz="1900" dirty="0"/>
          </a:p>
        </p:txBody>
      </p:sp>
      <p:sp>
        <p:nvSpPr>
          <p:cNvPr id="16" name="Shape 14"/>
          <p:cNvSpPr/>
          <p:nvPr/>
        </p:nvSpPr>
        <p:spPr>
          <a:xfrm>
            <a:off x="548640" y="4764024"/>
            <a:ext cx="566928" cy="566928"/>
          </a:xfrm>
          <a:prstGeom prst="ellipse">
            <a:avLst/>
          </a:prstGeom>
          <a:solidFill>
            <a:srgbClr val="2D63FF"/>
          </a:solidFill>
          <a:ln/>
        </p:spPr>
      </p:sp>
      <p:sp>
        <p:nvSpPr>
          <p:cNvPr id="17" name="Text 15"/>
          <p:cNvSpPr txBox="1"/>
          <p:nvPr/>
        </p:nvSpPr>
        <p:spPr>
          <a:xfrm>
            <a:off x="548640" y="476402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18" name="Text 16"/>
          <p:cNvSpPr txBox="1"/>
          <p:nvPr/>
        </p:nvSpPr>
        <p:spPr>
          <a:xfrm>
            <a:off x="1325880" y="4764024"/>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a syntax error is</a:t>
            </a:r>
            <a:endParaRPr lang="en-US" sz="1900" dirty="0"/>
          </a:p>
        </p:txBody>
      </p:sp>
      <p:sp>
        <p:nvSpPr>
          <p:cNvPr id="19" name="Shape 17"/>
          <p:cNvSpPr/>
          <p:nvPr/>
        </p:nvSpPr>
        <p:spPr>
          <a:xfrm>
            <a:off x="548640" y="5696712"/>
            <a:ext cx="566928" cy="566928"/>
          </a:xfrm>
          <a:prstGeom prst="ellipse">
            <a:avLst/>
          </a:prstGeom>
          <a:solidFill>
            <a:srgbClr val="2D63FF"/>
          </a:solidFill>
          <a:ln/>
        </p:spPr>
      </p:sp>
      <p:sp>
        <p:nvSpPr>
          <p:cNvPr id="20" name="Text 18"/>
          <p:cNvSpPr txBox="1"/>
          <p:nvPr/>
        </p:nvSpPr>
        <p:spPr>
          <a:xfrm>
            <a:off x="548640" y="56967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21" name="Text 19"/>
          <p:cNvSpPr txBox="1"/>
          <p:nvPr/>
        </p:nvSpPr>
        <p:spPr>
          <a:xfrm>
            <a:off x="1325880" y="5696712"/>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a logic error is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The total cost program on station 6 contains syntax and logic errors. How many can you find before you start?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Bug hunt lab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Why test a program?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To find and fix errors before users do.</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To check it does everything it is meant to (meets the requirements).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To check it can't be misused, crashed or exploited.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Give four reasons why a program should be tested before it is released.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Iterative testing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Testing done while the program is being developed.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module or section is tested as it is written, then fixed and tested again.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Checks that new code hasn't broken code that already worked.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three things you would test iteratively while writing a date of birth validation program.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Iterative testing takes place... It involves...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Final (terminal) testing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Testing done at the end, when the program is complete, before release.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Checks that all the parts work together and the program meets every requirement.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three things you would test in final testing of a game before it goes on sale.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Final testing takes place... It checks...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Syntax errors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error that breaks the rules (grammar) of the programming language.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translator can't understand the code, so the program won't run.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Examples: misspelt keywords, missing brackets, colons or quotes.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Find the three syntax errors on the wall and say how to fix each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syntax error 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Logic errors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program runs, but doesn't do what the programmer intended.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translator can't spot them, because the code follows the language's rules.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Found by testing and checking the output.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the logic error in the pass mark program and how to fix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logic error is... It is hard to find because...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Error detective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This program should add up the cost of a number of items at £3 each.</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contains both syntax and logic errors.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Find every error. For each one, state whether it is a syntax or logic error.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Syntax or logic?</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Sort each bug: is it a syntax error or a logic error?</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The first actual bug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1947, engineers working on the Harvard Mark II computer found a moth trapped in a relay. They taped it into their logbook as the 'first actual case of bug being found'.</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Tests that run themselves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Professional programmers write automated tests that re-run every time the code changes, so iterative testing happens in seconds instead of by hand.</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Alpha and beta testing</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Many games and apps are tested by the developers (alpha testing), then released early to real users (beta testing) to find bugs the developers missed.</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Red squiggly lines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Most IDEs spot syntax errors as you type and underline them, just like a spell checker. They can't spot logic errors, though.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what iterative testing is and when it happens.</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calculates an average with average = total / count, where count is 0. State the logic error.</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[1]</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what a syntax error is, and give an example.</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4</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Reasons for testing a program</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Iterative and final/terminal testing</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Telling syntax errors from logic errors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Bug hunt lab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Producing robust programs  |  Lesson 4 — Bug hunt lab</dc:title>
  <dc:subject>OCR J277 GCSE Computer Science</dc:subject>
  <dc:creator>Revise 360 Ltd</dc:creator>
  <cp:lastModifiedBy>Revise 360 Ltd</cp:lastModifiedBy>
  <cp:revision>1</cp:revision>
  <dcterms:created xsi:type="dcterms:W3CDTF">2026-10-01T02:34:51Z</dcterms:created>
  <dcterms:modified xsi:type="dcterms:W3CDTF">2026-10-01T02:34:51Z</dcterms:modified>
</cp:coreProperties>
</file>
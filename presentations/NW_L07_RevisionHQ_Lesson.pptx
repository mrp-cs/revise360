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e5e188d7b4200" /><Relationship Type="http://schemas.openxmlformats.org/officeDocument/2006/relationships/extended-properties" Target="/docProps/app.xml" Id="R8ffb589e35ff486c" /><Relationship Type="http://schemas.openxmlformats.org/officeDocument/2006/relationships/officeDocument" Target="/ppt/presentation.xml" Id="Rd04fc23c9804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d239c80aeb45a0"/>
  </p:sldMasterIdLst>
  <p:notesMasterIdLst>
    <p:notesMasterId xmlns:r="http://schemas.openxmlformats.org/officeDocument/2006/relationships" r:id="R5922439ad79643c1"/>
  </p:notesMasterIdLst>
  <p:sldIdLst>
    <p:sldId xmlns:r="http://schemas.openxmlformats.org/officeDocument/2006/relationships" id="256" r:id="Re3a4c9bec0bf4408"/>
    <p:sldId xmlns:r="http://schemas.openxmlformats.org/officeDocument/2006/relationships" id="257" r:id="R5dae7cded6784f98"/>
    <p:sldId xmlns:r="http://schemas.openxmlformats.org/officeDocument/2006/relationships" id="258" r:id="Rfff37d3ab2ad4f25"/>
    <p:sldId xmlns:r="http://schemas.openxmlformats.org/officeDocument/2006/relationships" id="259" r:id="Rcca88c44747e41d4"/>
    <p:sldId xmlns:r="http://schemas.openxmlformats.org/officeDocument/2006/relationships" id="260" r:id="R00128286ebdd4fb1"/>
    <p:sldId xmlns:r="http://schemas.openxmlformats.org/officeDocument/2006/relationships" id="261" r:id="R51ecd27c242f4b56"/>
    <p:sldId xmlns:r="http://schemas.openxmlformats.org/officeDocument/2006/relationships" id="262" r:id="Rdcd600f390894d9b"/>
    <p:sldId xmlns:r="http://schemas.openxmlformats.org/officeDocument/2006/relationships" id="263" r:id="R20b282877fb34dd2"/>
    <p:sldId xmlns:r="http://schemas.openxmlformats.org/officeDocument/2006/relationships" id="264" r:id="Rca4b55f3d9c84c01"/>
    <p:sldId xmlns:r="http://schemas.openxmlformats.org/officeDocument/2006/relationships" id="265" r:id="R9008335ddc3b4ba0"/>
    <p:sldId xmlns:r="http://schemas.openxmlformats.org/officeDocument/2006/relationships" id="266" r:id="R51cfec9011b94c95"/>
    <p:sldId xmlns:r="http://schemas.openxmlformats.org/officeDocument/2006/relationships" id="267" r:id="R58f236a112004b4e"/>
    <p:sldId xmlns:r="http://schemas.openxmlformats.org/officeDocument/2006/relationships" id="268" r:id="R3e3e0e44003d4172"/>
    <p:sldId xmlns:r="http://schemas.openxmlformats.org/officeDocument/2006/relationships" id="269" r:id="R2c822cdae21b4224"/>
    <p:sldId xmlns:r="http://schemas.openxmlformats.org/officeDocument/2006/relationships" id="270" r:id="R9c9e1debaefd4dd8"/>
    <p:sldId xmlns:r="http://schemas.openxmlformats.org/officeDocument/2006/relationships" id="271" r:id="R7c0016c0b8e345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157617c824c4e" /><Relationship Type="http://schemas.openxmlformats.org/officeDocument/2006/relationships/slideMaster" Target="/ppt/slideMasters/slideMaster1.xml" Id="R86d239c80aeb45a0" /><Relationship Type="http://schemas.openxmlformats.org/officeDocument/2006/relationships/notesMaster" Target="/ppt/notesMasters/notesMaster1.xml" Id="R5922439ad79643c1" /><Relationship Type="http://schemas.openxmlformats.org/officeDocument/2006/relationships/presProps" Target="/ppt/presProps.xml" Id="Reb6b5c7dabcc43e3" /><Relationship Type="http://schemas.openxmlformats.org/officeDocument/2006/relationships/tableStyles" Target="/ppt/tableStyles.xml" Id="Rc6ec4008641c4968" /><Relationship Type="http://schemas.openxmlformats.org/officeDocument/2006/relationships/slide" Target="/ppt/slides/slide1.xml" Id="Re3a4c9bec0bf4408" /><Relationship Type="http://schemas.openxmlformats.org/officeDocument/2006/relationships/slide" Target="/ppt/slides/slide2.xml" Id="R5dae7cded6784f98" /><Relationship Type="http://schemas.openxmlformats.org/officeDocument/2006/relationships/slide" Target="/ppt/slides/slide3.xml" Id="Rfff37d3ab2ad4f25" /><Relationship Type="http://schemas.openxmlformats.org/officeDocument/2006/relationships/slide" Target="/ppt/slides/slide4.xml" Id="Rcca88c44747e41d4" /><Relationship Type="http://schemas.openxmlformats.org/officeDocument/2006/relationships/slide" Target="/ppt/slides/slide5.xml" Id="R00128286ebdd4fb1" /><Relationship Type="http://schemas.openxmlformats.org/officeDocument/2006/relationships/slide" Target="/ppt/slides/slide6.xml" Id="R51ecd27c242f4b56" /><Relationship Type="http://schemas.openxmlformats.org/officeDocument/2006/relationships/slide" Target="/ppt/slides/slide7.xml" Id="Rdcd600f390894d9b" /><Relationship Type="http://schemas.openxmlformats.org/officeDocument/2006/relationships/slide" Target="/ppt/slides/slide8.xml" Id="R20b282877fb34dd2" /><Relationship Type="http://schemas.openxmlformats.org/officeDocument/2006/relationships/slide" Target="/ppt/slides/slide9.xml" Id="Rca4b55f3d9c84c01" /><Relationship Type="http://schemas.openxmlformats.org/officeDocument/2006/relationships/slide" Target="/ppt/slides/slide10.xml" Id="R9008335ddc3b4ba0" /><Relationship Type="http://schemas.openxmlformats.org/officeDocument/2006/relationships/slide" Target="/ppt/slides/slide11.xml" Id="R51cfec9011b94c95" /><Relationship Type="http://schemas.openxmlformats.org/officeDocument/2006/relationships/slide" Target="/ppt/slides/slide12.xml" Id="R58f236a112004b4e" /><Relationship Type="http://schemas.openxmlformats.org/officeDocument/2006/relationships/slide" Target="/ppt/slides/slide13.xml" Id="R3e3e0e44003d4172" /><Relationship Type="http://schemas.openxmlformats.org/officeDocument/2006/relationships/slide" Target="/ppt/slides/slide14.xml" Id="R2c822cdae21b4224" /><Relationship Type="http://schemas.openxmlformats.org/officeDocument/2006/relationships/slide" Target="/ppt/slides/slide15.xml" Id="R9c9e1debaefd4dd8" /><Relationship Type="http://schemas.openxmlformats.org/officeDocument/2006/relationships/slide" Target="/ppt/slides/slide16.xml" Id="R7c0016c0b8e345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a0c2d77cc849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3448b5d8f84b4a" /><Relationship Type="http://schemas.openxmlformats.org/officeDocument/2006/relationships/notesMaster" Target="/ppt/notesMasters/notesMaster1.xml" Id="Rc026e649719043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2c8f71dd4d4172" /><Relationship Type="http://schemas.openxmlformats.org/officeDocument/2006/relationships/notesMaster" Target="/ppt/notesMasters/notesMaster1.xml" Id="Rc68b4e6b158846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7d97760907466b" /><Relationship Type="http://schemas.openxmlformats.org/officeDocument/2006/relationships/notesMaster" Target="/ppt/notesMasters/notesMaster1.xml" Id="R2aecf66e670749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5960600624704" /><Relationship Type="http://schemas.openxmlformats.org/officeDocument/2006/relationships/notesMaster" Target="/ppt/notesMasters/notesMaster1.xml" Id="R69d18f2c97904a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03f17fa2ff4bc8" /><Relationship Type="http://schemas.openxmlformats.org/officeDocument/2006/relationships/notesMaster" Target="/ppt/notesMasters/notesMaster1.xml" Id="Rcf605baf3b024f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b3b69d5634543" /><Relationship Type="http://schemas.openxmlformats.org/officeDocument/2006/relationships/notesMaster" Target="/ppt/notesMasters/notesMaster1.xml" Id="Ra7a02b55491340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8ca8e9e1c84156" /><Relationship Type="http://schemas.openxmlformats.org/officeDocument/2006/relationships/notesMaster" Target="/ppt/notesMasters/notesMaster1.xml" Id="Rcde847b5a42844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bf73d90e5b4f8d" /><Relationship Type="http://schemas.openxmlformats.org/officeDocument/2006/relationships/notesMaster" Target="/ppt/notesMasters/notesMaster1.xml" Id="R28354665022940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98cdf87eb64417" /><Relationship Type="http://schemas.openxmlformats.org/officeDocument/2006/relationships/notesMaster" Target="/ppt/notesMasters/notesMaster1.xml" Id="Rb56b62a2e94549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e98381c31b4411" /><Relationship Type="http://schemas.openxmlformats.org/officeDocument/2006/relationships/notesMaster" Target="/ppt/notesMasters/notesMaster1.xml" Id="Rf325f39ae3c2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141c70371b490f" /><Relationship Type="http://schemas.openxmlformats.org/officeDocument/2006/relationships/notesMaster" Target="/ppt/notesMasters/notesMaster1.xml" Id="R8a44583641ad4b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53aedfa2334587" /><Relationship Type="http://schemas.openxmlformats.org/officeDocument/2006/relationships/notesMaster" Target="/ppt/notesMasters/notesMaster1.xml" Id="R102a7f47bd9c41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d966e8387c4ce7" /><Relationship Type="http://schemas.openxmlformats.org/officeDocument/2006/relationships/notesMaster" Target="/ppt/notesMasters/notesMaster1.xml" Id="Rab72295dab9940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502a1c78b84b4a" /><Relationship Type="http://schemas.openxmlformats.org/officeDocument/2006/relationships/notesMaster" Target="/ppt/notesMasters/notesMaster1.xml" Id="R920fbb22e0804b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132624d96d4bad" /><Relationship Type="http://schemas.openxmlformats.org/officeDocument/2006/relationships/notesMaster" Target="/ppt/notesMasters/notesMaster1.xml" Id="R662a9bc5955345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ab8681ac8d4007" /><Relationship Type="http://schemas.openxmlformats.org/officeDocument/2006/relationships/notesMaster" Target="/ppt/notesMasters/notesMaster1.xml" Id="R6c0be3094ef14b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brief spoken warm-up drawn from the worksheet content; the worksheet has no written starter.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follows the worksheet. Students mark red, amber or green and choose a concrete next action.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final action follows the Revision HQ worksheet rather than inventing a confidence table.</a:t>
            </a:r>
          </a:p>
          <a:p xmlns:a="http://schemas.openxmlformats.org/drawingml/2006/main">
            <a:r>
              <a:t>Sources: Revise 360 experiences/nw-l07.json and worksheets/NW_L07_RevisionHQ_Worksheet.docx.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a4d685c1944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2b2414cda4e62" /><Relationship Type="http://schemas.openxmlformats.org/officeDocument/2006/relationships/slideLayout" Target="/ppt/slideLayouts/slideLayout1.xml" Id="Ra8105c7239d243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05c7239d243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7fac9e5dd4980" /><Relationship Type="http://schemas.openxmlformats.org/officeDocument/2006/relationships/image" Target="/ppt/media/image.png" Id="Rb639a3cc6c4a4366" /><Relationship Type="http://schemas.openxmlformats.org/officeDocument/2006/relationships/image" Target="/ppt/media/image.jpeg" Id="R4745495b1b414c9a" /><Relationship Type="http://schemas.openxmlformats.org/officeDocument/2006/relationships/notesSlide" Target="/ppt/notesSlides/notesSlide1.xml" Id="Rd38a1a824bca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a833cd8d547d7" /><Relationship Type="http://schemas.openxmlformats.org/officeDocument/2006/relationships/image" Target="/ppt/media/image2.png" Id="R8ac8b164a5a242e1" /><Relationship Type="http://schemas.openxmlformats.org/officeDocument/2006/relationships/notesSlide" Target="/ppt/notesSlides/notesSlide2.xml" Id="Ra6651b16d79f45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1fe40af12422a" /><Relationship Type="http://schemas.openxmlformats.org/officeDocument/2006/relationships/image" Target="/ppt/media/image3.png" Id="R43a9889602ac47cc" /><Relationship Type="http://schemas.openxmlformats.org/officeDocument/2006/relationships/notesSlide" Target="/ppt/notesSlides/notesSlide3.xml" Id="R3b736c6fca9044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27ca873904a8d" /><Relationship Type="http://schemas.openxmlformats.org/officeDocument/2006/relationships/image" Target="/ppt/media/image4.png" Id="R357addaf39a7470e" /><Relationship Type="http://schemas.openxmlformats.org/officeDocument/2006/relationships/notesSlide" Target="/ppt/notesSlides/notesSlide4.xml" Id="Rc8f21a5ea2f74b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4756500a04698" /><Relationship Type="http://schemas.openxmlformats.org/officeDocument/2006/relationships/image" Target="/ppt/media/image5.png" Id="R2209af1ac7b841fd" /><Relationship Type="http://schemas.openxmlformats.org/officeDocument/2006/relationships/hyperlink" Target="https://mrp-cs.github.io/Revise360/experience.html?id=nw-l07" TargetMode="External" Id="R60b6f890966a4923" /><Relationship Type="http://schemas.openxmlformats.org/officeDocument/2006/relationships/notesSlide" Target="/ppt/notesSlides/notesSlide5.xml" Id="R4d65a80ee5b04f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fed8705cd4c31" /><Relationship Type="http://schemas.openxmlformats.org/officeDocument/2006/relationships/image" Target="/ppt/media/image6.png" Id="R49bcb38c58d84f01" /><Relationship Type="http://schemas.openxmlformats.org/officeDocument/2006/relationships/notesSlide" Target="/ppt/notesSlides/notesSlide6.xml" Id="R4a0d47b9dc9c4e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0b4b9894b4b26" /><Relationship Type="http://schemas.openxmlformats.org/officeDocument/2006/relationships/image" Target="/ppt/media/image7.png" Id="Rc9264cd301884e9e" /><Relationship Type="http://schemas.openxmlformats.org/officeDocument/2006/relationships/notesSlide" Target="/ppt/notesSlides/notesSlide7.xml" Id="R5001d0e0b23c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13da21d5446c0" /><Relationship Type="http://schemas.openxmlformats.org/officeDocument/2006/relationships/image" Target="/ppt/media/image8.png" Id="R0e46413a1b3b41ea" /><Relationship Type="http://schemas.openxmlformats.org/officeDocument/2006/relationships/notesSlide" Target="/ppt/notesSlides/notesSlide8.xml" Id="R2f4663b62fd147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def9bb9114156" /><Relationship Type="http://schemas.openxmlformats.org/officeDocument/2006/relationships/image" Target="/ppt/media/image9.png" Id="Rc2af05566eb24242" /><Relationship Type="http://schemas.openxmlformats.org/officeDocument/2006/relationships/notesSlide" Target="/ppt/notesSlides/notesSlide9.xml" Id="Rce109e0c0aa240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30620836b40ba" /><Relationship Type="http://schemas.openxmlformats.org/officeDocument/2006/relationships/image" Target="/ppt/media/image10.png" Id="Rcf4db2d875684f03" /><Relationship Type="http://schemas.openxmlformats.org/officeDocument/2006/relationships/notesSlide" Target="/ppt/notesSlides/notesSlide10.xml" Id="R3587e1fa771544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5a50741e4434b" /><Relationship Type="http://schemas.openxmlformats.org/officeDocument/2006/relationships/image" Target="/ppt/media/image11.png" Id="R4bafbfac8d6c4e04" /><Relationship Type="http://schemas.openxmlformats.org/officeDocument/2006/relationships/notesSlide" Target="/ppt/notesSlides/notesSlide11.xml" Id="Re7e85666e7fd41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c0f99ef68440e" /><Relationship Type="http://schemas.openxmlformats.org/officeDocument/2006/relationships/image" Target="/ppt/media/image12.png" Id="Rac655a5a7a53471c" /><Relationship Type="http://schemas.openxmlformats.org/officeDocument/2006/relationships/notesSlide" Target="/ppt/notesSlides/notesSlide12.xml" Id="Rb7aa0b715fa046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60c9ec18d4c2d" /><Relationship Type="http://schemas.openxmlformats.org/officeDocument/2006/relationships/image" Target="/ppt/media/image13.png" Id="R4c2cfec2142c43f3" /><Relationship Type="http://schemas.openxmlformats.org/officeDocument/2006/relationships/notesSlide" Target="/ppt/notesSlides/notesSlide13.xml" Id="R91dedb5c5ca94e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b2bf834384ebc" /><Relationship Type="http://schemas.openxmlformats.org/officeDocument/2006/relationships/image" Target="/ppt/media/image14.png" Id="R8fdcc19c68fd4e9a" /><Relationship Type="http://schemas.openxmlformats.org/officeDocument/2006/relationships/notesSlide" Target="/ppt/notesSlides/notesSlide14.xml" Id="R7c53292108a84b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0fd6e05914a65" /><Relationship Type="http://schemas.openxmlformats.org/officeDocument/2006/relationships/image" Target="/ppt/media/image15.png" Id="R79576a3c6f1947d5" /><Relationship Type="http://schemas.openxmlformats.org/officeDocument/2006/relationships/notesSlide" Target="/ppt/notesSlides/notesSlide15.xml" Id="Re7330c6f53db4a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f3408adf24cdf" /><Relationship Type="http://schemas.openxmlformats.org/officeDocument/2006/relationships/image" Target="/ppt/media/image16.png" Id="R0f0d247c87bf4e56" /><Relationship Type="http://schemas.openxmlformats.org/officeDocument/2006/relationships/notesSlide" Target="/ppt/notesSlides/notesSlide16.xml" Id="R8d900ec930914f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8B3C724-D55A-4F60-9EA1-1A5CAC0B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796BFC7-616B-4944-8908-4725C0C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07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7FE6A3C-BAC5-4E6E-8CB0-1BC21E7D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REVISION HQ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9a3cc6c4a436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E180C9D-83F1-49DA-9442-755B944B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16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B68770F2-8F7D-4EC1-A247-E228661D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Catch-up and revision: lessons 1–6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53EE868A-1AFD-462C-9F69-F8E235C4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REVISION FOCUS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1326F15B-B81D-4346-AD7F-1BEEF2F4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Which lessons need another look?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5495b1b414c9a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30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16BB475-BD56-4CE3-9079-6E929A97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25DAC1B-C411-4199-B392-C579B97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4A0C79F-0E11-4248-9C2B-B8804067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8b164a5a242e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782E9FD-2691-4E05-A5DE-64E37FE1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6FA5A48B-9052-41C4-8F19-93CA2D8A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C0A5A77E-263E-42A7-970E-3E3869D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which lessons I am secure on and which I need to revise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D1B560F-C008-4958-931B-FBB5174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257A6F9D-9741-4E7D-89CF-FDFC9B5C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have completed any outstanding work from lessons 1 to 6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11E7B180-0BF9-49D6-8DF9-19E5AB74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C98B1A02-83BB-4B6C-9DB1-3E6727D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be ready for my mid-topic test next lesson</a:t>
            </a:r>
          </a:p>
        </p:txBody>
      </p:sp>
    </p:spTree>
    <p:extLst>
      <p:ext uri="{BB962C8B-B14F-4D97-AF65-F5344CB8AC3E}">
        <p14:creationId xmlns:p14="http://schemas.microsoft.com/office/powerpoint/2010/main" val="1406486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1A6C49A-5766-4DEC-9D71-FD3A27A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CA6208A-8338-41E1-A073-91C75219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A8C9D00-AC6D-415E-AF83-86DE17A7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Opening question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889602ac47c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B05CE0-3D27-4332-B87D-B5D0583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16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4AC04592-DF18-42DD-B8A6-1399FF1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Recall one key idea from each of Lessons 1 to 6 before opening Revision HQ.</a:t>
            </a:r>
          </a:p>
        </p:txBody>
      </p:sp>
    </p:spTree>
    <p:extLst>
      <p:ext uri="{BB962C8B-B14F-4D97-AF65-F5344CB8AC3E}">
        <p14:creationId xmlns:p14="http://schemas.microsoft.com/office/powerpoint/2010/main" val="1995705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CEC7ACF-F013-4BAE-B515-7F44CAB0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6842279-728C-4416-8278-A04DFD2B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3C74270-CE01-46C4-93B0-C38891FE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Opening question: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addaf39a7470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5707532-83E7-4D15-9B4F-0A0F5594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8F78FD6-9A19-46F0-9C98-D48B5ABC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F3C3F1E3-F0A1-4289-BA69-81D38EF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LAN versus WAN; bandwidth and users; client-server versus peer-to-peer.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2D2CC5C-A9FD-44CB-AAAD-92101BF3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754FB362-23F2-4B02-9A68-95BFCB5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Switch versus router; DNS and cloud; star versus mesh.</a:t>
            </a:r>
          </a:p>
        </p:txBody>
      </p:sp>
    </p:spTree>
    <p:extLst>
      <p:ext uri="{BB962C8B-B14F-4D97-AF65-F5344CB8AC3E}">
        <p14:creationId xmlns:p14="http://schemas.microsoft.com/office/powerpoint/2010/main" val="1627136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B00A9E1-794C-4E57-B60C-B37CAF74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5E32A1C-E499-4802-912D-CA9C8463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07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16EA134-40B5-417B-818D-9D2627E8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9af1ac7b841f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A8EED6-95CC-4EA7-9D3A-9998856F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16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98D0835F-689B-4F97-A7D1-FB4C593B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0b6f890966a4923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8745D05D-1C70-46F8-82F2-84B8A58D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Revision HQ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E392395B-6E90-4C52-B2C5-B872DB0D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E6E5027D-1785-4659-A7D7-35AB1103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THREE key facts IN YOUR OWN WORDS and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AA205187-6385-45AE-9973-13BD689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9233CE40-FF2B-48C7-900B-A5C00F73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Put the ★ DNS steps in order. Copy your station results and total (out of 23) into Section B, then choose a catch-up task.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2B5222DC-7163-4D45-9EF9-95AAF6E7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6DB9DAFB-721B-4F85-8ADC-217AA005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175756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09066AE-FC45-4101-8DBC-40C2708B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F1CD503-E2D7-4397-9537-AD393B79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D249C08-B667-4677-9398-8C50DDB1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cb38c58d84f0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8DC19E5-9586-4A41-B1D0-A1ED2AFC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16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2EF67E56-6D1C-4701-8D69-AA04EC4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Copy your station scores into Section B. Choose one Focus here lesson and a specific catch-up task from Section C.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7BB49817-FACF-4500-9B57-EDD1A71B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891063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072896C-DEB8-4C94-B6FD-1CF2519E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EC22960-D829-4533-9FFC-BE3246F3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A8FBEF8-F7C1-4851-8F95-F7AA6EA2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64cd301884e9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A7997D9-4F77-4A26-BE79-982201A6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16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8CF8D756-3A8F-4FAB-B73D-80F413E2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will you turn a Focus here result into a task you can complete before the test?</a:t>
            </a:r>
          </a:p>
        </p:txBody>
      </p:sp>
    </p:spTree>
    <p:extLst>
      <p:ext uri="{BB962C8B-B14F-4D97-AF65-F5344CB8AC3E}">
        <p14:creationId xmlns:p14="http://schemas.microsoft.com/office/powerpoint/2010/main" val="292315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9B61B71-16BA-4825-BAA8-B77C0AC0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17C8F5A-B32D-466F-8C27-3F6F1D4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22A544C-FDAF-422F-BA39-A86E539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6413a1b3b41e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DFB4417-9153-4ADB-B794-96DA89EF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F6857F1-9A91-4BBF-8A5B-5DE3BF05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BC03EF9A-7353-44A7-9408-A51A928C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the lowest station score to select a lesson rather than guessing.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16092609-67EE-492F-A494-35EB3F8E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EF5F94F-7981-4257-8A72-C610BF9B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Finish its worksheet task, then reopen the experience in review mode to retry missed questions.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7BDF3AB8-2983-4236-9B95-76473470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6A769BAD-AF62-43A4-B59F-D8A0204A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Record the experience revisited and the number of questions retried.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AF115183-4ED4-46CD-BD4A-FB2303C7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FDA652B6-258B-4933-9897-B34D8773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example: revise the Lesson 5 DNS sequence, complete that worksheet section, then retry the DNS station in review mode.</a:t>
            </a:r>
          </a:p>
        </p:txBody>
      </p:sp>
    </p:spTree>
    <p:extLst>
      <p:ext uri="{BB962C8B-B14F-4D97-AF65-F5344CB8AC3E}">
        <p14:creationId xmlns:p14="http://schemas.microsoft.com/office/powerpoint/2010/main" val="1992544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BBA1FAB-9DB9-4DD8-A52C-F5145122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4A379E7-A6D5-44FC-81A8-6D6862BB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899268-67C2-4A0D-869A-237C873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f05566eb2424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BEB1F8D-A34E-4F00-8291-7F3F5001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16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056A3CA5-B64D-4D78-883B-95E94A7D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CA6D84FF-C776-43B7-A4CB-345292AA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Lesson 1: Types of network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765D5B01-E88A-4D9D-9568-12FDA711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LANs cover a local site and usually have organisation-owned hardware. WANs span larger areas and join LANs.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7B62F458-0286-45A4-9F6D-CABCC4FA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Lesson 2: Network performance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3C62BA89-26C7-4ED4-B445-E0EBE2A2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Extra CCTV streams need bandwidth and may increase congestion. Check users, media, errors and latency too.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C353B7E-0D94-47A2-B9BB-9C95D943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Lesson 3: Client-server and P2P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93011BAD-72B7-4A60-AFBF-1B3E08FD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Torrenting is peer-to-peer: each peer can send pieces of the file to other peers.</a:t>
            </a:r>
          </a:p>
        </p:txBody>
      </p:sp>
    </p:spTree>
    <p:extLst>
      <p:ext uri="{BB962C8B-B14F-4D97-AF65-F5344CB8AC3E}">
        <p14:creationId xmlns:p14="http://schemas.microsoft.com/office/powerpoint/2010/main" val="1779389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F4C6DA1-A842-493F-96CF-29953F3E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AAC6025-7078-4937-8DEB-BB451AF8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9BCB864-9ECA-4472-BFAB-5A4F5B1C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db2d875684f0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D826A70-04FF-4F1E-A372-E1980C54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16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2C0D3779-6793-4174-96D3-968AF1A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391710B8-3F05-4976-B858-EFFAA86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Lesson 4: LAN hardware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6CDFEA15-9219-4D2B-AF54-3E5C1BB9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switch forwards frames within one LAN using MAC addresses. A router links networks using IP addresses.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983629E7-F1C5-4CE4-B87F-C978E558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Lesson 5: The internet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94CC6D84-A995-4C7D-B0A4-F896D1CF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Cloud apps and files can be reached from several devices without local installation, provided the internet and service work.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4CF9C372-D0D8-42E6-8BAA-8AB4AD7E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Lesson 6: Star and mesh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FB6AA61E-3978-4581-BA25-2A2B6911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Mesh offers alternative routes when a link fails. A star depends on its central switch.</a:t>
            </a:r>
          </a:p>
        </p:txBody>
      </p:sp>
    </p:spTree>
    <p:extLst>
      <p:ext uri="{BB962C8B-B14F-4D97-AF65-F5344CB8AC3E}">
        <p14:creationId xmlns:p14="http://schemas.microsoft.com/office/powerpoint/2010/main" val="6133246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096CE16-33E4-4BAE-9528-D9B5208E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3C1DDB8-B022-4CDE-BC6B-2AF01A3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FEAF288-068E-4DCD-9EF8-2418ED94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fbfac8d6c4e0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842AAF-E5B9-4F30-9609-37A42EF1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9FA2C35-0B91-4726-84BD-B3935FB0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BC234291-BB76-45F0-A020-A6AF5C1D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 type www.google.com into the browser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890069D-C940-4BD0-B9B8-16DD6E79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FC103C05-7F75-43F2-9EE6-0EB0C22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browser asks a DNS server for the IP address of www.google.com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AF4345B2-3096-4C13-80CB-49D95DC5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1DB15187-365D-42DD-9C9D-C58A2238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DNS servers look up the domain name, asking other DNS servers if they need to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394AF1A5-8938-4EF5-AEDC-728883F2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CF9C95B4-9850-4FD4-A0DA-616C1D01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IP address is sent back to the browser</a:t>
            </a:r>
          </a:p>
        </p:txBody>
      </p:sp>
    </p:spTree>
    <p:extLst>
      <p:ext uri="{BB962C8B-B14F-4D97-AF65-F5344CB8AC3E}">
        <p14:creationId xmlns:p14="http://schemas.microsoft.com/office/powerpoint/2010/main" val="18010742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AE7F53E-AEC6-483E-9A9F-5C94DE08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A4C53A4-DE99-49EC-B952-39BD2CB9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42233E1-8396-4A89-94E0-F24B0044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 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55a5a7a53471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0B121B1-CC1D-4259-8EC6-820FDC6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16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403154D4-8314-49E2-9742-9356F17F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2F067C83-328B-4524-B13D-D3F5AEAB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browser uses the IP address to request the page from the web server, which sends it back</a:t>
            </a:r>
          </a:p>
        </p:txBody>
      </p:sp>
    </p:spTree>
    <p:extLst>
      <p:ext uri="{BB962C8B-B14F-4D97-AF65-F5344CB8AC3E}">
        <p14:creationId xmlns:p14="http://schemas.microsoft.com/office/powerpoint/2010/main" val="14691374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183C9DD-6C83-451A-83E6-1C19A67D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B353E3C-BEEB-4ABC-96A9-B91ECBD3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F0E7BB8-C023-48A3-A3B7-C92AF665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cfec2142c43f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9229AD-EC80-4AAC-AA5C-06609218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16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197D5C95-7B5B-4594-9C68-0A2B37E0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D9DD9114-46A6-4F3D-BC18-8FBF7C3A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does the internet work? Use the terms WAN, router, DNS and web server.  [4]</a:t>
            </a:r>
          </a:p>
        </p:txBody>
      </p:sp>
    </p:spTree>
    <p:extLst>
      <p:ext uri="{BB962C8B-B14F-4D97-AF65-F5344CB8AC3E}">
        <p14:creationId xmlns:p14="http://schemas.microsoft.com/office/powerpoint/2010/main" val="1050498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84218D1-FE1F-4738-89CB-113C7C58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20C7860-2AF9-4638-ADB3-912E1314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2182D81-9855-495E-B613-781B9988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cc19c68fd4e9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C927E93-1E6A-4577-9056-D82183D0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16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EE12B5CD-5095-4045-A781-86FBAB15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23D3A4A9-6835-42A5-920E-B4BADB1F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browser uses DNS to find a web server's IP address. Its request travels through routers across the internet, a worldwide WAN. The web server sends the page back to the browser.</a:t>
            </a:r>
          </a:p>
        </p:txBody>
      </p:sp>
    </p:spTree>
    <p:extLst>
      <p:ext uri="{BB962C8B-B14F-4D97-AF65-F5344CB8AC3E}">
        <p14:creationId xmlns:p14="http://schemas.microsoft.com/office/powerpoint/2010/main" val="10700548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3363F8D-51B1-4F96-BAC0-8B4734A4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12E9F50-DC19-4DFB-B4A6-C1FE11C7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66EB634-B4A4-41DB-8934-27943F86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Revision checklist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76a3c6f1947d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ADD5B11-9212-4D77-88C6-C15FFE60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16</a:t>
            </a:r>
          </a:p>
        </p:txBody>
      </p:sp>
      <p:sp>
        <p:nvSpPr>
          <p:cNvPr id="6" name="rag">
            <a:extLst xmlns:a="http://schemas.openxmlformats.org/drawingml/2006/main">
              <a:ext uri="{FF2B5EF4-FFF2-40B4-BE49-F238E27FC236}">
                <a16:creationId xmlns:a16="http://schemas.microsoft.com/office/drawing/2014/main" id="{63B323C9-298D-40A8-AF65-7669F038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RAG these areas on your worksheet and select the next task.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0A64C5D4-DA45-4454-A98D-C0A7286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A72A55DD-B99B-4E30-9977-81FC4E56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47875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 1: LAN/WAN comparison and network advantages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C8D2313F-9AFF-42D5-95A7-553DF1F9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EC19D9BB-A085-4C65-BDD5-D244D4E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 2: five performance factors and examples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D49E461-58D1-43BE-85BE-3FB2A9D6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F9DB5A0A-DA70-4881-A5FF-C419FE6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48025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 3: client-server and peer-to-peer diagrams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611ACFB5-4AD6-4BBF-8241-9B6AF431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A3A10361-16F8-4C94-A7F9-A0C66562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 4: switch, router, WAP, NIC, UTP and fibre</a:t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D84B15E3-F1A3-4A22-ACD0-6F96142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B43EF06C-443C-4A6F-8354-7B0B3CF5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48175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 5: internet, DNS, hosting and cloud</a:t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4296C22B-7C7C-4C9F-BE68-38E0D285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A465247B-5E56-417A-96C9-61B6B844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Lesson 6: star and mesh diagrams and comparisons</a:t>
            </a:r>
          </a:p>
        </p:txBody>
      </p:sp>
    </p:spTree>
    <p:extLst>
      <p:ext uri="{BB962C8B-B14F-4D97-AF65-F5344CB8AC3E}">
        <p14:creationId xmlns:p14="http://schemas.microsoft.com/office/powerpoint/2010/main" val="6455616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F518AEA-1C33-4503-B088-B9978B2C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EA5E5DF-58F9-469A-A673-2B56EE36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07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EE7761A-8EB4-4377-9785-5353A0AB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My next revision task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d247c87bf4e5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AF79EF-987B-48E0-9176-5B527860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16</a:t>
            </a:r>
          </a:p>
        </p:txBody>
      </p:sp>
      <p:sp>
        <p:nvSpPr>
          <p:cNvPr id="6" name="next-1">
            <a:extLst xmlns:a="http://schemas.openxmlformats.org/drawingml/2006/main">
              <a:ext uri="{FF2B5EF4-FFF2-40B4-BE49-F238E27FC236}">
                <a16:creationId xmlns:a16="http://schemas.microsoft.com/office/drawing/2014/main" id="{6A783E48-1D69-4E7D-8ABF-D7F73583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Use your Section B results to mark one lesson Focus here.</a:t>
            </a:r>
          </a:p>
        </p:txBody>
      </p:sp>
      <p:sp>
        <p:nvSpPr>
          <p:cNvPr id="7" name="next-2">
            <a:extLst xmlns:a="http://schemas.openxmlformats.org/drawingml/2006/main">
              <a:ext uri="{FF2B5EF4-FFF2-40B4-BE49-F238E27FC236}">
                <a16:creationId xmlns:a16="http://schemas.microsoft.com/office/drawing/2014/main" id="{19DEC686-3A1C-4870-96C4-679CC9B6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Complete its catch-up task in Section C.</a:t>
            </a:r>
          </a:p>
        </p:txBody>
      </p:sp>
      <p:sp>
        <p:nvSpPr>
          <p:cNvPr id="8" name="next-3">
            <a:extLst xmlns:a="http://schemas.openxmlformats.org/drawingml/2006/main">
              <a:ext uri="{FF2B5EF4-FFF2-40B4-BE49-F238E27FC236}">
                <a16:creationId xmlns:a16="http://schemas.microsoft.com/office/drawing/2014/main" id="{411EFA16-82BF-4A0A-9395-A96ABD1A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477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3. Reopen that experience in review mode and retry the questions you missed.</a:t>
            </a:r>
          </a:p>
        </p:txBody>
      </p:sp>
    </p:spTree>
    <p:extLst>
      <p:ext uri="{BB962C8B-B14F-4D97-AF65-F5344CB8AC3E}">
        <p14:creationId xmlns:p14="http://schemas.microsoft.com/office/powerpoint/2010/main" val="1746929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2026-09-25T14:19:20.9440000Z</dcterms:created>
  <dcterms:modified xsi:type="dcterms:W3CDTF">2026-09-25T14:19:20.9440000Z</dcterms:modified>
</coreProperties>
</file>
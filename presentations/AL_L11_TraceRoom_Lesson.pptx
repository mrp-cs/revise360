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11: Trace room.
Open the experience at revise360.co.uk and hand out AL_L11_TraceRoom_Worksheet.docx.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a trace table is.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Filling one in.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Tracing a loop.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Tracing selection.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Finding the bug with a trace.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Trace tables in the exam.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records what every variable holds as a program runs. It is how you find a logic error without a computer, and it appears on the exam paper every year.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and why do programmers use a trace table?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a trace table is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and why trace tables help with debugging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complete a trace table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table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Dry 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081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081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0144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10144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out, on paper, what this gives:  total = 0, then add 1, then 2, then 3, then 4. Write down the total after each step.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Trace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trace table 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has one column per variable, plus one for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work through the program line by line, writing down each value as it changes.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also called a dry run: running the program in your head.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programmer would trace a program by hand.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Filling one in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write a value when it changes, so the table stays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strictly line by line, in the order the program actually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loops round as many times as the program does, not as many as you expect.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short loop by hand and record every change.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fill in a trace table, I...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a loop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time round the loop, write a new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 the loop condition each time before going round again.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row shows the values when the loop stops.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while loop that halves a number until it reaches one.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a loop means...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selection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an if statement, decide which branch runs with the current values.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the lines in that branch change anything.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which branch was taken if the table has a column for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program that reports a grade from a mark.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selection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Finding the bug with a trace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the program with an input you know the answer for.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each value with what it should be.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row where they differ points at the line with the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faulty program and identify the line that is wrong.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finds a bug by...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tables in the exam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Fill in every row asked for, even if a value repeats.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 the output in the output column, not in a variable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slowly: almost all lost marks here come from rushing.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a full trace table for a given program.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exam, a trace table must...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last program to follow line by line. Tap the star and complete the table.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a dry run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a program in your head with pen and paper is a dry run; the trace table is where you write it down.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debuggers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programmers had no way to inspect a running program, so tracing by hand was the only debugging technique there was.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used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Professional programmers still trace tricky loops by hand, because a debugger shows what happens and a trace shows why.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Watch the loop condition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trace table mistakes come from going round a loop one time too many or too few. Check the condition every time.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a trace table.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a trace table helps a programmer find a logic error.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the trace table for the program shown, which is run with an input of 9.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trace table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loops and selection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trace to find a bug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Trace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11 — Trace room</dc:title>
  <dc:subject>OCR J277 GCSE Computer Science</dc:subject>
  <dc:creator>Revise 360 Ltd</dc:creator>
  <cp:lastModifiedBy>Revise 360 Ltd</cp:lastModifiedBy>
  <cp:revision>1</cp:revision>
  <dcterms:created xsi:type="dcterms:W3CDTF">2026-10-01T02:35:31Z</dcterms:created>
  <dcterms:modified xsi:type="dcterms:W3CDTF">2026-10-01T02:35:31Z</dcterms:modified>
</cp:coreProperties>
</file>
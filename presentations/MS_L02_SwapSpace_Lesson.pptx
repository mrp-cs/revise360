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c9c2dc366244f5" /><Relationship Type="http://schemas.openxmlformats.org/officeDocument/2006/relationships/extended-properties" Target="/docProps/app.xml" Id="R9c3d9bb2228e478c" /><Relationship Type="http://schemas.openxmlformats.org/officeDocument/2006/relationships/officeDocument" Target="/ppt/presentation.xml" Id="R6481cfb0abc040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fceb8a4c6d4674"/>
  </p:sldMasterIdLst>
  <p:notesMasterIdLst>
    <p:notesMasterId xmlns:r="http://schemas.openxmlformats.org/officeDocument/2006/relationships" r:id="Rd6d38bed4eb74eae"/>
  </p:notesMasterIdLst>
  <p:sldIdLst>
    <p:sldId xmlns:r="http://schemas.openxmlformats.org/officeDocument/2006/relationships" id="256" r:id="R86f2cbdd15f14e64"/>
    <p:sldId xmlns:r="http://schemas.openxmlformats.org/officeDocument/2006/relationships" id="257" r:id="R298b913f217b464e"/>
    <p:sldId xmlns:r="http://schemas.openxmlformats.org/officeDocument/2006/relationships" id="258" r:id="R13b4a69b6f124ebc"/>
    <p:sldId xmlns:r="http://schemas.openxmlformats.org/officeDocument/2006/relationships" id="259" r:id="R0e36b0ee9e394f5f"/>
    <p:sldId xmlns:r="http://schemas.openxmlformats.org/officeDocument/2006/relationships" id="260" r:id="R32951cdd2c694a73"/>
    <p:sldId xmlns:r="http://schemas.openxmlformats.org/officeDocument/2006/relationships" id="261" r:id="R4d8ed6a461754fbf"/>
    <p:sldId xmlns:r="http://schemas.openxmlformats.org/officeDocument/2006/relationships" id="262" r:id="R74dbf47bc35b429f"/>
    <p:sldId xmlns:r="http://schemas.openxmlformats.org/officeDocument/2006/relationships" id="263" r:id="Rf16d4528a8b24724"/>
    <p:sldId xmlns:r="http://schemas.openxmlformats.org/officeDocument/2006/relationships" id="264" r:id="R47ee12573e824e53"/>
    <p:sldId xmlns:r="http://schemas.openxmlformats.org/officeDocument/2006/relationships" id="265" r:id="Ree734ee66a0e4dd9"/>
    <p:sldId xmlns:r="http://schemas.openxmlformats.org/officeDocument/2006/relationships" id="266" r:id="R145475b035144a4b"/>
    <p:sldId xmlns:r="http://schemas.openxmlformats.org/officeDocument/2006/relationships" id="267" r:id="Rd554d9f921b34822"/>
    <p:sldId xmlns:r="http://schemas.openxmlformats.org/officeDocument/2006/relationships" id="268" r:id="R1ec303d6d86f4337"/>
    <p:sldId xmlns:r="http://schemas.openxmlformats.org/officeDocument/2006/relationships" id="269" r:id="Rfbabd4e73ae24b0a"/>
    <p:sldId xmlns:r="http://schemas.openxmlformats.org/officeDocument/2006/relationships" id="270" r:id="Rccbcc608ca2d4ccf"/>
    <p:sldId xmlns:r="http://schemas.openxmlformats.org/officeDocument/2006/relationships" id="271" r:id="R33f23adb69d64282"/>
    <p:sldId xmlns:r="http://schemas.openxmlformats.org/officeDocument/2006/relationships" id="272" r:id="R53d1a3df3163406a"/>
    <p:sldId xmlns:r="http://schemas.openxmlformats.org/officeDocument/2006/relationships" id="273" r:id="Rffbce7ddbcde4bb2"/>
    <p:sldId xmlns:r="http://schemas.openxmlformats.org/officeDocument/2006/relationships" id="274" r:id="Rd89c2e6308134a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0ecbda5d394f12" /><Relationship Type="http://schemas.openxmlformats.org/officeDocument/2006/relationships/slideMaster" Target="/ppt/slideMasters/slideMaster1.xml" Id="Ra3fceb8a4c6d4674" /><Relationship Type="http://schemas.openxmlformats.org/officeDocument/2006/relationships/notesMaster" Target="/ppt/notesMasters/notesMaster1.xml" Id="Rd6d38bed4eb74eae" /><Relationship Type="http://schemas.openxmlformats.org/officeDocument/2006/relationships/presProps" Target="/ppt/presProps.xml" Id="R2c3d8023aaa74c60" /><Relationship Type="http://schemas.openxmlformats.org/officeDocument/2006/relationships/tableStyles" Target="/ppt/tableStyles.xml" Id="R74261993a07c4f67" /><Relationship Type="http://schemas.openxmlformats.org/officeDocument/2006/relationships/slide" Target="/ppt/slides/slide1.xml" Id="R86f2cbdd15f14e64" /><Relationship Type="http://schemas.openxmlformats.org/officeDocument/2006/relationships/slide" Target="/ppt/slides/slide2.xml" Id="R298b913f217b464e" /><Relationship Type="http://schemas.openxmlformats.org/officeDocument/2006/relationships/slide" Target="/ppt/slides/slide3.xml" Id="R13b4a69b6f124ebc" /><Relationship Type="http://schemas.openxmlformats.org/officeDocument/2006/relationships/slide" Target="/ppt/slides/slide4.xml" Id="R0e36b0ee9e394f5f" /><Relationship Type="http://schemas.openxmlformats.org/officeDocument/2006/relationships/slide" Target="/ppt/slides/slide5.xml" Id="R32951cdd2c694a73" /><Relationship Type="http://schemas.openxmlformats.org/officeDocument/2006/relationships/slide" Target="/ppt/slides/slide6.xml" Id="R4d8ed6a461754fbf" /><Relationship Type="http://schemas.openxmlformats.org/officeDocument/2006/relationships/slide" Target="/ppt/slides/slide7.xml" Id="R74dbf47bc35b429f" /><Relationship Type="http://schemas.openxmlformats.org/officeDocument/2006/relationships/slide" Target="/ppt/slides/slide8.xml" Id="Rf16d4528a8b24724" /><Relationship Type="http://schemas.openxmlformats.org/officeDocument/2006/relationships/slide" Target="/ppt/slides/slide9.xml" Id="R47ee12573e824e53" /><Relationship Type="http://schemas.openxmlformats.org/officeDocument/2006/relationships/slide" Target="/ppt/slides/slide10.xml" Id="Ree734ee66a0e4dd9" /><Relationship Type="http://schemas.openxmlformats.org/officeDocument/2006/relationships/slide" Target="/ppt/slides/slide11.xml" Id="R145475b035144a4b" /><Relationship Type="http://schemas.openxmlformats.org/officeDocument/2006/relationships/slide" Target="/ppt/slides/slide12.xml" Id="Rd554d9f921b34822" /><Relationship Type="http://schemas.openxmlformats.org/officeDocument/2006/relationships/slide" Target="/ppt/slides/slide13.xml" Id="R1ec303d6d86f4337" /><Relationship Type="http://schemas.openxmlformats.org/officeDocument/2006/relationships/slide" Target="/ppt/slides/slide14.xml" Id="Rfbabd4e73ae24b0a" /><Relationship Type="http://schemas.openxmlformats.org/officeDocument/2006/relationships/slide" Target="/ppt/slides/slide15.xml" Id="Rccbcc608ca2d4ccf" /><Relationship Type="http://schemas.openxmlformats.org/officeDocument/2006/relationships/slide" Target="/ppt/slides/slide16.xml" Id="R33f23adb69d64282" /><Relationship Type="http://schemas.openxmlformats.org/officeDocument/2006/relationships/slide" Target="/ppt/slides/slide17.xml" Id="R53d1a3df3163406a" /><Relationship Type="http://schemas.openxmlformats.org/officeDocument/2006/relationships/slide" Target="/ppt/slides/slide18.xml" Id="Rffbce7ddbcde4bb2" /><Relationship Type="http://schemas.openxmlformats.org/officeDocument/2006/relationships/slide" Target="/ppt/slides/slide19.xml" Id="Rd89c2e6308134a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b640b1bf9d4e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a645a000ad4e57" /><Relationship Type="http://schemas.openxmlformats.org/officeDocument/2006/relationships/notesMaster" Target="/ppt/notesMasters/notesMaster1.xml" Id="R67b5ea2546974a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e95b08bd8440a1" /><Relationship Type="http://schemas.openxmlformats.org/officeDocument/2006/relationships/notesMaster" Target="/ppt/notesMasters/notesMaster1.xml" Id="Ra3be174090e24b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5edbf5e6764943" /><Relationship Type="http://schemas.openxmlformats.org/officeDocument/2006/relationships/notesMaster" Target="/ppt/notesMasters/notesMaster1.xml" Id="R34d4b06d877747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8d58fb6edd4b99" /><Relationship Type="http://schemas.openxmlformats.org/officeDocument/2006/relationships/notesMaster" Target="/ppt/notesMasters/notesMaster1.xml" Id="Rbfa35c96d3c747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ec7a7803cb4d67" /><Relationship Type="http://schemas.openxmlformats.org/officeDocument/2006/relationships/notesMaster" Target="/ppt/notesMasters/notesMaster1.xml" Id="Raba49cca166c48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95f45e8aa04530" /><Relationship Type="http://schemas.openxmlformats.org/officeDocument/2006/relationships/notesMaster" Target="/ppt/notesMasters/notesMaster1.xml" Id="R4bce66a5ae974e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92f7aac6874f2a" /><Relationship Type="http://schemas.openxmlformats.org/officeDocument/2006/relationships/notesMaster" Target="/ppt/notesMasters/notesMaster1.xml" Id="R24a4de97cbf447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6acf89d56541a4" /><Relationship Type="http://schemas.openxmlformats.org/officeDocument/2006/relationships/notesMaster" Target="/ppt/notesMasters/notesMaster1.xml" Id="Ree1bebde2d654a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219274999446dc" /><Relationship Type="http://schemas.openxmlformats.org/officeDocument/2006/relationships/notesMaster" Target="/ppt/notesMasters/notesMaster1.xml" Id="R5b787669f2d44b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b73738edd34d84" /><Relationship Type="http://schemas.openxmlformats.org/officeDocument/2006/relationships/notesMaster" Target="/ppt/notesMasters/notesMaster1.xml" Id="Re8b34db67fe546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abd727e6a141a4" /><Relationship Type="http://schemas.openxmlformats.org/officeDocument/2006/relationships/notesMaster" Target="/ppt/notesMasters/notesMaster1.xml" Id="Rb5ef6333ac0647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644445b6d4420e" /><Relationship Type="http://schemas.openxmlformats.org/officeDocument/2006/relationships/notesMaster" Target="/ppt/notesMasters/notesMaster1.xml" Id="Rb103bf59758542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41bdc8cf2641f0" /><Relationship Type="http://schemas.openxmlformats.org/officeDocument/2006/relationships/notesMaster" Target="/ppt/notesMasters/notesMaster1.xml" Id="R046cc67bf1b540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97e32840664332" /><Relationship Type="http://schemas.openxmlformats.org/officeDocument/2006/relationships/notesMaster" Target="/ppt/notesMasters/notesMaster1.xml" Id="R8de49ba1f33340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d77bbd6fb34fbf" /><Relationship Type="http://schemas.openxmlformats.org/officeDocument/2006/relationships/notesMaster" Target="/ppt/notesMasters/notesMaster1.xml" Id="R6150003252c743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c14a76dd8a4152" /><Relationship Type="http://schemas.openxmlformats.org/officeDocument/2006/relationships/notesMaster" Target="/ppt/notesMasters/notesMaster1.xml" Id="R36737bcd516d47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e54cda843e4f80" /><Relationship Type="http://schemas.openxmlformats.org/officeDocument/2006/relationships/notesMaster" Target="/ppt/notesMasters/notesMaster1.xml" Id="R531d4e761d2a4c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f2870b679741ac" /><Relationship Type="http://schemas.openxmlformats.org/officeDocument/2006/relationships/notesMaster" Target="/ppt/notesMasters/notesMaster1.xml" Id="R7b6e0d976bf14b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18a5d89d075468b" /><Relationship Type="http://schemas.openxmlformats.org/officeDocument/2006/relationships/notesMaster" Target="/ppt/notesMasters/notesMaster1.xml" Id="R764f7ede474744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two terms printed on the worksheet before marking them.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students attempt the definitions; accept accurate wording in their own words.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experiences/ms-l02.json and worksheets/MS_L02_SwapSpace_Worksheet.docx.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dc2adbf3b49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4b5be073b74724" /><Relationship Type="http://schemas.openxmlformats.org/officeDocument/2006/relationships/slideLayout" Target="/ppt/slideLayouts/slideLayout1.xml" Id="R2c9a9bb2527f49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9a9bb2527f49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6806c66e647e5" /><Relationship Type="http://schemas.openxmlformats.org/officeDocument/2006/relationships/image" Target="/ppt/media/image.png" Id="R837735efc2774887" /><Relationship Type="http://schemas.openxmlformats.org/officeDocument/2006/relationships/image" Target="/ppt/media/image.jpeg" Id="Rb520f4ca988b44bd" /><Relationship Type="http://schemas.openxmlformats.org/officeDocument/2006/relationships/notesSlide" Target="/ppt/notesSlides/notesSlide1.xml" Id="Rda4ba3190d4549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1ee5ed8214dd5" /><Relationship Type="http://schemas.openxmlformats.org/officeDocument/2006/relationships/image" Target="/ppt/media/image2.png" Id="R8fef7695a01a4a46" /><Relationship Type="http://schemas.openxmlformats.org/officeDocument/2006/relationships/notesSlide" Target="/ppt/notesSlides/notesSlide2.xml" Id="Rb2bdaec6c8054a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61916381c45b9" /><Relationship Type="http://schemas.openxmlformats.org/officeDocument/2006/relationships/image" Target="/ppt/media/image3.png" Id="R828eb1f4aa694dce" /><Relationship Type="http://schemas.openxmlformats.org/officeDocument/2006/relationships/notesSlide" Target="/ppt/notesSlides/notesSlide3.xml" Id="R637de7b5dd8e42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ed1660c774166" /><Relationship Type="http://schemas.openxmlformats.org/officeDocument/2006/relationships/image" Target="/ppt/media/image4.png" Id="R78b4acb803d44e6f" /><Relationship Type="http://schemas.openxmlformats.org/officeDocument/2006/relationships/notesSlide" Target="/ppt/notesSlides/notesSlide4.xml" Id="R1a986f96038b46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6d16da96745f9" /><Relationship Type="http://schemas.openxmlformats.org/officeDocument/2006/relationships/image" Target="/ppt/media/image5.png" Id="Rca6faef054f54df5" /><Relationship Type="http://schemas.openxmlformats.org/officeDocument/2006/relationships/notesSlide" Target="/ppt/notesSlides/notesSlide5.xml" Id="Rf746d52c5e5d46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aa832cbc94399" /><Relationship Type="http://schemas.openxmlformats.org/officeDocument/2006/relationships/image" Target="/ppt/media/image6.png" Id="R1c768b90715248a7" /><Relationship Type="http://schemas.openxmlformats.org/officeDocument/2006/relationships/notesSlide" Target="/ppt/notesSlides/notesSlide6.xml" Id="R1076ffc7a8de42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79f7801df4f48" /><Relationship Type="http://schemas.openxmlformats.org/officeDocument/2006/relationships/image" Target="/ppt/media/image7.png" Id="R1452fa30c9e743f5" /><Relationship Type="http://schemas.openxmlformats.org/officeDocument/2006/relationships/hyperlink" Target="https://mrp-cs.github.io/Revise360/experience.html?id=ms-l02" TargetMode="External" Id="Re05c9a9598d4480b" /><Relationship Type="http://schemas.openxmlformats.org/officeDocument/2006/relationships/notesSlide" Target="/ppt/notesSlides/notesSlide7.xml" Id="R2777c094d09144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38b55406845e7" /><Relationship Type="http://schemas.openxmlformats.org/officeDocument/2006/relationships/image" Target="/ppt/media/image8.png" Id="R0f54850e030a4ac2" /><Relationship Type="http://schemas.openxmlformats.org/officeDocument/2006/relationships/notesSlide" Target="/ppt/notesSlides/notesSlide8.xml" Id="R44c606261c944f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12ea0c3d84c72" /><Relationship Type="http://schemas.openxmlformats.org/officeDocument/2006/relationships/image" Target="/ppt/media/image9.png" Id="Re22de96995c14f8c" /><Relationship Type="http://schemas.openxmlformats.org/officeDocument/2006/relationships/notesSlide" Target="/ppt/notesSlides/notesSlide9.xml" Id="Rd4a6c1a74ebe41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01688b5d241ab" /><Relationship Type="http://schemas.openxmlformats.org/officeDocument/2006/relationships/image" Target="/ppt/media/image10.png" Id="R58b5b13f36a148ef" /><Relationship Type="http://schemas.openxmlformats.org/officeDocument/2006/relationships/notesSlide" Target="/ppt/notesSlides/notesSlide10.xml" Id="R52dfdbbed65b45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45cc707e5429c" /><Relationship Type="http://schemas.openxmlformats.org/officeDocument/2006/relationships/image" Target="/ppt/media/image11.png" Id="Rccc0151826bd478c" /><Relationship Type="http://schemas.openxmlformats.org/officeDocument/2006/relationships/notesSlide" Target="/ppt/notesSlides/notesSlide11.xml" Id="R1f6a55bca2644d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79a3d5fc3461d" /><Relationship Type="http://schemas.openxmlformats.org/officeDocument/2006/relationships/image" Target="/ppt/media/image12.png" Id="Ra4bf322bce4c43a6" /><Relationship Type="http://schemas.openxmlformats.org/officeDocument/2006/relationships/notesSlide" Target="/ppt/notesSlides/notesSlide12.xml" Id="Rb89eb74f2e8a42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15718ff2e44e1" /><Relationship Type="http://schemas.openxmlformats.org/officeDocument/2006/relationships/image" Target="/ppt/media/image13.png" Id="Re92db3f1fad24d42" /><Relationship Type="http://schemas.openxmlformats.org/officeDocument/2006/relationships/notesSlide" Target="/ppt/notesSlides/notesSlide13.xml" Id="Rfead6494cd804a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d8d42fc8b4940" /><Relationship Type="http://schemas.openxmlformats.org/officeDocument/2006/relationships/image" Target="/ppt/media/image14.png" Id="R96511b97352f43e7" /><Relationship Type="http://schemas.openxmlformats.org/officeDocument/2006/relationships/notesSlide" Target="/ppt/notesSlides/notesSlide14.xml" Id="R9b9e81f3ff9445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c11072e8f49e7" /><Relationship Type="http://schemas.openxmlformats.org/officeDocument/2006/relationships/image" Target="/ppt/media/image15.png" Id="R6903edc49604429d" /><Relationship Type="http://schemas.openxmlformats.org/officeDocument/2006/relationships/notesSlide" Target="/ppt/notesSlides/notesSlide15.xml" Id="Ra7c89da4ac944c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2bb731c5a4c51" /><Relationship Type="http://schemas.openxmlformats.org/officeDocument/2006/relationships/image" Target="/ppt/media/image16.png" Id="Rcb2e98370a964aa6" /><Relationship Type="http://schemas.openxmlformats.org/officeDocument/2006/relationships/notesSlide" Target="/ppt/notesSlides/notesSlide16.xml" Id="Re81d533516664e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f4e0d0b84620" /><Relationship Type="http://schemas.openxmlformats.org/officeDocument/2006/relationships/image" Target="/ppt/media/image17.png" Id="Rcafc372d209648dc" /><Relationship Type="http://schemas.openxmlformats.org/officeDocument/2006/relationships/notesSlide" Target="/ppt/notesSlides/notesSlide17.xml" Id="Ref9926d44cf945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3bf72b8e74883" /><Relationship Type="http://schemas.openxmlformats.org/officeDocument/2006/relationships/image" Target="/ppt/media/image18.png" Id="Rb81d1a2c8cae4dcc" /><Relationship Type="http://schemas.openxmlformats.org/officeDocument/2006/relationships/notesSlide" Target="/ppt/notesSlides/notesSlide18.xml" Id="R48b7717d4bf345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9129a5e19452e" /><Relationship Type="http://schemas.openxmlformats.org/officeDocument/2006/relationships/image" Target="/ppt/media/image19.png" Id="R265dd40306e34468" /><Relationship Type="http://schemas.openxmlformats.org/officeDocument/2006/relationships/notesSlide" Target="/ppt/notesSlides/notesSlide19.xml" Id="R0ea595e9123943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0ABAD7E-6448-401F-800E-22D3F3F0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C29E89F-3BA7-4922-A0F9-5FEB796A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02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8D6CA0E-05EB-4DC5-9900-613EFE71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SWAP SPACE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735efc277488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C0B6C88-51E0-4A18-BA3D-8183466F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19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238E1516-AD3A-4BCD-969D-96BD046B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Virtual memory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25E566BB-9876-419C-A844-7D071965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6952F87F-D1EE-4BD3-BD8B-7C73D59E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Why do we need virtual memory, and what can we do to avoid using it?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0f4ca988b44bd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75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48AA19D-B816-4B4D-AE89-A6AEAF7A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7508370-DB13-4139-BEB4-CED5D837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8331F43-A8DE-43C8-8888-E93CC2A0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f7695a01a4a4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BA97D67-6013-485C-AC87-B6D7E239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E5E6494D-7F67-433A-ABC0-4DC66772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5B8150DC-325D-4AD3-B146-71D41695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need for virtual memory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1DBE8A9E-8753-4406-922F-2BD1FEF5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2E8B3A6B-B8D2-4635-A0D2-9FF5C4EF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how virtual memory works</a:t>
            </a:r>
          </a:p>
        </p:txBody>
      </p:sp>
    </p:spTree>
    <p:extLst>
      <p:ext uri="{BB962C8B-B14F-4D97-AF65-F5344CB8AC3E}">
        <p14:creationId xmlns:p14="http://schemas.microsoft.com/office/powerpoint/2010/main" val="856387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1E90656-DBC9-4683-8E03-2913903C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A8EF3CA-E9A0-43A4-B468-F906229B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0429B80-41C7-4A01-88DD-7C0E12BC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eb1f4aa694dc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3A18DBE-6F5E-48C7-B835-D6F51B59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19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F9C77329-D732-403F-8C70-B61308F4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 open ten browser tabs, a game and a video editor on an old laptop. Describe what happens and why.</a:t>
            </a:r>
          </a:p>
        </p:txBody>
      </p:sp>
    </p:spTree>
    <p:extLst>
      <p:ext uri="{BB962C8B-B14F-4D97-AF65-F5344CB8AC3E}">
        <p14:creationId xmlns:p14="http://schemas.microsoft.com/office/powerpoint/2010/main" val="557550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154AEA-0C15-4340-AA54-87EDC7B4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F57B48A-C66A-4B0E-B9AA-C638866A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F0642FF-60BE-4979-B46A-87A5929B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4acb803d44e6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DD2D117-997B-40BF-B329-3E581A32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A285FD23-672D-47B8-93B5-9DEA2EB7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5F208AB8-4B55-4E58-9A8E-1A7E7746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apps and tabs fill the available RAM. The operating system moves less-used pages to secondary storage.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5E37E5E3-604D-4D66-B41D-02F3006E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E0604FDF-8536-461C-AC83-C05ECA08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Switching back to those pages takes longer because the drive is slower than RAM.</a:t>
            </a:r>
          </a:p>
        </p:txBody>
      </p:sp>
    </p:spTree>
    <p:extLst>
      <p:ext uri="{BB962C8B-B14F-4D97-AF65-F5344CB8AC3E}">
        <p14:creationId xmlns:p14="http://schemas.microsoft.com/office/powerpoint/2010/main" val="1021366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A2760B4-2FB4-4EA1-A647-BD6C9FEA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63E3101-940A-4A62-83FC-77C372BC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941A292-0012-4D0E-868E-8F5E6F41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faef054f54df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90499F9-FC51-4032-AD14-AFEB7C25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19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51464952-2A65-4752-BE1A-AA8D97F6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6753679C-C1C5-42C8-AD75-4C85D682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Virtual memory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E5EB1D98-55B0-49C1-9C95-71AF92DE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B598AC2E-2DEB-4BA6-8B0D-7F6DADA3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Volatile</a:t>
            </a:r>
          </a:p>
        </p:txBody>
      </p:sp>
    </p:spTree>
    <p:extLst>
      <p:ext uri="{BB962C8B-B14F-4D97-AF65-F5344CB8AC3E}">
        <p14:creationId xmlns:p14="http://schemas.microsoft.com/office/powerpoint/2010/main" val="198640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0BF8729-A388-480F-8BDB-63481DE5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A836D9B-F67B-46C1-8163-C9C14E2B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C936907-021D-406C-BD19-F4D38A57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68b90715248a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72F7D3E-7B19-49DB-B0EF-DA7F1825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19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1441586B-8ED3-4332-9C9C-7DBD3895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Virtual memory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E0BE7565-FB87-4906-A94C-72F87A29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Virtual memory: part of secondary storage used to hold pages moved out of RAM when RAM is full.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7BF3FC2A-4526-4FA4-B1C5-5CFE0005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Volatile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42368EDD-CDC0-4F2F-AC32-D9C977DE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Volatile: loses its contents when electrical power is removed.</a:t>
            </a:r>
          </a:p>
        </p:txBody>
      </p:sp>
    </p:spTree>
    <p:extLst>
      <p:ext uri="{BB962C8B-B14F-4D97-AF65-F5344CB8AC3E}">
        <p14:creationId xmlns:p14="http://schemas.microsoft.com/office/powerpoint/2010/main" val="11897796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2950A42-6B58-4616-9483-EB9C438B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EE582A9-F3C1-4AC8-8550-3CF252B3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02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5F7F47F-8FC5-40DF-AFA6-77AD9467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2fa30c9e743f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795F8E2-6EFB-41D0-8560-2DA142B6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19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02A9A7B8-B1AB-4F60-A583-DAD9C285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e05c9a9598d4480b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17C0FEB9-CC03-4AC6-B8AD-D547208A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Swap space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9AF469D9-83C1-4624-8A5D-078AFDB8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D0A90F45-2BC4-49DA-BB38-145D5BE1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422FEC0A-8A80-424C-9B35-7E3DA8EE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5AC052DF-235D-4B66-9CB8-3B12C33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20),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2A4493D0-9A50-40CB-9665-CFD12329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1D1DBAA1-B0E9-4551-AA4A-E428AB8F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2880844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981C5D5-A0D0-4F4C-A49A-528A4CB9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0C2A95E-2222-4B83-840C-A3282C6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2B183E9-6740-49B2-8C89-2AF6352A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4850e030a4ac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0071B0A-7CD5-435E-B611-C7DEE32C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19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15FB5D4D-C83A-4BD8-B5DD-F91513BB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does virtual memory allow more programs to stay open, yet make a computer slower?</a:t>
            </a:r>
          </a:p>
        </p:txBody>
      </p:sp>
    </p:spTree>
    <p:extLst>
      <p:ext uri="{BB962C8B-B14F-4D97-AF65-F5344CB8AC3E}">
        <p14:creationId xmlns:p14="http://schemas.microsoft.com/office/powerpoint/2010/main" val="8563331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F31CE99-E14B-47E2-B3D3-D3DAEF00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3119626-BDC8-497E-A6FF-B52FACA0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62FD18F-1236-42FA-B6BD-5BC018D3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de96995c14f8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E81220B-457C-4C6D-B5CA-88E05861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19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B3D59A77-251D-4C13-B3BE-932523E1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computer has plenty of free RAM. Would adding more RAM reduce its use of virtual memory?</a:t>
            </a:r>
          </a:p>
        </p:txBody>
      </p:sp>
    </p:spTree>
    <p:extLst>
      <p:ext uri="{BB962C8B-B14F-4D97-AF65-F5344CB8AC3E}">
        <p14:creationId xmlns:p14="http://schemas.microsoft.com/office/powerpoint/2010/main" val="656550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3133AC2-6EB8-4822-9ECD-F0CDDF45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CEDD8ED-6257-4FC9-8AC8-E9E3E8CD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BD2B78E-21FA-4011-B53C-4C43A83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5b13f36a148e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696A3EA-C21C-4680-B97B-7F964B9D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C81B5B24-28C4-4031-9ABA-34BAA6F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E82B2EE8-3D55-4CF1-A03C-3EF2BDE3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frees RAM by moving inactive pages to secondary storage, so more programs can remain open.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74867335-79F8-4D40-8355-7D7CE9EA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FCBF359F-8898-4A97-8514-BC25D4A5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Retrieving a page from the slower drive adds delay; heavy swapping makes the computer feel slow.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C6E184AB-7A21-489D-ABD1-2B3A6001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2B1AAC54-EE3A-48BA-851A-4B84BE8E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is already unlikely to be swapping heavily. More RAM may have little effect unless available RAM becomes the limit.</a:t>
            </a:r>
          </a:p>
        </p:txBody>
      </p:sp>
    </p:spTree>
    <p:extLst>
      <p:ext uri="{BB962C8B-B14F-4D97-AF65-F5344CB8AC3E}">
        <p14:creationId xmlns:p14="http://schemas.microsoft.com/office/powerpoint/2010/main" val="1383048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C941FE8-5B15-4420-A707-E2262E9A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7D3F8EB-3B95-4524-874C-69B704BA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E1BECDF-2D1C-4761-A295-C3C35B3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0151826bd478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118898C-5F14-4154-BCF9-9B3FFB0F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F005F60B-DCEE-4306-ADCE-6D9EC5F7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CAF4D6F2-1198-4219-90BB-B07FEEEA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When RAM runs out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7557EC83-D8E1-41B1-B1B7-B0C6ED81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When RAM fills, the operating system moves less-used pages to a swap area on secondary storage to free space.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2315274A-D021-46CC-AAAF-DEE284E1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What is virtual memory?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A85D770B-EBD3-4A33-BC73-909B36C9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Virtual memory uses secondary storage as an overflow area for RAM; the CPU still needs a page brought back into RAM to use it.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5C007538-F196-4158-BCD3-12A3E17E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Swapping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8BC95FC9-4E61-4943-9DC3-CA2424B1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When a swapped-out page is needed, the OS loads it from the drive into RAM, perhaps moving another page out.</a:t>
            </a:r>
          </a:p>
        </p:txBody>
      </p:sp>
    </p:spTree>
    <p:extLst>
      <p:ext uri="{BB962C8B-B14F-4D97-AF65-F5344CB8AC3E}">
        <p14:creationId xmlns:p14="http://schemas.microsoft.com/office/powerpoint/2010/main" val="1835780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A638DD4-61BB-4E9E-9097-9A67F0A5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527475F-1D74-48B6-BAB4-99A69EB4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CBFFD83-246F-42EB-81A7-D1C1E226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f322bce4c43a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32BEEBA-8E82-4701-9D77-4845A9CD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54210BF0-ACED-41FB-883E-493F7611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5EBB3B54-200B-453D-815B-335043F0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Why it's slow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E2E523DD-CD8A-416E-A6CE-0BA16083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Secondary storage has much slower access than RAM. Frequent swaps cause waits and can make the system feel unresponsive.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1092B82E-6803-47D0-89C7-2C40B8A0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Avoiding virtual memory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5A238D5A-EB76-47CE-BC35-DAD24217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Close unneeded apps or add enough RAM to reduce swapping. More RAM helps chiefly when RAM shortage is the cause.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2B3972A3-84B4-40A1-8204-50B08183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Virtual memory in action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617F071F-A701-4794-836D-143C59B6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Returning to the word processor triggers a page load from the swap area into RAM; the switch may pause while data moves.</a:t>
            </a:r>
          </a:p>
        </p:txBody>
      </p:sp>
    </p:spTree>
    <p:extLst>
      <p:ext uri="{BB962C8B-B14F-4D97-AF65-F5344CB8AC3E}">
        <p14:creationId xmlns:p14="http://schemas.microsoft.com/office/powerpoint/2010/main" val="18615686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0AF9F01-7584-4E35-95C3-685977FF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1988DB8-C4C7-4BB9-8D79-01BC99CD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71AD5DF-FC79-49B7-8428-B3619275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1–5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db3f1fad24d4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A5A4345-C164-4AA4-A729-4DE46E89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F5D6E188-414C-4C7B-89E9-B2660C92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2E909B79-B0F8-40B2-A1B9-186C185C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uses secondary storage as extra memory → True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5F03658F-C71C-4DAF-8086-4F7D1DA5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D85E875-A32B-4465-B70A-7BA6E9BD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574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CPU can work on it directly, without using RAM → False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BAF7B138-CF05-4E74-BA8D-4198D88A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99C22C3F-7E16-45E6-940C-1A8C41B4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is slower than using RAM → True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B37F5C55-22AA-4F18-A7E0-D02CC81F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CCA60C66-B181-4C9E-AE86-3AC14955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338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is needed because RAM is limited → True</a:t>
            </a:r>
          </a:p>
        </p:txBody>
      </p:sp>
      <p:sp>
        <p:nvSpPr>
          <p:cNvPr id="14" name="number-5">
            <a:extLst xmlns:a="http://schemas.openxmlformats.org/drawingml/2006/main">
              <a:ext uri="{FF2B5EF4-FFF2-40B4-BE49-F238E27FC236}">
                <a16:creationId xmlns:a16="http://schemas.microsoft.com/office/drawing/2014/main" id="{AF13AD59-9143-42E5-A826-0DCB3BCB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5" name="item-5">
            <a:extLst xmlns:a="http://schemas.openxmlformats.org/drawingml/2006/main">
              <a:ext uri="{FF2B5EF4-FFF2-40B4-BE49-F238E27FC236}">
                <a16:creationId xmlns:a16="http://schemas.microsoft.com/office/drawing/2014/main" id="{1276D8C1-660E-4A1F-AA5C-AF0B5285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Adding more RAM reduces how much it is used → True</a:t>
            </a:r>
          </a:p>
        </p:txBody>
      </p:sp>
    </p:spTree>
    <p:extLst>
      <p:ext uri="{BB962C8B-B14F-4D97-AF65-F5344CB8AC3E}">
        <p14:creationId xmlns:p14="http://schemas.microsoft.com/office/powerpoint/2010/main" val="19050132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509AD65-61F7-4FEA-95C7-29F7A169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04EAAE4-4CA9-426A-8DC7-70D08DD5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50D619F-FDCF-4F05-ACAD-EFE1275F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 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11b97352f43e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7DD314-0A34-4CC4-8DF4-0E84B557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19</a:t>
            </a:r>
          </a:p>
        </p:txBody>
      </p:sp>
      <p:sp>
        <p:nvSpPr>
          <p:cNvPr id="6" name="number-6">
            <a:extLst xmlns:a="http://schemas.openxmlformats.org/drawingml/2006/main">
              <a:ext uri="{FF2B5EF4-FFF2-40B4-BE49-F238E27FC236}">
                <a16:creationId xmlns:a16="http://schemas.microsoft.com/office/drawing/2014/main" id="{1E9F3763-D290-479A-938A-B4306006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7" name="item-6">
            <a:extLst xmlns:a="http://schemas.openxmlformats.org/drawingml/2006/main">
              <a:ext uri="{FF2B5EF4-FFF2-40B4-BE49-F238E27FC236}">
                <a16:creationId xmlns:a16="http://schemas.microsoft.com/office/drawing/2014/main" id="{572E40B2-2FDB-44DC-A16C-FBF473C5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makes a computer faster than having enough RAM → False</a:t>
            </a:r>
          </a:p>
        </p:txBody>
      </p:sp>
    </p:spTree>
    <p:extLst>
      <p:ext uri="{BB962C8B-B14F-4D97-AF65-F5344CB8AC3E}">
        <p14:creationId xmlns:p14="http://schemas.microsoft.com/office/powerpoint/2010/main" val="18896905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603A197-FB96-4E35-8E84-0B243E6C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43C1368-8EA8-4C68-98E8-E7D357C1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0B8CC62-7E15-471F-B9E6-2455E4FE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3edc49604429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A33B670-9DBE-4048-A50A-069D2449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854DEB49-10BE-4FF2-AF9D-54964C13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08542C04-7EC1-47F3-851D-66E895DA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Describe what is meant by virtual memory.  [2]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D8669359-43CD-4ED5-93A4-1063C716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why using virtual memory slows a computer down.  [3]</a:t>
            </a:r>
          </a:p>
        </p:txBody>
      </p:sp>
    </p:spTree>
    <p:extLst>
      <p:ext uri="{BB962C8B-B14F-4D97-AF65-F5344CB8AC3E}">
        <p14:creationId xmlns:p14="http://schemas.microsoft.com/office/powerpoint/2010/main" val="5340900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6CF33F4-5DDD-4E40-9366-F6468387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40D7C8E-C82B-41F5-B2BB-4115E296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87B723B-10C8-4514-93D3-2927F9CA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e98370a964aa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7A2A1F8-3A25-40B1-8CCA-48B7B32E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9CC4A65B-9C9D-49CC-A9E6-A0679A1E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2AF16464-54F7-4A2A-A831-6BEDFD9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State one way a user could reduce the need for virtual memory.  [1]</a:t>
            </a:r>
          </a:p>
        </p:txBody>
      </p:sp>
    </p:spTree>
    <p:extLst>
      <p:ext uri="{BB962C8B-B14F-4D97-AF65-F5344CB8AC3E}">
        <p14:creationId xmlns:p14="http://schemas.microsoft.com/office/powerpoint/2010/main" val="6073688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5313BC6-E31B-4D2B-BF9C-9E3712C2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F72B249-FFE0-4DB0-B831-C100F60A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4F761A-3E47-40CB-A2A4-04CB1DE2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c372d209648d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B7590FE-956D-46E6-9053-66D02D73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8C2A59B9-8326-4F21-983E-6967AFA2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F19C0614-BD28-4C42-96C7-76136891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Virtual memory uses space on secondary storage to hold pages moved out of RAM when RAM is full.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4F7C8E60-9AE8-46FE-8014-65A91F30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The drive is much slower than RAM. Pages must be transferred back to RAM before the CPU uses them; repeated swapping adds delays.</a:t>
            </a:r>
          </a:p>
        </p:txBody>
      </p:sp>
    </p:spTree>
    <p:extLst>
      <p:ext uri="{BB962C8B-B14F-4D97-AF65-F5344CB8AC3E}">
        <p14:creationId xmlns:p14="http://schemas.microsoft.com/office/powerpoint/2010/main" val="3131502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AFF33B-9622-4B19-8360-B29E2E29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E40C467-23DF-40F4-8B5C-C11C078A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17CF1E1-E2EF-441A-BFBC-DDE6437B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d1a2c8cae4dc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C708326-CE7A-442D-9D45-B342DB9D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40879701-3F30-4B38-8B9E-02B976EF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276DDA6A-8673-4CE5-B72E-26144E44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Close unused applications or add more RAM.</a:t>
            </a:r>
          </a:p>
        </p:txBody>
      </p:sp>
    </p:spTree>
    <p:extLst>
      <p:ext uri="{BB962C8B-B14F-4D97-AF65-F5344CB8AC3E}">
        <p14:creationId xmlns:p14="http://schemas.microsoft.com/office/powerpoint/2010/main" val="6917197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6A522F7-98CB-45DB-8FF4-78ACDE1A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2F74A01-DF2E-428A-A81C-C0A11C0E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02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91495B4-1058-417D-A73F-4BDD832A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dd40306e3446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6EF41EB-EA11-440D-9BA3-370CAC2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19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E205229C-82F5-40CF-BCCF-3425F590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FEC7B6D-0A4C-4AC8-8228-42D0DA3F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421AE481-C2EB-4BD2-8582-7FBACDDC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virtual memory is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D8826E6-B792-4644-92EF-BA5AA7A1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0B6D5AA9-2394-43EB-90D9-1EA6968A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data is swapped between RAM and disk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57BC335F-72B2-4C48-927B-7179EDA9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10794324-9063-4D19-B5F0-C2CA82B4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virtual memory is slow</a:t>
            </a:r>
          </a:p>
        </p:txBody>
      </p:sp>
    </p:spTree>
    <p:extLst>
      <p:ext uri="{BB962C8B-B14F-4D97-AF65-F5344CB8AC3E}">
        <p14:creationId xmlns:p14="http://schemas.microsoft.com/office/powerpoint/2010/main" val="746378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2026-09-25T13:17:51.1690000Z</dcterms:created>
  <dcterms:modified xsi:type="dcterms:W3CDTF">2026-09-25T13:17:51.1690000Z</dcterms:modified>
</coreProperties>
</file>
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0dba37483d445b" /><Relationship Type="http://schemas.openxmlformats.org/officeDocument/2006/relationships/extended-properties" Target="/docProps/app.xml" Id="R8aa6017338ef4e9a" /><Relationship Type="http://schemas.openxmlformats.org/officeDocument/2006/relationships/officeDocument" Target="/ppt/presentation.xml" Id="Rd03df41d222847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8c785a6c3045a7"/>
  </p:sldMasterIdLst>
  <p:notesMasterIdLst>
    <p:notesMasterId xmlns:r="http://schemas.openxmlformats.org/officeDocument/2006/relationships" r:id="R4ee8d38867104076"/>
  </p:notesMasterIdLst>
  <p:sldIdLst>
    <p:sldId xmlns:r="http://schemas.openxmlformats.org/officeDocument/2006/relationships" id="256" r:id="Rfb60caefc8fd4e85"/>
    <p:sldId xmlns:r="http://schemas.openxmlformats.org/officeDocument/2006/relationships" id="257" r:id="R0f317ec4494a4195"/>
    <p:sldId xmlns:r="http://schemas.openxmlformats.org/officeDocument/2006/relationships" id="258" r:id="Ra63eb785a1f4439b"/>
    <p:sldId xmlns:r="http://schemas.openxmlformats.org/officeDocument/2006/relationships" id="259" r:id="Rc913045221624458"/>
    <p:sldId xmlns:r="http://schemas.openxmlformats.org/officeDocument/2006/relationships" id="260" r:id="R478203d5711d4919"/>
    <p:sldId xmlns:r="http://schemas.openxmlformats.org/officeDocument/2006/relationships" id="261" r:id="Rc9529c6da0f44182"/>
    <p:sldId xmlns:r="http://schemas.openxmlformats.org/officeDocument/2006/relationships" id="262" r:id="R5be2905ca2234e06"/>
    <p:sldId xmlns:r="http://schemas.openxmlformats.org/officeDocument/2006/relationships" id="263" r:id="Rfa144997187647de"/>
    <p:sldId xmlns:r="http://schemas.openxmlformats.org/officeDocument/2006/relationships" id="264" r:id="R7b8ed2d904b24912"/>
    <p:sldId xmlns:r="http://schemas.openxmlformats.org/officeDocument/2006/relationships" id="265" r:id="R9ef0a4713c424fad"/>
    <p:sldId xmlns:r="http://schemas.openxmlformats.org/officeDocument/2006/relationships" id="266" r:id="Rf61f2fdad77b4b46"/>
    <p:sldId xmlns:r="http://schemas.openxmlformats.org/officeDocument/2006/relationships" id="267" r:id="R8ed9519bb1fb4330"/>
    <p:sldId xmlns:r="http://schemas.openxmlformats.org/officeDocument/2006/relationships" id="268" r:id="R8d2289e272d64972"/>
    <p:sldId xmlns:r="http://schemas.openxmlformats.org/officeDocument/2006/relationships" id="269" r:id="R0e32193d15534b2c"/>
    <p:sldId xmlns:r="http://schemas.openxmlformats.org/officeDocument/2006/relationships" id="270" r:id="R1a135d8c585d4141"/>
    <p:sldId xmlns:r="http://schemas.openxmlformats.org/officeDocument/2006/relationships" id="271" r:id="Rdfbed6aa79204e52"/>
    <p:sldId xmlns:r="http://schemas.openxmlformats.org/officeDocument/2006/relationships" id="272" r:id="Rf0ade3ffdb054db8"/>
    <p:sldId xmlns:r="http://schemas.openxmlformats.org/officeDocument/2006/relationships" id="273" r:id="Rf4458f6144264c6f"/>
    <p:sldId xmlns:r="http://schemas.openxmlformats.org/officeDocument/2006/relationships" id="274" r:id="R8d989a05ee6343ff"/>
    <p:sldId xmlns:r="http://schemas.openxmlformats.org/officeDocument/2006/relationships" id="275" r:id="Rd708337e25304b01"/>
    <p:sldId xmlns:r="http://schemas.openxmlformats.org/officeDocument/2006/relationships" id="276" r:id="Rbbf2f3423c6b4075"/>
    <p:sldId xmlns:r="http://schemas.openxmlformats.org/officeDocument/2006/relationships" id="277" r:id="Rb81c0985d82f40a6"/>
    <p:sldId xmlns:r="http://schemas.openxmlformats.org/officeDocument/2006/relationships" id="278" r:id="R54611d2bb1bf4928"/>
    <p:sldId xmlns:r="http://schemas.openxmlformats.org/officeDocument/2006/relationships" id="279" r:id="R28da19d259284f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554a2e64164ae3" /><Relationship Type="http://schemas.openxmlformats.org/officeDocument/2006/relationships/slideMaster" Target="/ppt/slideMasters/slideMaster1.xml" Id="R738c785a6c3045a7" /><Relationship Type="http://schemas.openxmlformats.org/officeDocument/2006/relationships/notesMaster" Target="/ppt/notesMasters/notesMaster1.xml" Id="R4ee8d38867104076" /><Relationship Type="http://schemas.openxmlformats.org/officeDocument/2006/relationships/presProps" Target="/ppt/presProps.xml" Id="Rcbdd2d169e304cb9" /><Relationship Type="http://schemas.openxmlformats.org/officeDocument/2006/relationships/tableStyles" Target="/ppt/tableStyles.xml" Id="R9ff5dbbf9ae1411a" /><Relationship Type="http://schemas.openxmlformats.org/officeDocument/2006/relationships/slide" Target="/ppt/slides/slide1.xml" Id="Rfb60caefc8fd4e85" /><Relationship Type="http://schemas.openxmlformats.org/officeDocument/2006/relationships/slide" Target="/ppt/slides/slide2.xml" Id="R0f317ec4494a4195" /><Relationship Type="http://schemas.openxmlformats.org/officeDocument/2006/relationships/slide" Target="/ppt/slides/slide3.xml" Id="Ra63eb785a1f4439b" /><Relationship Type="http://schemas.openxmlformats.org/officeDocument/2006/relationships/slide" Target="/ppt/slides/slide4.xml" Id="Rc913045221624458" /><Relationship Type="http://schemas.openxmlformats.org/officeDocument/2006/relationships/slide" Target="/ppt/slides/slide5.xml" Id="R478203d5711d4919" /><Relationship Type="http://schemas.openxmlformats.org/officeDocument/2006/relationships/slide" Target="/ppt/slides/slide6.xml" Id="Rc9529c6da0f44182" /><Relationship Type="http://schemas.openxmlformats.org/officeDocument/2006/relationships/slide" Target="/ppt/slides/slide7.xml" Id="R5be2905ca2234e06" /><Relationship Type="http://schemas.openxmlformats.org/officeDocument/2006/relationships/slide" Target="/ppt/slides/slide8.xml" Id="Rfa144997187647de" /><Relationship Type="http://schemas.openxmlformats.org/officeDocument/2006/relationships/slide" Target="/ppt/slides/slide9.xml" Id="R7b8ed2d904b24912" /><Relationship Type="http://schemas.openxmlformats.org/officeDocument/2006/relationships/slide" Target="/ppt/slides/slide10.xml" Id="R9ef0a4713c424fad" /><Relationship Type="http://schemas.openxmlformats.org/officeDocument/2006/relationships/slide" Target="/ppt/slides/slide11.xml" Id="Rf61f2fdad77b4b46" /><Relationship Type="http://schemas.openxmlformats.org/officeDocument/2006/relationships/slide" Target="/ppt/slides/slide12.xml" Id="R8ed9519bb1fb4330" /><Relationship Type="http://schemas.openxmlformats.org/officeDocument/2006/relationships/slide" Target="/ppt/slides/slide13.xml" Id="R8d2289e272d64972" /><Relationship Type="http://schemas.openxmlformats.org/officeDocument/2006/relationships/slide" Target="/ppt/slides/slide14.xml" Id="R0e32193d15534b2c" /><Relationship Type="http://schemas.openxmlformats.org/officeDocument/2006/relationships/slide" Target="/ppt/slides/slide15.xml" Id="R1a135d8c585d4141" /><Relationship Type="http://schemas.openxmlformats.org/officeDocument/2006/relationships/slide" Target="/ppt/slides/slide16.xml" Id="Rdfbed6aa79204e52" /><Relationship Type="http://schemas.openxmlformats.org/officeDocument/2006/relationships/slide" Target="/ppt/slides/slide17.xml" Id="Rf0ade3ffdb054db8" /><Relationship Type="http://schemas.openxmlformats.org/officeDocument/2006/relationships/slide" Target="/ppt/slides/slide18.xml" Id="Rf4458f6144264c6f" /><Relationship Type="http://schemas.openxmlformats.org/officeDocument/2006/relationships/slide" Target="/ppt/slides/slide19.xml" Id="R8d989a05ee6343ff" /><Relationship Type="http://schemas.openxmlformats.org/officeDocument/2006/relationships/slide" Target="/ppt/slides/slide20.xml" Id="Rd708337e25304b01" /><Relationship Type="http://schemas.openxmlformats.org/officeDocument/2006/relationships/slide" Target="/ppt/slides/slide21.xml" Id="Rbbf2f3423c6b4075" /><Relationship Type="http://schemas.openxmlformats.org/officeDocument/2006/relationships/slide" Target="/ppt/slides/slide22.xml" Id="Rb81c0985d82f40a6" /><Relationship Type="http://schemas.openxmlformats.org/officeDocument/2006/relationships/slide" Target="/ppt/slides/slide23.xml" Id="R54611d2bb1bf4928" /><Relationship Type="http://schemas.openxmlformats.org/officeDocument/2006/relationships/slide" Target="/ppt/slides/slide24.xml" Id="R28da19d259284f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d1fbee438e4e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090787d3274972" /><Relationship Type="http://schemas.openxmlformats.org/officeDocument/2006/relationships/notesMaster" Target="/ppt/notesMasters/notesMaster1.xml" Id="Rc38ccb5123554d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5b2d995e3d4137" /><Relationship Type="http://schemas.openxmlformats.org/officeDocument/2006/relationships/notesMaster" Target="/ppt/notesMasters/notesMaster1.xml" Id="R8a0736bcb7fa4d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2f4af74bc04245" /><Relationship Type="http://schemas.openxmlformats.org/officeDocument/2006/relationships/notesMaster" Target="/ppt/notesMasters/notesMaster1.xml" Id="R343b6bc705484e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232fc875924c7e" /><Relationship Type="http://schemas.openxmlformats.org/officeDocument/2006/relationships/notesMaster" Target="/ppt/notesMasters/notesMaster1.xml" Id="R257793a45a7d45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4f9c4618e140d7" /><Relationship Type="http://schemas.openxmlformats.org/officeDocument/2006/relationships/notesMaster" Target="/ppt/notesMasters/notesMaster1.xml" Id="Raa248d02aa6d43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9fbea883be4c76" /><Relationship Type="http://schemas.openxmlformats.org/officeDocument/2006/relationships/notesMaster" Target="/ppt/notesMasters/notesMaster1.xml" Id="R784f143547dd43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7b50558c174cc1" /><Relationship Type="http://schemas.openxmlformats.org/officeDocument/2006/relationships/notesMaster" Target="/ppt/notesMasters/notesMaster1.xml" Id="R559026672c204b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79aa1ba0f74a44" /><Relationship Type="http://schemas.openxmlformats.org/officeDocument/2006/relationships/notesMaster" Target="/ppt/notesMasters/notesMaster1.xml" Id="R95d71ce3e43c49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53f109892e413d" /><Relationship Type="http://schemas.openxmlformats.org/officeDocument/2006/relationships/notesMaster" Target="/ppt/notesMasters/notesMaster1.xml" Id="R3e3228d86b0c48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43232f80394cc4" /><Relationship Type="http://schemas.openxmlformats.org/officeDocument/2006/relationships/notesMaster" Target="/ppt/notesMasters/notesMaster1.xml" Id="R45e7dc7fa69847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25d5bfd7ff4da6" /><Relationship Type="http://schemas.openxmlformats.org/officeDocument/2006/relationships/notesMaster" Target="/ppt/notesMasters/notesMaster1.xml" Id="Rd5887b17ae2145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2180cb64194e17" /><Relationship Type="http://schemas.openxmlformats.org/officeDocument/2006/relationships/notesMaster" Target="/ppt/notesMasters/notesMaster1.xml" Id="R8c40e07e456d42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ab1100448c4e5f" /><Relationship Type="http://schemas.openxmlformats.org/officeDocument/2006/relationships/notesMaster" Target="/ppt/notesMasters/notesMaster1.xml" Id="R76f67bc220c94b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bfe5fd550643ad" /><Relationship Type="http://schemas.openxmlformats.org/officeDocument/2006/relationships/notesMaster" Target="/ppt/notesMasters/notesMaster1.xml" Id="Re8daff80697c45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01fff7827c45aa" /><Relationship Type="http://schemas.openxmlformats.org/officeDocument/2006/relationships/notesMaster" Target="/ppt/notesMasters/notesMaster1.xml" Id="Rf6e73d13d7b741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4c4266e8604aff" /><Relationship Type="http://schemas.openxmlformats.org/officeDocument/2006/relationships/notesMaster" Target="/ppt/notesMasters/notesMaster1.xml" Id="R581edc7b37ba49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cdfd1dd93443c5" /><Relationship Type="http://schemas.openxmlformats.org/officeDocument/2006/relationships/notesMaster" Target="/ppt/notesMasters/notesMaster1.xml" Id="R09a07c3f0a644c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d43a68f9eb4aa1" /><Relationship Type="http://schemas.openxmlformats.org/officeDocument/2006/relationships/notesMaster" Target="/ppt/notesMasters/notesMaster1.xml" Id="R5cb9262cde794c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5f64f5f17e84374" /><Relationship Type="http://schemas.openxmlformats.org/officeDocument/2006/relationships/notesMaster" Target="/ppt/notesMasters/notesMaster1.xml" Id="Rb88f46c4eb35439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652094cb9164d7c" /><Relationship Type="http://schemas.openxmlformats.org/officeDocument/2006/relationships/notesMaster" Target="/ppt/notesMasters/notesMaster1.xml" Id="R606a2725f77448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1f6247bf280419c" /><Relationship Type="http://schemas.openxmlformats.org/officeDocument/2006/relationships/notesMaster" Target="/ppt/notesMasters/notesMaster1.xml" Id="Rc83eb332ef014e8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ebc45989c214e91" /><Relationship Type="http://schemas.openxmlformats.org/officeDocument/2006/relationships/notesMaster" Target="/ppt/notesMasters/notesMaster1.xml" Id="Raad3348a9a65427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82d2284b0a54409" /><Relationship Type="http://schemas.openxmlformats.org/officeDocument/2006/relationships/notesMaster" Target="/ppt/notesMasters/notesMaster1.xml" Id="R09c03bddc07c4c6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f34f471f62a4913" /><Relationship Type="http://schemas.openxmlformats.org/officeDocument/2006/relationships/notesMaster" Target="/ppt/notesMasters/notesMaster1.xml" Id="R5f2f3fd89d6f4a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shows the actual opening scene of the experience. Begin with the worksheet starter, or the brief opening question for lessons without one.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learning outcomes follow the lesson worksheet.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brief spoken warm-up drawn from the worksheet content; the worksheet has no written starter.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explanations. Reveal after the question so it can be marked as students go.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combined worksheet and experience instruction slide on the board. The OPEN EXPERIENCE label is a clickable link. Students should complete the experience and reach the plenary near the end of the lesson. First on-screen answers count.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this scene transition after the previous part. The image is the actual opening view of this part, not a flat crop of the 360 photo.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this scene transition after the previous part. The image is the actual opening view of this part, not a flat crop of the 360 photo.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post-experience task, key question or revision results on the worksheet.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extend or improve an explanation before the plenary.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indicative answers. Credit other accurate examples or justified choices.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experiences/nw-l01.json and worksheets/NW_L01_TypesOfNetworkZoomOut_Worksheet.docx.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a54e92c5047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0395800cb94b89" /><Relationship Type="http://schemas.openxmlformats.org/officeDocument/2006/relationships/slideLayout" Target="/ppt/slideLayouts/slideLayout1.xml" Id="R67e1776cb2424d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1776cb2424d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671a1d98b4786" /><Relationship Type="http://schemas.openxmlformats.org/officeDocument/2006/relationships/image" Target="/ppt/media/image.png" Id="R74f45127e6be4766" /><Relationship Type="http://schemas.openxmlformats.org/officeDocument/2006/relationships/image" Target="/ppt/media/image.jpeg" Id="R8fad9c5b839d415d" /><Relationship Type="http://schemas.openxmlformats.org/officeDocument/2006/relationships/notesSlide" Target="/ppt/notesSlides/notesSlide1.xml" Id="Rd1ce45f2c9da49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1fb9c160644d2" /><Relationship Type="http://schemas.openxmlformats.org/officeDocument/2006/relationships/image" Target="/ppt/media/image2.png" Id="Re5a881032dc5422c" /><Relationship Type="http://schemas.openxmlformats.org/officeDocument/2006/relationships/notesSlide" Target="/ppt/notesSlides/notesSlide2.xml" Id="Rd64e128c718343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d92db15b0416e" /><Relationship Type="http://schemas.openxmlformats.org/officeDocument/2006/relationships/image" Target="/ppt/media/image3.png" Id="Rc9d0fd1954114429" /><Relationship Type="http://schemas.openxmlformats.org/officeDocument/2006/relationships/notesSlide" Target="/ppt/notesSlides/notesSlide3.xml" Id="Rcdddfa10a0dc4c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b56e1c2b347a7" /><Relationship Type="http://schemas.openxmlformats.org/officeDocument/2006/relationships/image" Target="/ppt/media/image4.png" Id="R058bebf8d50342dc" /><Relationship Type="http://schemas.openxmlformats.org/officeDocument/2006/relationships/notesSlide" Target="/ppt/notesSlides/notesSlide4.xml" Id="R007f58094b6545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d9356e8194b1c" /><Relationship Type="http://schemas.openxmlformats.org/officeDocument/2006/relationships/image" Target="/ppt/media/image5.png" Id="Ref1815520a0b4195" /><Relationship Type="http://schemas.openxmlformats.org/officeDocument/2006/relationships/hyperlink" Target="https://mrp-cs.github.io/Revise360/experience.html?id=nw-l01" TargetMode="External" Id="R9f5089d2cdca4ce3" /><Relationship Type="http://schemas.openxmlformats.org/officeDocument/2006/relationships/notesSlide" Target="/ppt/notesSlides/notesSlide5.xml" Id="R7079325fd5f549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a89666c4449d9" /><Relationship Type="http://schemas.openxmlformats.org/officeDocument/2006/relationships/image" Target="/ppt/media/image6.png" Id="R617fd514b494408b" /><Relationship Type="http://schemas.openxmlformats.org/officeDocument/2006/relationships/image" Target="/ppt/media/image2.jpeg" Id="R82ac312957cb431c" /><Relationship Type="http://schemas.openxmlformats.org/officeDocument/2006/relationships/notesSlide" Target="/ppt/notesSlides/notesSlide6.xml" Id="R3baeb5724d8a46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7b8a8c0dc4409" /><Relationship Type="http://schemas.openxmlformats.org/officeDocument/2006/relationships/image" Target="/ppt/media/image7.png" Id="R8087d2a44781410f" /><Relationship Type="http://schemas.openxmlformats.org/officeDocument/2006/relationships/image" Target="/ppt/media/image3.jpeg" Id="Rdebc5f6eca134dcd" /><Relationship Type="http://schemas.openxmlformats.org/officeDocument/2006/relationships/notesSlide" Target="/ppt/notesSlides/notesSlide7.xml" Id="R84ed957bab374d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0c400368a42ad" /><Relationship Type="http://schemas.openxmlformats.org/officeDocument/2006/relationships/image" Target="/ppt/media/image8.png" Id="Ra481dbef89164bda" /><Relationship Type="http://schemas.openxmlformats.org/officeDocument/2006/relationships/notesSlide" Target="/ppt/notesSlides/notesSlide8.xml" Id="Rce992c64133343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7154e7f274f75" /><Relationship Type="http://schemas.openxmlformats.org/officeDocument/2006/relationships/image" Target="/ppt/media/image9.png" Id="R065a9cd0bf0c45de" /><Relationship Type="http://schemas.openxmlformats.org/officeDocument/2006/relationships/notesSlide" Target="/ppt/notesSlides/notesSlide9.xml" Id="Rb9f934bbea3f4d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c4454b90843b8" /><Relationship Type="http://schemas.openxmlformats.org/officeDocument/2006/relationships/image" Target="/ppt/media/image10.png" Id="R9f9acb09e60a414c" /><Relationship Type="http://schemas.openxmlformats.org/officeDocument/2006/relationships/notesSlide" Target="/ppt/notesSlides/notesSlide10.xml" Id="R47187745693845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8b8a2d208405a" /><Relationship Type="http://schemas.openxmlformats.org/officeDocument/2006/relationships/image" Target="/ppt/media/image11.png" Id="R296111751b3f48a0" /><Relationship Type="http://schemas.openxmlformats.org/officeDocument/2006/relationships/notesSlide" Target="/ppt/notesSlides/notesSlide11.xml" Id="Rfd363f994d1b48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72d0e09dd49f4" /><Relationship Type="http://schemas.openxmlformats.org/officeDocument/2006/relationships/image" Target="/ppt/media/image12.png" Id="Rb139099577a141ce" /><Relationship Type="http://schemas.openxmlformats.org/officeDocument/2006/relationships/notesSlide" Target="/ppt/notesSlides/notesSlide12.xml" Id="R0f90ffe827ab41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58b4c555f450e" /><Relationship Type="http://schemas.openxmlformats.org/officeDocument/2006/relationships/image" Target="/ppt/media/image13.png" Id="R1b139a000c114a87" /><Relationship Type="http://schemas.openxmlformats.org/officeDocument/2006/relationships/notesSlide" Target="/ppt/notesSlides/notesSlide13.xml" Id="Rc4c8c2d6210a43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e534f69054a53" /><Relationship Type="http://schemas.openxmlformats.org/officeDocument/2006/relationships/image" Target="/ppt/media/image14.png" Id="R3c46e0e04d5b42ff" /><Relationship Type="http://schemas.openxmlformats.org/officeDocument/2006/relationships/notesSlide" Target="/ppt/notesSlides/notesSlide14.xml" Id="Rd5b4bb9825b445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28b4f47ca4d9b" /><Relationship Type="http://schemas.openxmlformats.org/officeDocument/2006/relationships/image" Target="/ppt/media/image15.png" Id="R480e6e17f7584ce1" /><Relationship Type="http://schemas.openxmlformats.org/officeDocument/2006/relationships/notesSlide" Target="/ppt/notesSlides/notesSlide15.xml" Id="R5ca0973b70d344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64d71d1994eb0" /><Relationship Type="http://schemas.openxmlformats.org/officeDocument/2006/relationships/image" Target="/ppt/media/image16.png" Id="R6785c06991c34bbb" /><Relationship Type="http://schemas.openxmlformats.org/officeDocument/2006/relationships/notesSlide" Target="/ppt/notesSlides/notesSlide16.xml" Id="R61650cbbaa5e404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d21c138824d8c" /><Relationship Type="http://schemas.openxmlformats.org/officeDocument/2006/relationships/image" Target="/ppt/media/image17.png" Id="Rbd9a78b2a70548ad" /><Relationship Type="http://schemas.openxmlformats.org/officeDocument/2006/relationships/notesSlide" Target="/ppt/notesSlides/notesSlide17.xml" Id="R6692f54b962e4a4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e873c0a8744d3" /><Relationship Type="http://schemas.openxmlformats.org/officeDocument/2006/relationships/image" Target="/ppt/media/image18.png" Id="R56d839d413c44ffd" /><Relationship Type="http://schemas.openxmlformats.org/officeDocument/2006/relationships/notesSlide" Target="/ppt/notesSlides/notesSlide18.xml" Id="R858b3d6344c845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4ae8c750f46ab" /><Relationship Type="http://schemas.openxmlformats.org/officeDocument/2006/relationships/image" Target="/ppt/media/image19.png" Id="Rbbcf213ab2d24983" /><Relationship Type="http://schemas.openxmlformats.org/officeDocument/2006/relationships/notesSlide" Target="/ppt/notesSlides/notesSlide19.xml" Id="R3c73f114b8294b2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b3a9a513e487a" /><Relationship Type="http://schemas.openxmlformats.org/officeDocument/2006/relationships/image" Target="/ppt/media/image20.png" Id="R3e834fc2cce14bc9" /><Relationship Type="http://schemas.openxmlformats.org/officeDocument/2006/relationships/notesSlide" Target="/ppt/notesSlides/notesSlide20.xml" Id="Rb757a1d543f448e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8d50e947845c1" /><Relationship Type="http://schemas.openxmlformats.org/officeDocument/2006/relationships/image" Target="/ppt/media/image21.png" Id="R1316aafae995445c" /><Relationship Type="http://schemas.openxmlformats.org/officeDocument/2006/relationships/notesSlide" Target="/ppt/notesSlides/notesSlide21.xml" Id="Rc35d90a78d0d4d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bc2c87df14f84" /><Relationship Type="http://schemas.openxmlformats.org/officeDocument/2006/relationships/image" Target="/ppt/media/image22.png" Id="R31536cda66764f33" /><Relationship Type="http://schemas.openxmlformats.org/officeDocument/2006/relationships/notesSlide" Target="/ppt/notesSlides/notesSlide22.xml" Id="R87838efc1cbc41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aa3d5f12245ae" /><Relationship Type="http://schemas.openxmlformats.org/officeDocument/2006/relationships/image" Target="/ppt/media/image23.png" Id="R13f99c2b1a824be8" /><Relationship Type="http://schemas.openxmlformats.org/officeDocument/2006/relationships/notesSlide" Target="/ppt/notesSlides/notesSlide23.xml" Id="R59e8a03add064fe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7abde5956411b" /><Relationship Type="http://schemas.openxmlformats.org/officeDocument/2006/relationships/image" Target="/ppt/media/image24.png" Id="Rf917934989f54f27" /><Relationship Type="http://schemas.openxmlformats.org/officeDocument/2006/relationships/notesSlide" Target="/ppt/notesSlides/notesSlide24.xml" Id="R61e6535bf5cb42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BCF5868-DD9D-4E9F-B580-76348435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EF3DEC-BCD3-462C-9222-885815D5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01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F5A81B7-0BD5-49F0-94F2-9BB9DB9B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TYPES OF NETWORK: ZOOM OUT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45127e6be476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46E5FED-18FA-4B1B-973D-F85A3373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24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0D37A5BD-9232-4385-9F12-CD3A10EC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Standalone computers, LANs and WANs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8868479F-A547-4DA8-9A5D-FAE4AB92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3EC0DC81-87B7-473D-BA0E-88363C83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 makes a LAN different from a WAN?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d9c5b839d415d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561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C097A9F-D395-400B-8BFA-299DB327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C987596-4061-4C93-8C13-46A67F7A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9595FFD-7BBE-4B66-971B-F649DA54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881032dc5422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EC0A7B-87D5-423B-AE29-6BD55242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24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10F9FFB2-07F0-42A4-BB10-80160FE8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0622DF52-97FA-4FEF-8FE8-71422CDB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what is meant by a standalone computer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D9D683AC-C4E9-4349-882A-80C9292B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B09EB98E-9A26-443F-AFC6-193F59EB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the different types of network: LAN and WAN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F4129F06-6F56-4473-913F-2DBB1775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7BCB2585-2A7E-483E-AF1D-C79841BB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advantages of networking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EFDF1628-14F4-4997-9689-2EE99B06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01BA7762-0483-4838-9005-B88B2D77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implications (disadvantages) of networking</a:t>
            </a:r>
          </a:p>
        </p:txBody>
      </p:sp>
    </p:spTree>
    <p:extLst>
      <p:ext uri="{BB962C8B-B14F-4D97-AF65-F5344CB8AC3E}">
        <p14:creationId xmlns:p14="http://schemas.microsoft.com/office/powerpoint/2010/main" val="1287315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2C10E46-3BCC-4CBD-BB27-5849EEAB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2E8B6E6-634F-407A-B877-E748A5CE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9B8F66F-9A12-4E82-AD0E-9473B622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Opening question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0fd195411442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D3ED19E-381C-44CF-9599-3E53A9F3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24</a:t>
            </a:r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EEE03A51-514F-46CF-916A-3A44923C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could two standalone computers share a file without a network?</a:t>
            </a:r>
          </a:p>
        </p:txBody>
      </p:sp>
    </p:spTree>
    <p:extLst>
      <p:ext uri="{BB962C8B-B14F-4D97-AF65-F5344CB8AC3E}">
        <p14:creationId xmlns:p14="http://schemas.microsoft.com/office/powerpoint/2010/main" val="1660726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A1D1EEF-945E-4089-9620-A6E6CBEF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DAB8568-A4DB-49F0-97CC-D4DC6A95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6EFB685-979D-4DE2-9847-8764258C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Opening question: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bebf8d50342d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9ECC72F-5133-4095-A52A-D0B6DAAE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24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3D5A629-2E30-41F3-B689-8A73E938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2A198737-CB67-4938-84F9-A2C66F17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Copy it using a USB stick or other removable storage.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B9D0FA68-95F7-4DEF-B245-EF366967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C381C1C3-5D3F-4B7E-BD7B-F0E58E0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Separate copies can get out of date when both people edit them.</a:t>
            </a:r>
          </a:p>
        </p:txBody>
      </p:sp>
    </p:spTree>
    <p:extLst>
      <p:ext uri="{BB962C8B-B14F-4D97-AF65-F5344CB8AC3E}">
        <p14:creationId xmlns:p14="http://schemas.microsoft.com/office/powerpoint/2010/main" val="2944300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8585ED7-7FCB-4F73-A42C-C8BD44F3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DAFC4CB-ECA0-41FD-87F3-D9539BC8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01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241BE73-16F7-4F2A-8C7D-68998FA1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815520a0b419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2CCD32-BC5E-4CB4-980D-DFF9D3CE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24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C529D9F0-D407-4160-A28E-7CBDE408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f5089d2cdca4ce3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F1E91CC6-BB59-4563-80B9-22669FF9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Types of network: zoom out in Topic 1.3.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4BFE367C-F02C-49B9-B4B2-0FFA55E3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WORK THROUGH EACH PART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597344D-810D-4C5A-A54A-6E1DEC11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71A0245B-BD3D-4944-A2E4-C269639F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SCORES BY PART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8644383F-0057-4016-A4BF-2F4BC320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3 parts in order and copy each score (12 / 10 / 13) into its worksheet box. Finish the comparison or prediction tasks.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206172B7-8CF4-4984-AD96-95FBC7BD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383594D0-0DD8-4BE0-9D94-E7AAA022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3733570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61C1A2E-8986-43E7-8B31-1E273CEC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322C7AC-753C-4487-AFC5-ED8AFAE3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01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1A3B3B-676D-4CBD-9E85-3EC4C2C4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Part 2: LAN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fd514b494408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A1ED85F-DAD4-4919-9B92-51EA7643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24</a:t>
            </a:r>
          </a:p>
        </p:txBody>
      </p:sp>
      <p:sp>
        <p:nvSpPr>
          <p:cNvPr id="6" name="scene-label">
            <a:extLst xmlns:a="http://schemas.openxmlformats.org/drawingml/2006/main">
              <a:ext uri="{FF2B5EF4-FFF2-40B4-BE49-F238E27FC236}">
                <a16:creationId xmlns:a16="http://schemas.microsoft.com/office/drawing/2014/main" id="{63743754-E183-48A5-9FD2-24D23AA7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PART 2 OF 3</a:t>
            </a:r>
          </a:p>
        </p:txBody>
      </p:sp>
      <p:sp>
        <p:nvSpPr>
          <p:cNvPr id="7" name="scene-body">
            <a:extLst xmlns:a="http://schemas.openxmlformats.org/drawingml/2006/main">
              <a:ext uri="{FF2B5EF4-FFF2-40B4-BE49-F238E27FC236}">
                <a16:creationId xmlns:a16="http://schemas.microsoft.com/office/drawing/2014/main" id="{323A93C7-A88B-42C3-A043-708235F4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572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Continue to Part 2: LAN. Fill in the next worksheet section and record this part's score (out of 10).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c312957cb431c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82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8DA7B91-EA58-4957-A7FB-DF48DCC6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7716A-B1FE-465D-B440-3BA26880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01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BC9B437-0E10-4F61-B1DE-97821B7B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Part 3: WAN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7d2a44781410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7CDCD-C80E-4730-A40B-E59700C5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24</a:t>
            </a:r>
          </a:p>
        </p:txBody>
      </p:sp>
      <p:sp>
        <p:nvSpPr>
          <p:cNvPr id="6" name="scene-label">
            <a:extLst xmlns:a="http://schemas.openxmlformats.org/drawingml/2006/main">
              <a:ext uri="{FF2B5EF4-FFF2-40B4-BE49-F238E27FC236}">
                <a16:creationId xmlns:a16="http://schemas.microsoft.com/office/drawing/2014/main" id="{2A15E4FD-CBFA-4B78-993C-6DE84C67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PART 3 OF 3</a:t>
            </a:r>
          </a:p>
        </p:txBody>
      </p:sp>
      <p:sp>
        <p:nvSpPr>
          <p:cNvPr id="7" name="scene-body">
            <a:extLst xmlns:a="http://schemas.openxmlformats.org/drawingml/2006/main">
              <a:ext uri="{FF2B5EF4-FFF2-40B4-BE49-F238E27FC236}">
                <a16:creationId xmlns:a16="http://schemas.microsoft.com/office/drawing/2014/main" id="{877D0765-E304-43BE-A570-824613CD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572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Continue to Part 3: WAN. Fill in the next worksheet section and record this part's score (out of 13).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c5f6eca134dcd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599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772A15F-503D-492B-85E8-90F11108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3CF2C80-62A4-4A0C-AC5F-1514830A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EFF460F-4961-44F7-978B-EEA5B873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1dbef89164bd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07DC2CE-D1CA-455F-AC26-425B9357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24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37F85D4F-33B9-4D55-933C-66E2AA00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Complete the LAN versus WAN comparison in Part 3. Include coverage, ownership and how sites connect.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CBC6FEF0-2B83-46B9-BFCA-082710D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17426554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9A482EB-E3CB-4FC6-9606-390C8445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8156C38-2D8D-4BFC-9534-3E64DDB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ADD6A49-711B-44E8-898E-867AAD1B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a9cd0bf0c45d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1A994A0-5F91-4A7A-B1CE-575970DE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24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05645D52-7E27-458B-9CD9-538ABEF8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school trust joins the networks at three schools in different towns. Is the new connection a LAN or a WAN? Explain.</a:t>
            </a:r>
          </a:p>
        </p:txBody>
      </p:sp>
    </p:spTree>
    <p:extLst>
      <p:ext uri="{BB962C8B-B14F-4D97-AF65-F5344CB8AC3E}">
        <p14:creationId xmlns:p14="http://schemas.microsoft.com/office/powerpoint/2010/main" val="1098486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D5A134A-E274-435D-83E7-A84BE1A5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7C78A00-68F2-4E04-AA43-FE39AFF1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8806594-0E0E-4B6F-8769-836AD1F7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acb09e60a414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ECB60F3-7056-4054-874B-B27E891D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24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1F9555D1-D14E-4E13-A898-EFACACB5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0E5E28C8-E800-485C-8BA6-B9B9A9FC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LAN usually covers one building or site. A WAN covers towns, countries or more.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E2F323AE-DAFD-4A67-968B-5B5282B1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BB23536-DA18-468B-BBD8-5E3DDEB3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LAN hardware belongs to the school or organisation. WAN links are often provided by telecoms companies.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3CF8A746-FEA5-4293-971D-E14DCCB5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7707A797-D714-430C-925E-63840748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WAN joins LANs across distance. The school network is a LAN; the internet is a WAN.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A6194F1C-67E2-40BA-82F4-C3822A72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F0671BBF-A5D0-4D8A-B485-E23D676B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is a WAN because it joins separate school LANs over a large geographical area.</a:t>
            </a:r>
          </a:p>
        </p:txBody>
      </p:sp>
    </p:spTree>
    <p:extLst>
      <p:ext uri="{BB962C8B-B14F-4D97-AF65-F5344CB8AC3E}">
        <p14:creationId xmlns:p14="http://schemas.microsoft.com/office/powerpoint/2010/main" val="12146733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E537BE4-F9B7-48A1-B424-3336C810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A241869-EF43-45FF-AFC6-89AD15AB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04B469F-D7B2-4859-8A6E-8ACE49EB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1: Standalone: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111751b3f48a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3B5A8AE-4DC6-4A4C-95E9-240D82C4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24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2C6EF19A-443E-4EB4-B9AD-B66E499F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4EC2B02F-A73D-469A-A90F-70834B0C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Standalone computer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CAD209B9-C23C-489B-8A94-EBB38E78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standalone device is not connected to other computers. A home PC used offline is an example; a phone on home Wi-Fi is networked.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A47798AB-16F8-4CF1-BE61-B360F19D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Sharing a file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EF5ED35E-0013-4B17-9975-D289BD1B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Passing a USB stick creates several copies. Two people could overwrite or lose each other's changes.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1538E68D-8EF8-4762-872B-1539A311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Printing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D8F81989-A775-41B3-A484-364436E9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Without shared printing, each computer may need its own printer and supplies, increasing costs.</a:t>
            </a:r>
          </a:p>
        </p:txBody>
      </p:sp>
    </p:spTree>
    <p:extLst>
      <p:ext uri="{BB962C8B-B14F-4D97-AF65-F5344CB8AC3E}">
        <p14:creationId xmlns:p14="http://schemas.microsoft.com/office/powerpoint/2010/main" val="18156620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91B4F2E-637E-42B5-B13D-2AAFAF37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B82598-B711-4085-AA9D-F6F45ECE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9D6BD7A-145B-4975-887C-BCDFC95F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1: Standalone: stations 4–5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9099577a141c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9D2C373-55AD-4546-A90E-0E3DC8AE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24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F80C5366-4117-4143-B0D3-82B52A9F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69559189-900D-48F7-8C52-93536124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Updates and backups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6B79948E-493D-47F7-8683-065B080A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Updates and backups must be done on each machine. If an unbacked-up drive fails, its files and work can be lost.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AFECDF57-176A-4083-BC36-912D6BAA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?  Predict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48F7DBF6-BC85-4B9E-9F54-AAE48AAC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network can share files from a server, share one printer, install updates centrally and back up work together.</a:t>
            </a:r>
          </a:p>
        </p:txBody>
      </p:sp>
    </p:spTree>
    <p:extLst>
      <p:ext uri="{BB962C8B-B14F-4D97-AF65-F5344CB8AC3E}">
        <p14:creationId xmlns:p14="http://schemas.microsoft.com/office/powerpoint/2010/main" val="18638137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612ACEC-0D27-423C-8366-84AB361F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07BBEAD-830F-4D73-9C9A-7A5848D1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F274C03-15B1-47A3-B5BA-B4705672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2: LAN: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39a000c114a8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85ACE8-B85C-45F9-922F-C63D5B9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24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CEBB29AF-6939-424B-AC08-4D1AED1D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5913351E-A55E-42F2-AB2C-F570D635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Local area network (LAN)</a:t>
            </a:r>
          </a:p>
        </p:txBody>
      </p:sp>
      <p:sp>
        <p:nvSpPr>
          <p:cNvPr id="8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7DB93AB3-06F5-4121-8028-C1CD4F9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LAN means local area network. It covers a small site, such as a home or school. One organisation owns the hardware. Home Wi-Fi is a LAN.</a:t>
            </a:r>
          </a:p>
        </p:txBody>
      </p:sp>
      <p:sp>
        <p:nvSpPr>
          <p:cNvPr id="9" name="station-name-6">
            <a:extLst xmlns:a="http://schemas.openxmlformats.org/drawingml/2006/main">
              <a:ext uri="{FF2B5EF4-FFF2-40B4-BE49-F238E27FC236}">
                <a16:creationId xmlns:a16="http://schemas.microsoft.com/office/drawing/2014/main" id="{6C5F9DAD-59DD-4F77-805F-8E97DC99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Sharing resources</a:t>
            </a:r>
          </a:p>
        </p:txBody>
      </p:sp>
      <p:sp>
        <p:nvSpPr>
          <p:cNvPr id="10" name="station-answer-6">
            <a:extLst xmlns:a="http://schemas.openxmlformats.org/drawingml/2006/main">
              <a:ext uri="{FF2B5EF4-FFF2-40B4-BE49-F238E27FC236}">
                <a16:creationId xmlns:a16="http://schemas.microsoft.com/office/drawing/2014/main" id="{5B51161F-08E6-4BE1-BD50-3F06C731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school LAN can share files, a printer and user logins across connected computers.</a:t>
            </a:r>
          </a:p>
        </p:txBody>
      </p:sp>
      <p:sp>
        <p:nvSpPr>
          <p:cNvPr id="11" name="station-name-7">
            <a:extLst xmlns:a="http://schemas.openxmlformats.org/drawingml/2006/main">
              <a:ext uri="{FF2B5EF4-FFF2-40B4-BE49-F238E27FC236}">
                <a16:creationId xmlns:a16="http://schemas.microsoft.com/office/drawing/2014/main" id="{B423E8FA-3C0E-415B-92B5-C0AA347A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Advantages</a:t>
            </a:r>
          </a:p>
        </p:txBody>
      </p:sp>
      <p:sp>
        <p:nvSpPr>
          <p:cNvPr id="12" name="station-answer-7">
            <a:extLst xmlns:a="http://schemas.openxmlformats.org/drawingml/2006/main">
              <a:ext uri="{FF2B5EF4-FFF2-40B4-BE49-F238E27FC236}">
                <a16:creationId xmlns:a16="http://schemas.microsoft.com/office/drawing/2014/main" id="{8775B590-8AD4-4323-9657-325486F9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Shared printers and central software management can save money. Other advantages include easier communication and central backup.</a:t>
            </a:r>
          </a:p>
        </p:txBody>
      </p:sp>
    </p:spTree>
    <p:extLst>
      <p:ext uri="{BB962C8B-B14F-4D97-AF65-F5344CB8AC3E}">
        <p14:creationId xmlns:p14="http://schemas.microsoft.com/office/powerpoint/2010/main" val="2300923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1747F05-3071-4841-B1BF-E1FEE6EE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A724250-EEE0-4C82-8911-A7ACB04C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F830F7C-4979-4EE3-A1FE-E97E377A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2: LAN: stations 4–5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6e0e04d5b42f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A80134F-37E6-4B8A-999A-FE394044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24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08E376BB-A259-4ABD-AA01-4E3BAC6F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8">
            <a:extLst xmlns:a="http://schemas.openxmlformats.org/drawingml/2006/main">
              <a:ext uri="{FF2B5EF4-FFF2-40B4-BE49-F238E27FC236}">
                <a16:creationId xmlns:a16="http://schemas.microsoft.com/office/drawing/2014/main" id="{D88FAAD7-B3AE-4C76-AA43-3CE30EE7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Disadvantages</a:t>
            </a:r>
          </a:p>
        </p:txBody>
      </p:sp>
      <p:sp>
        <p:nvSpPr>
          <p:cNvPr id="8" name="station-answer-8">
            <a:extLst xmlns:a="http://schemas.openxmlformats.org/drawingml/2006/main">
              <a:ext uri="{FF2B5EF4-FFF2-40B4-BE49-F238E27FC236}">
                <a16:creationId xmlns:a16="http://schemas.microsoft.com/office/drawing/2014/main" id="{4ED831CF-5259-4ABF-A982-0DE1BB31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Disadvantages include setup cost, specialist management, a shared failure point and malware spreading. Use security software and updates.</a:t>
            </a:r>
          </a:p>
        </p:txBody>
      </p:sp>
      <p:sp>
        <p:nvSpPr>
          <p:cNvPr id="9" name="station-name-9">
            <a:extLst xmlns:a="http://schemas.openxmlformats.org/drawingml/2006/main">
              <a:ext uri="{FF2B5EF4-FFF2-40B4-BE49-F238E27FC236}">
                <a16:creationId xmlns:a16="http://schemas.microsoft.com/office/drawing/2014/main" id="{054AF653-B445-4BC6-A9AD-583F3D56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The LAN in this room</a:t>
            </a:r>
          </a:p>
        </p:txBody>
      </p:sp>
      <p:sp>
        <p:nvSpPr>
          <p:cNvPr id="10" name="station-answer-9">
            <a:extLst xmlns:a="http://schemas.openxmlformats.org/drawingml/2006/main">
              <a:ext uri="{FF2B5EF4-FFF2-40B4-BE49-F238E27FC236}">
                <a16:creationId xmlns:a16="http://schemas.microsoft.com/office/drawing/2014/main" id="{462CDFA4-D49C-4416-B69B-55B9E16F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computers and shared printer connect to the switch. The file server also connects to the switch so clients can reach it.</a:t>
            </a:r>
          </a:p>
        </p:txBody>
      </p:sp>
    </p:spTree>
    <p:extLst>
      <p:ext uri="{BB962C8B-B14F-4D97-AF65-F5344CB8AC3E}">
        <p14:creationId xmlns:p14="http://schemas.microsoft.com/office/powerpoint/2010/main" val="16074635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FEBF9CD-2137-400E-9776-CE0391E7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505B3C9-6875-403C-B901-6E1AB29E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9FBA5A7-0DDB-40BC-BDB0-DF43BF9B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3: WAN: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e6e17f7584ce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DCD9347-CFCE-4B95-B5C4-B67546D8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24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222E58B2-CF83-4F18-8321-618F35CC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10">
            <a:extLst xmlns:a="http://schemas.openxmlformats.org/drawingml/2006/main">
              <a:ext uri="{FF2B5EF4-FFF2-40B4-BE49-F238E27FC236}">
                <a16:creationId xmlns:a16="http://schemas.microsoft.com/office/drawing/2014/main" id="{0F0FAB7E-84D1-4DDE-852D-6838ADA0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Wide area network (WAN)</a:t>
            </a:r>
          </a:p>
        </p:txBody>
      </p:sp>
      <p:sp>
        <p:nvSpPr>
          <p:cNvPr id="8" name="station-answer-10">
            <a:extLst xmlns:a="http://schemas.openxmlformats.org/drawingml/2006/main">
              <a:ext uri="{FF2B5EF4-FFF2-40B4-BE49-F238E27FC236}">
                <a16:creationId xmlns:a16="http://schemas.microsoft.com/office/drawing/2014/main" id="{2560A3AF-E4DC-4714-834E-79710167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WAN means wide area network. It covers a large area and connects LANs. Schools in different towns form a WAN. The internet is the largest WAN.</a:t>
            </a:r>
          </a:p>
        </p:txBody>
      </p:sp>
      <p:sp>
        <p:nvSpPr>
          <p:cNvPr id="9" name="station-name-11">
            <a:extLst xmlns:a="http://schemas.openxmlformats.org/drawingml/2006/main">
              <a:ext uri="{FF2B5EF4-FFF2-40B4-BE49-F238E27FC236}">
                <a16:creationId xmlns:a16="http://schemas.microsoft.com/office/drawing/2014/main" id="{FD1BDB11-23B2-4FEE-8235-F7459849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Who owns the connections?</a:t>
            </a:r>
          </a:p>
        </p:txBody>
      </p:sp>
      <p:sp>
        <p:nvSpPr>
          <p:cNvPr id="10" name="station-answer-11">
            <a:extLst xmlns:a="http://schemas.openxmlformats.org/drawingml/2006/main">
              <a:ext uri="{FF2B5EF4-FFF2-40B4-BE49-F238E27FC236}">
                <a16:creationId xmlns:a16="http://schemas.microsoft.com/office/drawing/2014/main" id="{7E849954-C5E1-4CB5-9A50-54F7612C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WAN links commonly use rented telecoms infrastructure such as fibre, telephone lines or satellites. Laying a private 30-mile cable is costly.</a:t>
            </a:r>
          </a:p>
        </p:txBody>
      </p:sp>
      <p:sp>
        <p:nvSpPr>
          <p:cNvPr id="11" name="station-name-12">
            <a:extLst xmlns:a="http://schemas.openxmlformats.org/drawingml/2006/main">
              <a:ext uri="{FF2B5EF4-FFF2-40B4-BE49-F238E27FC236}">
                <a16:creationId xmlns:a16="http://schemas.microsoft.com/office/drawing/2014/main" id="{FB65016B-1564-4C1A-BEB7-BD915483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LAN vs WAN</a:t>
            </a:r>
          </a:p>
        </p:txBody>
      </p:sp>
      <p:sp>
        <p:nvSpPr>
          <p:cNvPr id="12" name="station-answer-12">
            <a:extLst xmlns:a="http://schemas.openxmlformats.org/drawingml/2006/main">
              <a:ext uri="{FF2B5EF4-FFF2-40B4-BE49-F238E27FC236}">
                <a16:creationId xmlns:a16="http://schemas.microsoft.com/office/drawing/2014/main" id="{9D24CFCD-2EEB-457C-ADD7-11CEC705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LAN: one site, organisation-owned hardware, local links. WAN: large area, joins LANs, links often rented from telecoms firms.</a:t>
            </a:r>
          </a:p>
        </p:txBody>
      </p:sp>
    </p:spTree>
    <p:extLst>
      <p:ext uri="{BB962C8B-B14F-4D97-AF65-F5344CB8AC3E}">
        <p14:creationId xmlns:p14="http://schemas.microsoft.com/office/powerpoint/2010/main" val="19612772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3A2D57F-EAA7-4D02-AF05-6C2016DB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8AEB59A-B8BE-48EA-ADF2-BB58D4AC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86801A-59AE-4CF1-BFDF-01A03CDA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3: WAN: stations 4–5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5c06991c34bb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3F05808-B4D6-4369-8F72-BA7F996F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24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9F67DAF8-AB55-4D86-8737-21DC6CE6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13">
            <a:extLst xmlns:a="http://schemas.openxmlformats.org/drawingml/2006/main">
              <a:ext uri="{FF2B5EF4-FFF2-40B4-BE49-F238E27FC236}">
                <a16:creationId xmlns:a16="http://schemas.microsoft.com/office/drawing/2014/main" id="{B92C0CDD-0910-419E-BE50-B033D7BF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Quick check</a:t>
            </a:r>
          </a:p>
        </p:txBody>
      </p:sp>
      <p:sp>
        <p:nvSpPr>
          <p:cNvPr id="8" name="station-answer-13">
            <a:extLst xmlns:a="http://schemas.openxmlformats.org/drawingml/2006/main">
              <a:ext uri="{FF2B5EF4-FFF2-40B4-BE49-F238E27FC236}">
                <a16:creationId xmlns:a16="http://schemas.microsoft.com/office/drawing/2014/main" id="{A56C4FD7-F442-4229-8925-B12A8962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the exit questions on the plenary slides after closing the experience.</a:t>
            </a:r>
          </a:p>
        </p:txBody>
      </p:sp>
      <p:sp>
        <p:nvSpPr>
          <p:cNvPr id="9" name="station-name-14">
            <a:extLst xmlns:a="http://schemas.openxmlformats.org/drawingml/2006/main">
              <a:ext uri="{FF2B5EF4-FFF2-40B4-BE49-F238E27FC236}">
                <a16:creationId xmlns:a16="http://schemas.microsoft.com/office/drawing/2014/main" id="{5CA255D1-5EAB-48C7-867C-663E632D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Satellite</a:t>
            </a:r>
          </a:p>
        </p:txBody>
      </p:sp>
      <p:sp>
        <p:nvSpPr>
          <p:cNvPr id="10" name="station-answer-14">
            <a:extLst xmlns:a="http://schemas.openxmlformats.org/drawingml/2006/main">
              <a:ext uri="{FF2B5EF4-FFF2-40B4-BE49-F238E27FC236}">
                <a16:creationId xmlns:a16="http://schemas.microsoft.com/office/drawing/2014/main" id="{3DE20DDC-420B-407D-BDA5-A648DE89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Satellites can connect remote places where cables are impractical, though the long signal path may add latency.</a:t>
            </a:r>
          </a:p>
        </p:txBody>
      </p:sp>
    </p:spTree>
    <p:extLst>
      <p:ext uri="{BB962C8B-B14F-4D97-AF65-F5344CB8AC3E}">
        <p14:creationId xmlns:p14="http://schemas.microsoft.com/office/powerpoint/2010/main" val="10253400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6E99127-E3F0-4252-A291-9B284275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A697942-B7A7-4EB8-91C3-9106F856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5ABB165-937A-45DC-AFF9-6295A319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1: prediction check ·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a78b2a70548a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42CE609-311C-4D52-BEB9-4904DBD4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24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C2CFF840-A016-4242-A151-F4DBECB5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86130F7-B50F-4E22-8161-950F9EDA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Sharing files → Save files on a file server that every computer can open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8BF2B7E5-2136-498D-B5CE-55CFFF5E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2A3FC445-2B8F-4571-ADAB-2599FF69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Printing → Share one printer between many computers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6827A2A0-7C78-4483-B392-1EE6A8CD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08C09F1A-81DE-4736-893D-FC0FBC8F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Installing updates → Install updates on every computer from one place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2A3A2516-63A0-4446-A660-DD141419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ACECBD40-0447-4AF7-87DB-DDB73FE5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Backing up → Back up everyone's data centrally, all at once</a:t>
            </a:r>
          </a:p>
        </p:txBody>
      </p:sp>
    </p:spTree>
    <p:extLst>
      <p:ext uri="{BB962C8B-B14F-4D97-AF65-F5344CB8AC3E}">
        <p14:creationId xmlns:p14="http://schemas.microsoft.com/office/powerpoint/2010/main" val="4952737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509FA41-F00E-46A4-9563-B5F37006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15B3753-DB52-469D-A695-A8AE581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09C0F74-6E08-4180-AE0F-9DCC4D58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3: LAN versus WAN · answers 1–4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839d413c44ff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DBE7B72-C695-4DE7-92EA-A49F3F9C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24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27544AF7-3075-4631-8E97-137C888B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CB9623CC-EB1E-4573-BF0C-E13885C9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Covers one building or site → LAN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406D2728-1CFC-4FAA-85C2-65C81794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0A698BD5-D21D-45F4-9814-7FFF2D93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Covers towns, countries or the world → WAN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D4B50CA1-D918-43C6-B7C3-C8A3BDFB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B31A4567-4CFC-40EE-A41D-A5F2616C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Hardware is owned by the organisation → LAN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B8EF537-50F2-408D-99FD-0A6A259D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F0D23B68-6E71-4799-9B6E-B2FC3EC3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Connections are usually rented from telecoms companies → WAN</a:t>
            </a:r>
          </a:p>
        </p:txBody>
      </p:sp>
    </p:spTree>
    <p:extLst>
      <p:ext uri="{BB962C8B-B14F-4D97-AF65-F5344CB8AC3E}">
        <p14:creationId xmlns:p14="http://schemas.microsoft.com/office/powerpoint/2010/main" val="4346310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3B77C36-C5E7-4079-8561-73D0767F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FBAC7D2-DF73-4F80-A924-32A75645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3F372AB-C144-4F12-BF6E-3FD3E4F6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3: LAN versus WAN · answers 5–6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f213ab2d2498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4FB34B9-C158-46E6-BF44-9DA063BE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24</a:t>
            </a:r>
          </a:p>
        </p:txBody>
      </p:sp>
      <p:sp>
        <p:nvSpPr>
          <p:cNvPr id="6" name="number-5">
            <a:extLst xmlns:a="http://schemas.openxmlformats.org/drawingml/2006/main">
              <a:ext uri="{FF2B5EF4-FFF2-40B4-BE49-F238E27FC236}">
                <a16:creationId xmlns:a16="http://schemas.microsoft.com/office/drawing/2014/main" id="{9C8EAA0E-B6CE-4023-9396-17F4503D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7" name="item-5">
            <a:extLst xmlns:a="http://schemas.openxmlformats.org/drawingml/2006/main">
              <a:ext uri="{FF2B5EF4-FFF2-40B4-BE49-F238E27FC236}">
                <a16:creationId xmlns:a16="http://schemas.microsoft.com/office/drawing/2014/main" id="{C644C503-6855-4E74-90E1-D19740F3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school network → LAN</a:t>
            </a:r>
          </a:p>
        </p:txBody>
      </p:sp>
      <p:sp>
        <p:nvSpPr>
          <p:cNvPr id="8" name="number-6">
            <a:extLst xmlns:a="http://schemas.openxmlformats.org/drawingml/2006/main">
              <a:ext uri="{FF2B5EF4-FFF2-40B4-BE49-F238E27FC236}">
                <a16:creationId xmlns:a16="http://schemas.microsoft.com/office/drawing/2014/main" id="{054B39F1-FF91-464B-B2CA-DE5F51DD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9" name="item-6">
            <a:extLst xmlns:a="http://schemas.openxmlformats.org/drawingml/2006/main">
              <a:ext uri="{FF2B5EF4-FFF2-40B4-BE49-F238E27FC236}">
                <a16:creationId xmlns:a16="http://schemas.microsoft.com/office/drawing/2014/main" id="{DFEBCA57-04CD-4EA0-91FD-F007F490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33775"/>
            <a:ext cx="9925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internet → WAN</a:t>
            </a:r>
          </a:p>
        </p:txBody>
      </p:sp>
    </p:spTree>
    <p:extLst>
      <p:ext uri="{BB962C8B-B14F-4D97-AF65-F5344CB8AC3E}">
        <p14:creationId xmlns:p14="http://schemas.microsoft.com/office/powerpoint/2010/main" val="3566274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68F7705-7993-4442-B8C2-580AA852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5F508FC-9707-48CB-996C-9401D1A1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7325ADB-23DB-4580-B786-E845DFD0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34fc2cce14bc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1ACCB38-AA1E-44BF-AD2D-19470091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20 / 24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72F3747E-A22E-43C3-8458-B3EC175F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2BA03A81-2CE2-49D2-B5EB-30D12A46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What is meant by a standalone computer?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9FCA4370-143C-44C3-97B6-CA67E12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Name one advantage of a network.</a:t>
            </a:r>
          </a:p>
        </p:txBody>
      </p:sp>
    </p:spTree>
    <p:extLst>
      <p:ext uri="{BB962C8B-B14F-4D97-AF65-F5344CB8AC3E}">
        <p14:creationId xmlns:p14="http://schemas.microsoft.com/office/powerpoint/2010/main" val="17460512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939C9E7-84F3-4613-8E89-5462E189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3F32C17-BB6B-4371-8255-B3F03638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9F1A8AB-04B6-4115-8B4D-40C31B1A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6aafae995445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B87264-BBB5-4928-A771-B1166E46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21 / 24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1081ADA4-2B6D-4AF1-A708-51BC8DF3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9D23EBEA-075D-41C7-BF2B-E2A8AD39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Name one disadvantage of a network.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319E3177-04C8-480F-B7FB-E66AEEBF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 Give two differences between a LAN and a WAN.</a:t>
            </a:r>
          </a:p>
        </p:txBody>
      </p:sp>
    </p:spTree>
    <p:extLst>
      <p:ext uri="{BB962C8B-B14F-4D97-AF65-F5344CB8AC3E}">
        <p14:creationId xmlns:p14="http://schemas.microsoft.com/office/powerpoint/2010/main" val="97872577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97602EB-CD4C-4D40-82DB-C15D7D22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397B602-8AA4-4CE2-8D48-E061109E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C3FE-32E9-4243-8ED9-F670B243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36cda66764f3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806BB6B-2574-4149-9C9F-70073108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22 / 24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F5A8FDA1-4B92-4D12-BAD9-5D2F099D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92641F4D-9371-484B-A5B7-9C3C4C67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A standalone computer works independently and is not connected to a network.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3DC046EE-3FDA-400F-9ED6-76868409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One advantage is that several users can share one printer or centrally stored files.</a:t>
            </a:r>
          </a:p>
        </p:txBody>
      </p:sp>
    </p:spTree>
    <p:extLst>
      <p:ext uri="{BB962C8B-B14F-4D97-AF65-F5344CB8AC3E}">
        <p14:creationId xmlns:p14="http://schemas.microsoft.com/office/powerpoint/2010/main" val="6555074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D2175EA-2F2D-4872-92BD-A00304DF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43DFBD0-C8FD-44A7-90B3-185027CD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AA8100-4A09-4C9E-969F-D5B2FC60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99c2b1a824be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7C82B15-49EB-4DD7-BB7E-16B89BA3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23 / 24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F978E793-DD0C-48D9-8644-69FAB47D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B7F20F5C-18EE-477A-B18A-8BF647ED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One disadvantage is that a network failure can prevent many users accessing shared resources.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CEFA9779-A4A4-4C28-A440-2BDEF44B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A LAN covers a small area; a WAN spans a larger area and links LANs. LAN hardware is usually owned by one organisation, while WAN links are often rented.</a:t>
            </a:r>
          </a:p>
        </p:txBody>
      </p:sp>
    </p:spTree>
    <p:extLst>
      <p:ext uri="{BB962C8B-B14F-4D97-AF65-F5344CB8AC3E}">
        <p14:creationId xmlns:p14="http://schemas.microsoft.com/office/powerpoint/2010/main" val="11133713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358D630-6A61-484E-90BF-B44AAAF4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2A99344-D9AF-4FA5-B15D-466DDA9E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01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29A61B4-A6CB-423C-BC47-50CE703E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7934989f54f2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69D7665-7D41-4E1C-9DF6-62697924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24 / 24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A13E395B-D746-45EC-9F8A-1D910C5A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E5301314-A908-487B-A8F9-6D360D5A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DCAFF41-0314-456E-9026-2BEB4E9D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a standalone computer is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0E05C321-3D05-47ED-9E24-3A4DCC19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D99AAA03-7942-4A70-95BF-03593C58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2422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difference between a LAN and a WAN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7A98D07A-A7CD-4BD7-B31C-21A5567F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57720CD4-8927-4CAC-A8CF-43583CEF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3385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advantages of networking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7EF2267F-3535-4895-873E-392E014B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B54ED87B-29F1-405F-99AC-D525273C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434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disadvantages of networking</a:t>
            </a:r>
          </a:p>
        </p:txBody>
      </p:sp>
    </p:spTree>
    <p:extLst>
      <p:ext uri="{BB962C8B-B14F-4D97-AF65-F5344CB8AC3E}">
        <p14:creationId xmlns:p14="http://schemas.microsoft.com/office/powerpoint/2010/main" val="767280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2026-09-25T14:15:17.8520000Z</dcterms:created>
  <dcterms:modified xsi:type="dcterms:W3CDTF">2026-09-25T14:15:17.8520000Z</dcterms:modified>
</coreProperties>
</file>
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Record vault.
Open the experience at revise360.co.uk and hand out PF_L04_RecordVault_Worksheet.docx.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What is a record.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Fields and data types.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SELECT and FROM.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WHERE.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Boolean operators.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LIKE and wildcards.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Runner Bean and Basil.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WHERE, and work through its example again, aloud, with the class watching, then re-ask this question.
The course's own response to a wrong answer here: Runner Bean has 3 packets and Basil has 0, and both of those are below 5.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(pf-l04-s4-c1),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2.2 Programming fundamentals  |  Lesson 4</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Record vault</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 packet in this community seed library has its own row in a table, and that row is called a record. Learn how a record is built from fields, then learn the language that pulls the records you want back out.</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a program store a set of related data, and how does it search it?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is meant by a record, a field and a table of records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SELECT, FROM and WHERE are used to search for data</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AND, OR, NOT and LIKE narrow a search down</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335024"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Record</a:t>
            </a:r>
            <a:endParaRPr lang="en-US" sz="1200" dirty="0"/>
          </a:p>
        </p:txBody>
      </p:sp>
      <p:sp>
        <p:nvSpPr>
          <p:cNvPr id="19" name="Shape 17"/>
          <p:cNvSpPr/>
          <p:nvPr/>
        </p:nvSpPr>
        <p:spPr>
          <a:xfrm>
            <a:off x="2011680" y="5468112"/>
            <a:ext cx="1188720"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011680"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Field</a:t>
            </a:r>
            <a:endParaRPr lang="en-US" sz="1200" dirty="0"/>
          </a:p>
        </p:txBody>
      </p:sp>
      <p:sp>
        <p:nvSpPr>
          <p:cNvPr id="21" name="Shape 19"/>
          <p:cNvSpPr/>
          <p:nvPr/>
        </p:nvSpPr>
        <p:spPr>
          <a:xfrm>
            <a:off x="3328416" y="5468112"/>
            <a:ext cx="118872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3328416"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Table</a:t>
            </a:r>
            <a:endParaRPr lang="en-US" sz="1200" dirty="0"/>
          </a:p>
        </p:txBody>
      </p:sp>
      <p:sp>
        <p:nvSpPr>
          <p:cNvPr id="23" name="Shape 21"/>
          <p:cNvSpPr/>
          <p:nvPr/>
        </p:nvSpPr>
        <p:spPr>
          <a:xfrm>
            <a:off x="4645152" y="5468112"/>
            <a:ext cx="100584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4645152"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SQL</a:t>
            </a:r>
            <a:endParaRPr lang="en-US" sz="1200" dirty="0"/>
          </a:p>
        </p:txBody>
      </p:sp>
      <p:sp>
        <p:nvSpPr>
          <p:cNvPr id="25" name="Shape 23"/>
          <p:cNvSpPr/>
          <p:nvPr/>
        </p:nvSpPr>
        <p:spPr>
          <a:xfrm>
            <a:off x="5779008" y="5468112"/>
            <a:ext cx="1335024"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5779008"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SELECT</a:t>
            </a:r>
            <a:endParaRPr lang="en-US" sz="1200" dirty="0"/>
          </a:p>
        </p:txBody>
      </p:sp>
      <p:sp>
        <p:nvSpPr>
          <p:cNvPr id="27" name="Shape 25"/>
          <p:cNvSpPr/>
          <p:nvPr/>
        </p:nvSpPr>
        <p:spPr>
          <a:xfrm>
            <a:off x="7242048" y="5468112"/>
            <a:ext cx="1042416"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7242048"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FROM</a:t>
            </a:r>
            <a:endParaRPr lang="en-US" sz="1200" dirty="0"/>
          </a:p>
        </p:txBody>
      </p:sp>
      <p:sp>
        <p:nvSpPr>
          <p:cNvPr id="29" name="Shape 27"/>
          <p:cNvSpPr/>
          <p:nvPr/>
        </p:nvSpPr>
        <p:spPr>
          <a:xfrm>
            <a:off x="8412480" y="5468112"/>
            <a:ext cx="1188720" cy="402336"/>
          </a:xfrm>
          <a:prstGeom prst="roundRect">
            <a:avLst>
              <a:gd name="adj" fmla="val 50000"/>
            </a:avLst>
          </a:prstGeom>
          <a:solidFill>
            <a:srgbClr val="FFFFFF"/>
          </a:solidFill>
          <a:ln w="12700">
            <a:solidFill>
              <a:srgbClr val="2D63FF"/>
            </a:solidFill>
            <a:prstDash val="solid"/>
          </a:ln>
        </p:spPr>
      </p:sp>
      <p:sp>
        <p:nvSpPr>
          <p:cNvPr id="30" name="Text 28"/>
          <p:cNvSpPr txBox="1"/>
          <p:nvPr/>
        </p:nvSpPr>
        <p:spPr>
          <a:xfrm>
            <a:off x="8412480"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WHERE</a:t>
            </a:r>
            <a:endParaRPr lang="en-US" sz="1200" dirty="0"/>
          </a:p>
        </p:txBody>
      </p:sp>
      <p:sp>
        <p:nvSpPr>
          <p:cNvPr id="31" name="Shape 29"/>
          <p:cNvSpPr/>
          <p:nvPr/>
        </p:nvSpPr>
        <p:spPr>
          <a:xfrm>
            <a:off x="9729216" y="5468112"/>
            <a:ext cx="1627632" cy="402336"/>
          </a:xfrm>
          <a:prstGeom prst="roundRect">
            <a:avLst>
              <a:gd name="adj" fmla="val 50000"/>
            </a:avLst>
          </a:prstGeom>
          <a:solidFill>
            <a:srgbClr val="FFFFFF"/>
          </a:solidFill>
          <a:ln w="12700">
            <a:solidFill>
              <a:srgbClr val="2D63FF"/>
            </a:solidFill>
            <a:prstDash val="solid"/>
          </a:ln>
        </p:spPr>
      </p:sp>
      <p:sp>
        <p:nvSpPr>
          <p:cNvPr id="32" name="Text 30"/>
          <p:cNvSpPr txBox="1"/>
          <p:nvPr/>
        </p:nvSpPr>
        <p:spPr>
          <a:xfrm>
            <a:off x="9729216"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Wildcard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community seed library stores the name, the plant family and the number of packets left for each type of seed. Write down the fields one record would need, and the most suitable data type for each field.</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Record vault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is a record</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record is one row of related data about a single thing, such as one packet of seed in the library.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separate pieces of data inside a record are called fields, and each field has its own name.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table is a set of records that all have exactly the same fields.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the record this seed library would store about one packet of radish seed.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record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Fields and data types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Every field is given a data type, and only data of that type may be stored in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SeedID and PacketsLeft hold whole numbers, so they are integers. Name and Family hold characters, so they hold text.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Fields in the same record can be different data types, which is why a record is more useful than an array.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The library wants to record whether each packet is organic. Choose a data type for that field and say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Each field in a record...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SELECT and FROM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SQL, the structured query language, is used to search a table of records.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 lists the fields you want back. FROM names the table they are taken from.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 * means every field in the record, and a query with no condition returns every record in the table.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an SQL query that returns just the name and family of every seed in the library.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SELECT names... FROM names...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WHERE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WHERE sets a condition, and only records where that condition is True are returned.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Conditions use =, &lt;&gt;, &lt;, &gt;, &lt;= and &gt;=. A piece of text is written inside single quotes.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this table,  SELECT Name FROM Seeds WHERE Family = 'Legume';  returns Runner Bean and Sweet Pea.</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an SQL query that returns the name of every seed with fewer than five packets left.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WHERE is used to...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Boolean operators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AND returns a record only when both of its conditions are True.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OR returns a record when at least one of its conditions is True.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NOT reverses a condition, so  NOT Family = 'Legume'  returns every record that is not a legume.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query that returns every legume with more than five packets left, then say how many records it gives.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AND returns a record only when...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LIKE and wildcards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LIKE searches a text field for a pattern instead of an exact match.</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 wildcard stands for any number of characters, including none. The _ wildcard stands for exactly one character.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So  WHERE Name LIKE 'S%'  means the name must begin with S and may be followed by anything.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query that returns every seed whose name contains the word Pea, wherever it appears in the name.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 wildcard stands for...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Using the Seeds table, which records does  WHERE PacketsLeft &lt; 5  return?</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Basil only</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Radish and Sunflower</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Every record in the table</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Runner Bean and Basil</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Run the query</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Six queries on the Seeds table, all beginning SELECT Name FROM Seeds. Tap the star, work through the table row by row, then match each WHERE line to the records it returns.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Why not one big list</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table of records keeps related data together, so one row can be added, changed or deleted without disturbing any other. Storing the same data as separate lists of names and separate lists of numbers makes it far too easy for the lists to drift out of step.</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Primary keys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field like SeedID that is different for every record is called a primary key. It matters because two packets could easily share a name, but a key is guaranteed to pick out exactly one record.</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SQL is everywhere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same SELECT, FROM and WHERE are used by almost every database in the world, from a school register to an airline booking system. Learning them once means you can query any of them.</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The order the lines go in</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SQL is read by the database in a fixed order: find the table named in FROM, keep only the records that satisfy WHERE, then return the fields listed in SELECT. Knowing that order explains why a query that returns nothing usually has a problem in its WHERE line.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what is meant by a record and what is meant by a field.</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table called Seeds has the fields SeedID, Name, Family and PacketsLeft. Write an SQL query that returns the name of every seed with fewer than five packets left.</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the difference between using AND and using OR in the WHERE line of a query. Use an example of each in your answer.</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a record, a field and a table are</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SELECT, FROM and WHERE build a query</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AND, OR, NOT and the wildcards % and _ are used</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Record vault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Programming fundamentals  |  Lesson 4 — Record vault</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
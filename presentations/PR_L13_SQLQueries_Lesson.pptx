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 SQL queries.
Open the experience at revise360.co.uk and hand out PR_L13_SQLQueries_Worksheet.docx.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and 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Sorting results.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Willow Gate
---
Clay Pigeon
Willow Gate.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Comparing values, and work through its example again, aloud, with the class watching, then re-ask this question.
The course's own response to a wrong answer here: &gt; leaves the boundary value out and &gt;= lets it in. The row sitting exactly on the number is the only one that can tell the two apart.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(pr-l13-s3-c2),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SQL queries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database holds far more than a program could ever keep in memory, and SQL is how you ask it a question. Work through the six stations and you will write queries against a table called games, choosing the columns you want, keeping only the rows you want and putting them in order.</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clause of a query decides which fields come back, and which clause decides which records?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SELECT and FROM choose the fields and the table a query reads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WHERE decides which records a query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conditions with AND and OR, and how to put results in order with ORDER BY</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9" name="Shape 17"/>
          <p:cNvSpPr/>
          <p:nvPr/>
        </p:nvSpPr>
        <p:spPr>
          <a:xfrm>
            <a:off x="168249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21" name="Shape 19"/>
          <p:cNvSpPr/>
          <p:nvPr/>
        </p:nvSpPr>
        <p:spPr>
          <a:xfrm>
            <a:off x="3438144"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3814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754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54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5" name="Shape 23"/>
          <p:cNvSpPr/>
          <p:nvPr/>
        </p:nvSpPr>
        <p:spPr>
          <a:xfrm>
            <a:off x="6071616"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07161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27" name="Shape 25"/>
          <p:cNvSpPr/>
          <p:nvPr/>
        </p:nvSpPr>
        <p:spPr>
          <a:xfrm>
            <a:off x="753465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3465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9" name="Shape 27"/>
          <p:cNvSpPr/>
          <p:nvPr/>
        </p:nvSpPr>
        <p:spPr>
          <a:xfrm>
            <a:off x="8997696" y="5468112"/>
            <a:ext cx="1042416"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99769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31" name="Shape 29"/>
          <p:cNvSpPr/>
          <p:nvPr/>
        </p:nvSpPr>
        <p:spPr>
          <a:xfrm>
            <a:off x="10168128" y="5468112"/>
            <a:ext cx="118872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16812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table called Tree holds the fields Name, Height and Native, and 30 records. Write down how many fields and how many records come back from SELECT Name, Height FROM Tree, and which clause you would add to cut the records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SQL queries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names the fields you want, and FROM names the table they live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and with no WHERE every record comes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listing the fields in the wrong order, since results come out in the order you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a query decides how many records come back?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stands for Structured Query Language, and what it is for is asking rather than...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filters the records, keeping only the ones whose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match goes inside quotes, and numbers do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quotes off text, so SQL looks for a field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records come back from a query that has no WHERE at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looks at each record on its own and decides, for that one record, whether to...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comparisons are =, &lt;&gt;, &gt;, &lt;, &gt;= and &lt;=, and they work on numbers and on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'Longer than 45' is &gt; 45, but '45 or longer' is &gt;= 45.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question says 'or more', which loses the boundary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WHERE clause for games lasting 45 minutes or longer.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writes 'not equal to' as &lt;&gt;, where the same test in Python is written...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and 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keeps a record only when both conditions hold; OR keeps it when either one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Brackets make the meaning clear when AND and OR appear in the same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AND where the question means OR, which often gives no records at all.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AND give nothing for 'under 20 minutes or over 60'?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narrows the records down while OR widens them out, so the one that can only ever give you fewer records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Sorting results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ORDER BY sorts the results by a field, smallest or earliest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 reverses that, so the largest or latest comes first instead.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putting ORDER BY before WHERE, when it always comes last.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clause lists the longest games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Ascending is the order ORDER BY uses unless you say otherwise, and the word that asks for the other direction is...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clauses always come in the order SELECT, FROM, WHERE, ORDER BY.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query one clause at a time and check what comes back at every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mixing up the quotes, so a word is read as a field name and the query finds nothing.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for games that are not card games and last an hour or less, longest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One query can filter and sort at once, which is why that work belongs in the query and not 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3749040"/>
          </a:xfrm>
          <a:prstGeom prst="roundRect">
            <a:avLst>
              <a:gd name="adj" fmla="val 2927"/>
            </a:avLst>
          </a:prstGeom>
          <a:solidFill>
            <a:srgbClr val="FFFFFF"/>
          </a:solidFill>
          <a:ln w="15875">
            <a:solidFill>
              <a:srgbClr val="D9DEE7"/>
            </a:solidFill>
            <a:prstDash val="solid"/>
          </a:ln>
        </p:spPr>
      </p:sp>
      <p:sp>
        <p:nvSpPr>
          <p:cNvPr id="10" name="Text 8"/>
          <p:cNvSpPr txBox="1"/>
          <p:nvPr/>
        </p:nvSpPr>
        <p:spPr>
          <a:xfrm>
            <a:off x="822960" y="2350008"/>
            <a:ext cx="4480560" cy="334670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import sqlite3</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db = sqlite3.connect(":memory:")</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db.execute("CREATE TABLE games (title TEXT, kind TEXT, players INTEGER, minutes INTEGER)")</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db.execute("INSERT INTO games VALUES ('Snap Dragon', 'card', 4, 15)")</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db.execute("INSERT INTO games VALUES ('Clay Pigeon', 'dice', 2, 30)")</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db.execute("INSERT INTO games VALUES ('Willow Gate', 'card', 6, 50)")</a:t>
            </a:r>
            <a:endParaRPr lang="en-US" sz="1500" dirty="0"/>
          </a:p>
          <a:p>
            <a:pPr indent="0" marL="0">
              <a:lnSpc>
                <a:spcPct val="125000"/>
              </a:lnSpc>
              <a:buNone/>
            </a:pP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for row in db.execute("SELECT title FROM games WHERE minutes &gt; 30"):</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print(row[0])</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for row in db.execute("SELECT title FROM games WHERE minutes &gt;= 30"):</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print(row[0])</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Clay Pigeon</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Willow Gate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Clay Pigeon</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Willow Gate</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Willow Gate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Clay Pigeon</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Willow Gate</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Willow Gate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Willow Gate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table games has the fields title, kind, players and minutes. Tap the star and put the clauses of one query into the order SQL needs them.</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Asking, not telling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says what you want, not how to get it. The database works the steps out for itself.</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Quotes matter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kind = card looks for a field called card and fails. WHERE kind = 'card' looks for the word.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Boundaries again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'Over 60' and '60 or more' are different queries. The off-by-one that bites in Python bites here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Use brackets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a AND b OR c can mean two different things, and brackets say which one you meant.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query is written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SELECT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Title</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FROM</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Game</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ORDER</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BY</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Length</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WHERE</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Players</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2</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State the error in it, and write the query out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Track holds the fields Title, Artist, Seconds and Genre. Write a query that lists the title and artist of every track longer than 240 seconds, longest first.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Using the same Track table, write a query that lists the title of every track that is Jazz or Blues and lasts under 180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SELECT ... FROM query</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Filtering records with WHERE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AND, OR and ORDER BY</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SQL queries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13 — SQL queries</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
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9b867599304eb0" /><Relationship Type="http://schemas.openxmlformats.org/officeDocument/2006/relationships/extended-properties" Target="/docProps/app.xml" Id="Rc190444296534df1" /><Relationship Type="http://schemas.openxmlformats.org/officeDocument/2006/relationships/officeDocument" Target="/ppt/presentation.xml" Id="R793af7ad188c4e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539a25ba984e2a"/>
  </p:sldMasterIdLst>
  <p:notesMasterIdLst>
    <p:notesMasterId xmlns:r="http://schemas.openxmlformats.org/officeDocument/2006/relationships" r:id="R141760862d1246e6"/>
  </p:notesMasterIdLst>
  <p:sldIdLst>
    <p:sldId xmlns:r="http://schemas.openxmlformats.org/officeDocument/2006/relationships" id="256" r:id="R86a6c8a6cc474929"/>
    <p:sldId xmlns:r="http://schemas.openxmlformats.org/officeDocument/2006/relationships" id="257" r:id="R1773dc089f2c45bc"/>
    <p:sldId xmlns:r="http://schemas.openxmlformats.org/officeDocument/2006/relationships" id="258" r:id="R25d32579fdaf47bf"/>
    <p:sldId xmlns:r="http://schemas.openxmlformats.org/officeDocument/2006/relationships" id="259" r:id="Rc49fa2c1802c4553"/>
    <p:sldId xmlns:r="http://schemas.openxmlformats.org/officeDocument/2006/relationships" id="260" r:id="R9d47de9968684687"/>
    <p:sldId xmlns:r="http://schemas.openxmlformats.org/officeDocument/2006/relationships" id="261" r:id="R67e3b856ec7a4bb4"/>
    <p:sldId xmlns:r="http://schemas.openxmlformats.org/officeDocument/2006/relationships" id="262" r:id="R668e48281aec4478"/>
    <p:sldId xmlns:r="http://schemas.openxmlformats.org/officeDocument/2006/relationships" id="263" r:id="R176a7c0885234589"/>
    <p:sldId xmlns:r="http://schemas.openxmlformats.org/officeDocument/2006/relationships" id="264" r:id="R2c16bafb40694151"/>
    <p:sldId xmlns:r="http://schemas.openxmlformats.org/officeDocument/2006/relationships" id="265" r:id="R079b25832b724169"/>
    <p:sldId xmlns:r="http://schemas.openxmlformats.org/officeDocument/2006/relationships" id="266" r:id="R4005465d3aa449d2"/>
    <p:sldId xmlns:r="http://schemas.openxmlformats.org/officeDocument/2006/relationships" id="267" r:id="R0df7ab606e4342ab"/>
    <p:sldId xmlns:r="http://schemas.openxmlformats.org/officeDocument/2006/relationships" id="268" r:id="Rf771786d729e486c"/>
    <p:sldId xmlns:r="http://schemas.openxmlformats.org/officeDocument/2006/relationships" id="269" r:id="R0173a3843e534842"/>
    <p:sldId xmlns:r="http://schemas.openxmlformats.org/officeDocument/2006/relationships" id="270" r:id="R8cfbff92aaad47e8"/>
    <p:sldId xmlns:r="http://schemas.openxmlformats.org/officeDocument/2006/relationships" id="271" r:id="R82e4b4e755c0415e"/>
    <p:sldId xmlns:r="http://schemas.openxmlformats.org/officeDocument/2006/relationships" id="272" r:id="R5525e8f147544173"/>
    <p:sldId xmlns:r="http://schemas.openxmlformats.org/officeDocument/2006/relationships" id="273" r:id="R09e69877ce2b44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6098ab7b9f4400" /><Relationship Type="http://schemas.openxmlformats.org/officeDocument/2006/relationships/slideMaster" Target="/ppt/slideMasters/slideMaster1.xml" Id="Re7539a25ba984e2a" /><Relationship Type="http://schemas.openxmlformats.org/officeDocument/2006/relationships/notesMaster" Target="/ppt/notesMasters/notesMaster1.xml" Id="R141760862d1246e6" /><Relationship Type="http://schemas.openxmlformats.org/officeDocument/2006/relationships/presProps" Target="/ppt/presProps.xml" Id="R7f773d0a2c774c00" /><Relationship Type="http://schemas.openxmlformats.org/officeDocument/2006/relationships/tableStyles" Target="/ppt/tableStyles.xml" Id="R28bf553d9b004feb" /><Relationship Type="http://schemas.openxmlformats.org/officeDocument/2006/relationships/slide" Target="/ppt/slides/slide1.xml" Id="R86a6c8a6cc474929" /><Relationship Type="http://schemas.openxmlformats.org/officeDocument/2006/relationships/slide" Target="/ppt/slides/slide2.xml" Id="R1773dc089f2c45bc" /><Relationship Type="http://schemas.openxmlformats.org/officeDocument/2006/relationships/slide" Target="/ppt/slides/slide3.xml" Id="R25d32579fdaf47bf" /><Relationship Type="http://schemas.openxmlformats.org/officeDocument/2006/relationships/slide" Target="/ppt/slides/slide4.xml" Id="Rc49fa2c1802c4553" /><Relationship Type="http://schemas.openxmlformats.org/officeDocument/2006/relationships/slide" Target="/ppt/slides/slide5.xml" Id="R9d47de9968684687" /><Relationship Type="http://schemas.openxmlformats.org/officeDocument/2006/relationships/slide" Target="/ppt/slides/slide6.xml" Id="R67e3b856ec7a4bb4" /><Relationship Type="http://schemas.openxmlformats.org/officeDocument/2006/relationships/slide" Target="/ppt/slides/slide7.xml" Id="R668e48281aec4478" /><Relationship Type="http://schemas.openxmlformats.org/officeDocument/2006/relationships/slide" Target="/ppt/slides/slide8.xml" Id="R176a7c0885234589" /><Relationship Type="http://schemas.openxmlformats.org/officeDocument/2006/relationships/slide" Target="/ppt/slides/slide9.xml" Id="R2c16bafb40694151" /><Relationship Type="http://schemas.openxmlformats.org/officeDocument/2006/relationships/slide" Target="/ppt/slides/slide10.xml" Id="R079b25832b724169" /><Relationship Type="http://schemas.openxmlformats.org/officeDocument/2006/relationships/slide" Target="/ppt/slides/slide11.xml" Id="R4005465d3aa449d2" /><Relationship Type="http://schemas.openxmlformats.org/officeDocument/2006/relationships/slide" Target="/ppt/slides/slide12.xml" Id="R0df7ab606e4342ab" /><Relationship Type="http://schemas.openxmlformats.org/officeDocument/2006/relationships/slide" Target="/ppt/slides/slide13.xml" Id="Rf771786d729e486c" /><Relationship Type="http://schemas.openxmlformats.org/officeDocument/2006/relationships/slide" Target="/ppt/slides/slide14.xml" Id="R0173a3843e534842" /><Relationship Type="http://schemas.openxmlformats.org/officeDocument/2006/relationships/slide" Target="/ppt/slides/slide15.xml" Id="R8cfbff92aaad47e8" /><Relationship Type="http://schemas.openxmlformats.org/officeDocument/2006/relationships/slide" Target="/ppt/slides/slide16.xml" Id="R82e4b4e755c0415e" /><Relationship Type="http://schemas.openxmlformats.org/officeDocument/2006/relationships/slide" Target="/ppt/slides/slide17.xml" Id="R5525e8f147544173" /><Relationship Type="http://schemas.openxmlformats.org/officeDocument/2006/relationships/slide" Target="/ppt/slides/slide18.xml" Id="R09e69877ce2b44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a77083573e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9e38c9aa214738" /><Relationship Type="http://schemas.openxmlformats.org/officeDocument/2006/relationships/notesMaster" Target="/ppt/notesMasters/notesMaster1.xml" Id="Ra0f2e5faf33a4b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6e5e06a1774fca" /><Relationship Type="http://schemas.openxmlformats.org/officeDocument/2006/relationships/notesMaster" Target="/ppt/notesMasters/notesMaster1.xml" Id="R5d027ddfe47248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319d080cb24ced" /><Relationship Type="http://schemas.openxmlformats.org/officeDocument/2006/relationships/notesMaster" Target="/ppt/notesMasters/notesMaster1.xml" Id="R990e33e85b2944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6ea227aeb34e9e" /><Relationship Type="http://schemas.openxmlformats.org/officeDocument/2006/relationships/notesMaster" Target="/ppt/notesMasters/notesMaster1.xml" Id="Rafd9b5aa8dcc43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fcf874639b4b52" /><Relationship Type="http://schemas.openxmlformats.org/officeDocument/2006/relationships/notesMaster" Target="/ppt/notesMasters/notesMaster1.xml" Id="Rf49e469775984c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180bde17094b69" /><Relationship Type="http://schemas.openxmlformats.org/officeDocument/2006/relationships/notesMaster" Target="/ppt/notesMasters/notesMaster1.xml" Id="R1f5413fdaef649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5f7abb172d4ce7" /><Relationship Type="http://schemas.openxmlformats.org/officeDocument/2006/relationships/notesMaster" Target="/ppt/notesMasters/notesMaster1.xml" Id="Rabd0e6be2b064a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ba58c0b3944035" /><Relationship Type="http://schemas.openxmlformats.org/officeDocument/2006/relationships/notesMaster" Target="/ppt/notesMasters/notesMaster1.xml" Id="Raca14a5650d540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2b4e8a6bc84e53" /><Relationship Type="http://schemas.openxmlformats.org/officeDocument/2006/relationships/notesMaster" Target="/ppt/notesMasters/notesMaster1.xml" Id="Raf13ac68079e47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eaca14da3b451a" /><Relationship Type="http://schemas.openxmlformats.org/officeDocument/2006/relationships/notesMaster" Target="/ppt/notesMasters/notesMaster1.xml" Id="R1a9db7b2027c4f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6abc0901b14248" /><Relationship Type="http://schemas.openxmlformats.org/officeDocument/2006/relationships/notesMaster" Target="/ppt/notesMasters/notesMaster1.xml" Id="R1dfe10e27c7e49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c4ead8da664495" /><Relationship Type="http://schemas.openxmlformats.org/officeDocument/2006/relationships/notesMaster" Target="/ppt/notesMasters/notesMaster1.xml" Id="Rdf86411ef2ab44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e1839b061e482c" /><Relationship Type="http://schemas.openxmlformats.org/officeDocument/2006/relationships/notesMaster" Target="/ppt/notesMasters/notesMaster1.xml" Id="Rea437c3f322b4d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157da5145c4424" /><Relationship Type="http://schemas.openxmlformats.org/officeDocument/2006/relationships/notesMaster" Target="/ppt/notesMasters/notesMaster1.xml" Id="R350956d9abca46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00a42dafc74af0" /><Relationship Type="http://schemas.openxmlformats.org/officeDocument/2006/relationships/notesMaster" Target="/ppt/notesMasters/notesMaster1.xml" Id="Rf9d616d9555745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edb78fd0814535" /><Relationship Type="http://schemas.openxmlformats.org/officeDocument/2006/relationships/notesMaster" Target="/ppt/notesMasters/notesMaster1.xml" Id="Rfe2ce637027845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d8c63e2cc34751" /><Relationship Type="http://schemas.openxmlformats.org/officeDocument/2006/relationships/notesMaster" Target="/ppt/notesMasters/notesMaster1.xml" Id="Raf6e6f217e0344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18bad39d2d4019" /><Relationship Type="http://schemas.openxmlformats.org/officeDocument/2006/relationships/notesMaster" Target="/ppt/notesMasters/notesMaster1.xml" Id="Rc7a7ab92daec49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4: Algorithmic thinking: sequence.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eda63754744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3b272ac6684024" /><Relationship Type="http://schemas.openxmlformats.org/officeDocument/2006/relationships/slideLayout" Target="/ppt/slideLayouts/slideLayout1.xml" Id="Rf2a8afd9bc4c4c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a8afd9bc4c4c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ba56637cc490c" /><Relationship Type="http://schemas.openxmlformats.org/officeDocument/2006/relationships/image" Target="/ppt/media/image.png" Id="R2601d229b9e044c4" /><Relationship Type="http://schemas.openxmlformats.org/officeDocument/2006/relationships/image" Target="/ppt/media/image.jpeg" Id="R736b7e22bf544d5a" /><Relationship Type="http://schemas.openxmlformats.org/officeDocument/2006/relationships/notesSlide" Target="/ppt/notesSlides/notesSlide1.xml" Id="R9775e006c34e40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f1306a6474404" /><Relationship Type="http://schemas.openxmlformats.org/officeDocument/2006/relationships/image" Target="/ppt/media/image2.png" Id="Rca3f5fc2cd1f4d99" /><Relationship Type="http://schemas.openxmlformats.org/officeDocument/2006/relationships/notesSlide" Target="/ppt/notesSlides/notesSlide2.xml" Id="R5f2385a6284044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49ac78751491e" /><Relationship Type="http://schemas.openxmlformats.org/officeDocument/2006/relationships/image" Target="/ppt/media/image3.png" Id="R848164193cde42f8" /><Relationship Type="http://schemas.openxmlformats.org/officeDocument/2006/relationships/notesSlide" Target="/ppt/notesSlides/notesSlide3.xml" Id="R0bfc3929b5af4c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d45f3fdae4b35" /><Relationship Type="http://schemas.openxmlformats.org/officeDocument/2006/relationships/image" Target="/ppt/media/image4.png" Id="Rdb9d12b98d674d6a" /><Relationship Type="http://schemas.openxmlformats.org/officeDocument/2006/relationships/notesSlide" Target="/ppt/notesSlides/notesSlide4.xml" Id="R788b61d9581f42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87386ffeb4c2b" /><Relationship Type="http://schemas.openxmlformats.org/officeDocument/2006/relationships/image" Target="/ppt/media/image5.png" Id="Rf1626ce686d6445c" /><Relationship Type="http://schemas.openxmlformats.org/officeDocument/2006/relationships/notesSlide" Target="/ppt/notesSlides/notesSlide5.xml" Id="R96e9c5dad74c46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cfab1cffe49f2" /><Relationship Type="http://schemas.openxmlformats.org/officeDocument/2006/relationships/image" Target="/ppt/media/image6.png" Id="R64e0659d4f064c3c" /><Relationship Type="http://schemas.openxmlformats.org/officeDocument/2006/relationships/notesSlide" Target="/ppt/notesSlides/notesSlide6.xml" Id="Rf7c8ad20d2dc42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89d94397444c3" /><Relationship Type="http://schemas.openxmlformats.org/officeDocument/2006/relationships/image" Target="/ppt/media/image7.png" Id="R56764fc1da6c4ac0" /><Relationship Type="http://schemas.openxmlformats.org/officeDocument/2006/relationships/notesSlide" Target="/ppt/notesSlides/notesSlide7.xml" Id="R4d24267a70444d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5a2e7042c41f5" /><Relationship Type="http://schemas.openxmlformats.org/officeDocument/2006/relationships/image" Target="/ppt/media/image8.png" Id="R59c45e83280c4768" /><Relationship Type="http://schemas.openxmlformats.org/officeDocument/2006/relationships/notesSlide" Target="/ppt/notesSlides/notesSlide8.xml" Id="R5ae441c2ac624a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2b14915924060" /><Relationship Type="http://schemas.openxmlformats.org/officeDocument/2006/relationships/image" Target="/ppt/media/image9.png" Id="R338e15bad00240ea" /><Relationship Type="http://schemas.openxmlformats.org/officeDocument/2006/relationships/notesSlide" Target="/ppt/notesSlides/notesSlide9.xml" Id="R33963cdff84a40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4436f62c6458f" /><Relationship Type="http://schemas.openxmlformats.org/officeDocument/2006/relationships/image" Target="/ppt/media/image10.png" Id="Rfb02b1c275114724" /><Relationship Type="http://schemas.openxmlformats.org/officeDocument/2006/relationships/notesSlide" Target="/ppt/notesSlides/notesSlide10.xml" Id="R878a06fbd6f243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8b549420a4bd7" /><Relationship Type="http://schemas.openxmlformats.org/officeDocument/2006/relationships/image" Target="/ppt/media/image11.png" Id="R0d9747d6d9934cd2" /><Relationship Type="http://schemas.openxmlformats.org/officeDocument/2006/relationships/notesSlide" Target="/ppt/notesSlides/notesSlide11.xml" Id="R5c7bcc82946f4b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790822be649e5" /><Relationship Type="http://schemas.openxmlformats.org/officeDocument/2006/relationships/image" Target="/ppt/media/image12.png" Id="R8c4a942881f74291" /><Relationship Type="http://schemas.openxmlformats.org/officeDocument/2006/relationships/notesSlide" Target="/ppt/notesSlides/notesSlide12.xml" Id="R8b26a69be09945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62ae22f4b41d7" /><Relationship Type="http://schemas.openxmlformats.org/officeDocument/2006/relationships/image" Target="/ppt/media/image13.png" Id="R75739958c6c64731" /><Relationship Type="http://schemas.openxmlformats.org/officeDocument/2006/relationships/notesSlide" Target="/ppt/notesSlides/notesSlide13.xml" Id="R0d156fc644b147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8773ae9d14c95" /><Relationship Type="http://schemas.openxmlformats.org/officeDocument/2006/relationships/image" Target="/ppt/media/image14.png" Id="R68b638921230485c" /><Relationship Type="http://schemas.openxmlformats.org/officeDocument/2006/relationships/notesSlide" Target="/ppt/notesSlides/notesSlide14.xml" Id="R74d9a0d0e3ff44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9adbb8e3c41bb" /><Relationship Type="http://schemas.openxmlformats.org/officeDocument/2006/relationships/image" Target="/ppt/media/image15.png" Id="R1e109e3e662b4f45" /><Relationship Type="http://schemas.openxmlformats.org/officeDocument/2006/relationships/notesSlide" Target="/ppt/notesSlides/notesSlide15.xml" Id="Rff9037cb7be44e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3ff95a5494d42" /><Relationship Type="http://schemas.openxmlformats.org/officeDocument/2006/relationships/image" Target="/ppt/media/image16.png" Id="Ra853541932484f35" /><Relationship Type="http://schemas.openxmlformats.org/officeDocument/2006/relationships/notesSlide" Target="/ppt/notesSlides/notesSlide16.xml" Id="R4c516c07554b40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7d03391f148af" /><Relationship Type="http://schemas.openxmlformats.org/officeDocument/2006/relationships/image" Target="/ppt/media/image17.png" Id="R5c788d25fc8d4b38" /><Relationship Type="http://schemas.openxmlformats.org/officeDocument/2006/relationships/notesSlide" Target="/ppt/notesSlides/notesSlide17.xml" Id="R671f716bbb0a4a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2db5f7db3410a" /><Relationship Type="http://schemas.openxmlformats.org/officeDocument/2006/relationships/image" Target="/ppt/media/image18.png" Id="R96296edc85064d47" /><Relationship Type="http://schemas.openxmlformats.org/officeDocument/2006/relationships/notesSlide" Target="/ppt/notesSlides/notesSlide18.xml" Id="R167c48604e0d40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04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ALGORITHM PLANNING ROOM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1d229b9e044c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Algorithmic thinking: sequence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Why can instructions that seem obvious to a person confuse a computer?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b7e22bf544d5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f5fc2cd1f4d9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algorithmic thinking.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Identify inputs, processes and outputs.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precise ordered instructions.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164193cde42f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Put these actions in order: display total, input price, calculate total.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d12b98d674d6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Input price, calculate total, display total.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26ce686d6445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Algorithm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Sequence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0659d4f064c3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Algorithm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finite set of precise steps for solving a problem.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Sequence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Executing instructions in their stated order.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04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64fc1da6c4ac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Algorithm planning room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45e83280c476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e15bad00240e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complete the plenary from memory.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2b1c27511472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Check the result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Multiply quantity by price. Adding gives 7, not the expected 12.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747d6d9934cd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A clear goal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goal defines what counts as a correct result.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Input, process, output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number of hours and the hourly rate.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Order matters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total has not yet been calculated from the inputs.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a942881f7429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Remove ambiguity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Add 5 bonus points to score is one precise example.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Follow the steps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x becomes 7 and then 14, so 14 is printed.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Check the result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Multiply quantity by price. Adding gives 7, not the expected 12.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39958c6c6473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Put a simple loan algorithm in order.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Read borrower ID and item ID → Check the item is available → Record the loan if available → Display the result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check must happen before recording the loan.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What is the charge for 4 hours at 3 per hour?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12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638921230485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algorithmic thinking. [2]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an algorithm to input length and width and output area. [3]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09e3e662b4f4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the order of instructions matters.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3541932484f3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Plan a logical sequence of steps (1) that solves a stated problem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Input length and width (1), area = length * width (1), output area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88d25fc8d4b3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Later instructions can depend on earlier results (1), so using a result before calculation can be incorrect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04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96edc85064d4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algorithmic thinking.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Identify inputs, processes and outputs.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precise ordered instructions.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2026-09-28T13:00:17.0960000Z</dcterms:created>
  <dcterms:modified xsi:type="dcterms:W3CDTF">2026-09-28T13:00:17.0960000Z</dcterms:modified>
</coreProperties>
</file>
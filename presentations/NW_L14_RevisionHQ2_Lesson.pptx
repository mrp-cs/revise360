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a14a378834a13" /><Relationship Type="http://schemas.openxmlformats.org/officeDocument/2006/relationships/extended-properties" Target="/docProps/app.xml" Id="Rd2bd84e63b704e42" /><Relationship Type="http://schemas.openxmlformats.org/officeDocument/2006/relationships/officeDocument" Target="/ppt/presentation.xml" Id="R95bb12c894d3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1cbad38464916"/>
  </p:sldMasterIdLst>
  <p:notesMasterIdLst>
    <p:notesMasterId xmlns:r="http://schemas.openxmlformats.org/officeDocument/2006/relationships" r:id="Ra34638fab370489e"/>
  </p:notesMasterIdLst>
  <p:sldIdLst>
    <p:sldId xmlns:r="http://schemas.openxmlformats.org/officeDocument/2006/relationships" id="256" r:id="R5d5b11e603b04239"/>
    <p:sldId xmlns:r="http://schemas.openxmlformats.org/officeDocument/2006/relationships" id="257" r:id="R99f657208cfa4644"/>
    <p:sldId xmlns:r="http://schemas.openxmlformats.org/officeDocument/2006/relationships" id="258" r:id="R5082c7ae98044987"/>
    <p:sldId xmlns:r="http://schemas.openxmlformats.org/officeDocument/2006/relationships" id="259" r:id="R9975b07d250f4b3d"/>
    <p:sldId xmlns:r="http://schemas.openxmlformats.org/officeDocument/2006/relationships" id="260" r:id="R770fd28a861a43ec"/>
    <p:sldId xmlns:r="http://schemas.openxmlformats.org/officeDocument/2006/relationships" id="261" r:id="Rd43594dd19bd4331"/>
    <p:sldId xmlns:r="http://schemas.openxmlformats.org/officeDocument/2006/relationships" id="262" r:id="Rc8b3cfeb553f4219"/>
    <p:sldId xmlns:r="http://schemas.openxmlformats.org/officeDocument/2006/relationships" id="263" r:id="R497526f0796644a3"/>
    <p:sldId xmlns:r="http://schemas.openxmlformats.org/officeDocument/2006/relationships" id="264" r:id="Rdbf735563b384c93"/>
    <p:sldId xmlns:r="http://schemas.openxmlformats.org/officeDocument/2006/relationships" id="265" r:id="R6e4f6da47bef43d5"/>
    <p:sldId xmlns:r="http://schemas.openxmlformats.org/officeDocument/2006/relationships" id="266" r:id="R68c43531b00949f4"/>
    <p:sldId xmlns:r="http://schemas.openxmlformats.org/officeDocument/2006/relationships" id="267" r:id="Re665a480a7dc4e0e"/>
    <p:sldId xmlns:r="http://schemas.openxmlformats.org/officeDocument/2006/relationships" id="268" r:id="R2daabdc5b4284513"/>
    <p:sldId xmlns:r="http://schemas.openxmlformats.org/officeDocument/2006/relationships" id="269" r:id="R5834b25a91c44fc7"/>
    <p:sldId xmlns:r="http://schemas.openxmlformats.org/officeDocument/2006/relationships" id="270" r:id="R2871bee1f7384d66"/>
    <p:sldId xmlns:r="http://schemas.openxmlformats.org/officeDocument/2006/relationships" id="271" r:id="Rc10d9b9e65f241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801c713d5422b" /><Relationship Type="http://schemas.openxmlformats.org/officeDocument/2006/relationships/slideMaster" Target="/ppt/slideMasters/slideMaster1.xml" Id="R19f1cbad38464916" /><Relationship Type="http://schemas.openxmlformats.org/officeDocument/2006/relationships/notesMaster" Target="/ppt/notesMasters/notesMaster1.xml" Id="Ra34638fab370489e" /><Relationship Type="http://schemas.openxmlformats.org/officeDocument/2006/relationships/presProps" Target="/ppt/presProps.xml" Id="R9d99809bbfa74e33" /><Relationship Type="http://schemas.openxmlformats.org/officeDocument/2006/relationships/tableStyles" Target="/ppt/tableStyles.xml" Id="R625fdd1b3174483c" /><Relationship Type="http://schemas.openxmlformats.org/officeDocument/2006/relationships/slide" Target="/ppt/slides/slide1.xml" Id="R5d5b11e603b04239" /><Relationship Type="http://schemas.openxmlformats.org/officeDocument/2006/relationships/slide" Target="/ppt/slides/slide2.xml" Id="R99f657208cfa4644" /><Relationship Type="http://schemas.openxmlformats.org/officeDocument/2006/relationships/slide" Target="/ppt/slides/slide3.xml" Id="R5082c7ae98044987" /><Relationship Type="http://schemas.openxmlformats.org/officeDocument/2006/relationships/slide" Target="/ppt/slides/slide4.xml" Id="R9975b07d250f4b3d" /><Relationship Type="http://schemas.openxmlformats.org/officeDocument/2006/relationships/slide" Target="/ppt/slides/slide5.xml" Id="R770fd28a861a43ec" /><Relationship Type="http://schemas.openxmlformats.org/officeDocument/2006/relationships/slide" Target="/ppt/slides/slide6.xml" Id="Rd43594dd19bd4331" /><Relationship Type="http://schemas.openxmlformats.org/officeDocument/2006/relationships/slide" Target="/ppt/slides/slide7.xml" Id="Rc8b3cfeb553f4219" /><Relationship Type="http://schemas.openxmlformats.org/officeDocument/2006/relationships/slide" Target="/ppt/slides/slide8.xml" Id="R497526f0796644a3" /><Relationship Type="http://schemas.openxmlformats.org/officeDocument/2006/relationships/slide" Target="/ppt/slides/slide9.xml" Id="Rdbf735563b384c93" /><Relationship Type="http://schemas.openxmlformats.org/officeDocument/2006/relationships/slide" Target="/ppt/slides/slide10.xml" Id="R6e4f6da47bef43d5" /><Relationship Type="http://schemas.openxmlformats.org/officeDocument/2006/relationships/slide" Target="/ppt/slides/slide11.xml" Id="R68c43531b00949f4" /><Relationship Type="http://schemas.openxmlformats.org/officeDocument/2006/relationships/slide" Target="/ppt/slides/slide12.xml" Id="Re665a480a7dc4e0e" /><Relationship Type="http://schemas.openxmlformats.org/officeDocument/2006/relationships/slide" Target="/ppt/slides/slide13.xml" Id="R2daabdc5b4284513" /><Relationship Type="http://schemas.openxmlformats.org/officeDocument/2006/relationships/slide" Target="/ppt/slides/slide14.xml" Id="R5834b25a91c44fc7" /><Relationship Type="http://schemas.openxmlformats.org/officeDocument/2006/relationships/slide" Target="/ppt/slides/slide15.xml" Id="R2871bee1f7384d66" /><Relationship Type="http://schemas.openxmlformats.org/officeDocument/2006/relationships/slide" Target="/ppt/slides/slide16.xml" Id="Rc10d9b9e65f2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7ea02b9a2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1e27b602c499c" /><Relationship Type="http://schemas.openxmlformats.org/officeDocument/2006/relationships/notesMaster" Target="/ppt/notesMasters/notesMaster1.xml" Id="R0bdeb757ef19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842bc4a36479f" /><Relationship Type="http://schemas.openxmlformats.org/officeDocument/2006/relationships/notesMaster" Target="/ppt/notesMasters/notesMaster1.xml" Id="Rfd5b5fac0fc541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4a7f2cef246ac" /><Relationship Type="http://schemas.openxmlformats.org/officeDocument/2006/relationships/notesMaster" Target="/ppt/notesMasters/notesMaster1.xml" Id="R79ed3b380528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9739211534173" /><Relationship Type="http://schemas.openxmlformats.org/officeDocument/2006/relationships/notesMaster" Target="/ppt/notesMasters/notesMaster1.xml" Id="Rc93cc1bd47da42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e28690b6184eed" /><Relationship Type="http://schemas.openxmlformats.org/officeDocument/2006/relationships/notesMaster" Target="/ppt/notesMasters/notesMaster1.xml" Id="Rd8c2728d47134a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7f4e61eef4e1e" /><Relationship Type="http://schemas.openxmlformats.org/officeDocument/2006/relationships/notesMaster" Target="/ppt/notesMasters/notesMaster1.xml" Id="Rcfa69307edd749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e2ca66790f425e" /><Relationship Type="http://schemas.openxmlformats.org/officeDocument/2006/relationships/notesMaster" Target="/ppt/notesMasters/notesMaster1.xml" Id="R720bb9b63bf14b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8a65b39a144742" /><Relationship Type="http://schemas.openxmlformats.org/officeDocument/2006/relationships/notesMaster" Target="/ppt/notesMasters/notesMaster1.xml" Id="R8ad2ba2c72c9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4a9cc265cb4257" /><Relationship Type="http://schemas.openxmlformats.org/officeDocument/2006/relationships/notesMaster" Target="/ppt/notesMasters/notesMaster1.xml" Id="Rab771d26208d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712f5ef43f4523" /><Relationship Type="http://schemas.openxmlformats.org/officeDocument/2006/relationships/notesMaster" Target="/ppt/notesMasters/notesMaster1.xml" Id="Refcee2359bc44c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59c0cffc894555" /><Relationship Type="http://schemas.openxmlformats.org/officeDocument/2006/relationships/notesMaster" Target="/ppt/notesMasters/notesMaster1.xml" Id="Rf147b56d3e1540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f4c997bda0466f" /><Relationship Type="http://schemas.openxmlformats.org/officeDocument/2006/relationships/notesMaster" Target="/ppt/notesMasters/notesMaster1.xml" Id="R4f5eaf7936b94e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be892269774f61" /><Relationship Type="http://schemas.openxmlformats.org/officeDocument/2006/relationships/notesMaster" Target="/ppt/notesMasters/notesMaster1.xml" Id="R00e2b7b794584f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b13333be214ce9" /><Relationship Type="http://schemas.openxmlformats.org/officeDocument/2006/relationships/notesMaster" Target="/ppt/notesMasters/notesMaster1.xml" Id="Re4c94a8018e94b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2d321a05834184" /><Relationship Type="http://schemas.openxmlformats.org/officeDocument/2006/relationships/notesMaster" Target="/ppt/notesMasters/notesMaster1.xml" Id="R6a48142b558b43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aba3b873f94538" /><Relationship Type="http://schemas.openxmlformats.org/officeDocument/2006/relationships/notesMaster" Target="/ppt/notesMasters/notesMaster1.xml" Id="R42fbeedf9dc5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worksheet. Students mark red, amber or green and choose a concrete next action.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experiences/nw-l14.json and worksheets/NW_L14_RevisionHQ2_Worksheet.docx.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058cda2a044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a95521a234913" /><Relationship Type="http://schemas.openxmlformats.org/officeDocument/2006/relationships/slideLayout" Target="/ppt/slideLayouts/slideLayout1.xml" Id="R69442a7c28494f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42a7c28494f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17ad3343c4980" /><Relationship Type="http://schemas.openxmlformats.org/officeDocument/2006/relationships/image" Target="/ppt/media/image.png" Id="R2e527493cb1f496e" /><Relationship Type="http://schemas.openxmlformats.org/officeDocument/2006/relationships/image" Target="/ppt/media/image.jpeg" Id="R626149cd55584281" /><Relationship Type="http://schemas.openxmlformats.org/officeDocument/2006/relationships/notesSlide" Target="/ppt/notesSlides/notesSlide1.xml" Id="Ra95b804fb745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eeedceab643ab" /><Relationship Type="http://schemas.openxmlformats.org/officeDocument/2006/relationships/image" Target="/ppt/media/image2.png" Id="Rf68edf3f5cca41d2" /><Relationship Type="http://schemas.openxmlformats.org/officeDocument/2006/relationships/notesSlide" Target="/ppt/notesSlides/notesSlide2.xml" Id="R6c85afa5441e4e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3e34471ee41ac" /><Relationship Type="http://schemas.openxmlformats.org/officeDocument/2006/relationships/image" Target="/ppt/media/image3.png" Id="R66477af1b0a74f0e" /><Relationship Type="http://schemas.openxmlformats.org/officeDocument/2006/relationships/notesSlide" Target="/ppt/notesSlides/notesSlide3.xml" Id="R8e56e690f9fc49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f0ba9ba104dbc" /><Relationship Type="http://schemas.openxmlformats.org/officeDocument/2006/relationships/image" Target="/ppt/media/image4.png" Id="Re58df96dd1324883" /><Relationship Type="http://schemas.openxmlformats.org/officeDocument/2006/relationships/notesSlide" Target="/ppt/notesSlides/notesSlide4.xml" Id="R8655dab2df67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d029fd1e948ae" /><Relationship Type="http://schemas.openxmlformats.org/officeDocument/2006/relationships/image" Target="/ppt/media/image5.png" Id="R30f56f32a9634416" /><Relationship Type="http://schemas.openxmlformats.org/officeDocument/2006/relationships/hyperlink" Target="https://mrp-cs.github.io/Revise360/experience.html?id=nw-l14" TargetMode="External" Id="Rbf36f4986ee24fb6" /><Relationship Type="http://schemas.openxmlformats.org/officeDocument/2006/relationships/notesSlide" Target="/ppt/notesSlides/notesSlide5.xml" Id="Rae4ff57c520140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1dd67b0224c49" /><Relationship Type="http://schemas.openxmlformats.org/officeDocument/2006/relationships/image" Target="/ppt/media/image6.png" Id="R8521686993cb411e" /><Relationship Type="http://schemas.openxmlformats.org/officeDocument/2006/relationships/notesSlide" Target="/ppt/notesSlides/notesSlide6.xml" Id="Rf2757f2a2e6f44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bd9645bc4a8a" /><Relationship Type="http://schemas.openxmlformats.org/officeDocument/2006/relationships/image" Target="/ppt/media/image7.png" Id="Rd8d901fc1b744c14" /><Relationship Type="http://schemas.openxmlformats.org/officeDocument/2006/relationships/notesSlide" Target="/ppt/notesSlides/notesSlide7.xml" Id="R17a996a2781947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444305f01451b" /><Relationship Type="http://schemas.openxmlformats.org/officeDocument/2006/relationships/image" Target="/ppt/media/image8.png" Id="R904c332401db4936" /><Relationship Type="http://schemas.openxmlformats.org/officeDocument/2006/relationships/notesSlide" Target="/ppt/notesSlides/notesSlide8.xml" Id="R396a406bec0d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b164400894f7f" /><Relationship Type="http://schemas.openxmlformats.org/officeDocument/2006/relationships/image" Target="/ppt/media/image9.png" Id="R5864702132624597" /><Relationship Type="http://schemas.openxmlformats.org/officeDocument/2006/relationships/notesSlide" Target="/ppt/notesSlides/notesSlide9.xml" Id="R45e1c7a3fa7444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c887c4874a1f" /><Relationship Type="http://schemas.openxmlformats.org/officeDocument/2006/relationships/image" Target="/ppt/media/image10.png" Id="R383d37e21af74c36" /><Relationship Type="http://schemas.openxmlformats.org/officeDocument/2006/relationships/notesSlide" Target="/ppt/notesSlides/notesSlide10.xml" Id="Rbadd0b358d4848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1798523704e04" /><Relationship Type="http://schemas.openxmlformats.org/officeDocument/2006/relationships/image" Target="/ppt/media/image11.png" Id="R6d95c427378d4172" /><Relationship Type="http://schemas.openxmlformats.org/officeDocument/2006/relationships/notesSlide" Target="/ppt/notesSlides/notesSlide11.xml" Id="Rc7d6bab689a04c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16c64b27640cb" /><Relationship Type="http://schemas.openxmlformats.org/officeDocument/2006/relationships/image" Target="/ppt/media/image12.png" Id="R7650490aa1e045bd" /><Relationship Type="http://schemas.openxmlformats.org/officeDocument/2006/relationships/notesSlide" Target="/ppt/notesSlides/notesSlide12.xml" Id="R82677ef7a61c4c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eef47a79d4208" /><Relationship Type="http://schemas.openxmlformats.org/officeDocument/2006/relationships/image" Target="/ppt/media/image13.png" Id="Rfdc603f9b70d478c" /><Relationship Type="http://schemas.openxmlformats.org/officeDocument/2006/relationships/notesSlide" Target="/ppt/notesSlides/notesSlide13.xml" Id="R86ba6c79911c40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559ffa3e41ab" /><Relationship Type="http://schemas.openxmlformats.org/officeDocument/2006/relationships/image" Target="/ppt/media/image14.png" Id="Rab8e5deec25d4d85" /><Relationship Type="http://schemas.openxmlformats.org/officeDocument/2006/relationships/notesSlide" Target="/ppt/notesSlides/notesSlide14.xml" Id="R68d580db84b240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d28e21a54ef6" /><Relationship Type="http://schemas.openxmlformats.org/officeDocument/2006/relationships/image" Target="/ppt/media/image15.png" Id="R87978fa4bddc4f8a" /><Relationship Type="http://schemas.openxmlformats.org/officeDocument/2006/relationships/notesSlide" Target="/ppt/notesSlides/notesSlide15.xml" Id="R3122471beb5a42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cfe89ed6c4c27" /><Relationship Type="http://schemas.openxmlformats.org/officeDocument/2006/relationships/image" Target="/ppt/media/image16.png" Id="Ra47ec43d16eb4d0d" /><Relationship Type="http://schemas.openxmlformats.org/officeDocument/2006/relationships/notesSlide" Target="/ppt/notesSlides/notesSlide16.xml" Id="R914fff068527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3FAF05D-5CCB-4197-A633-2E02AE11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52A292F-B8F5-489C-82FF-9A559609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01D83D4-B689-4910-92BA-F983D6B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REVISION HQ 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27493cb1f496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0E572B-D155-47B6-8686-375AA1AA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16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2E66D7DE-E14F-4722-9239-3C007DC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Catch-up and revision: lessons 9–13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AC05B412-0001-4E4F-B707-8E66765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REVISION FOCUS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8713D60-C069-4D9F-B813-FDD756F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Which areas need more practice?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149cd55584281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1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262CD94-F8B5-43B5-9002-E559D26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2A4041-B465-4486-8D9C-EC1D47E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1038FB8-5760-4229-B568-E5EC8F1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edf3f5cca41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3FEDA1B-3175-4EAF-A249-DDEDEFF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DC21668E-E8C9-47F2-818F-6F5AFDC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463D943-F1AF-4E63-A408-54B0243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which lessons I am secure on and which to revise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9C5C4F07-0963-439B-A164-DA3CA5A1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60962B1-3F33-421C-A6F2-F126A6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ready for the end-of-unit assessment</a:t>
            </a:r>
          </a:p>
        </p:txBody>
      </p:sp>
    </p:spTree>
    <p:extLst>
      <p:ext uri="{BB962C8B-B14F-4D97-AF65-F5344CB8AC3E}">
        <p14:creationId xmlns:p14="http://schemas.microsoft.com/office/powerpoint/2010/main" val="974588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0219AA7-07CE-463E-A962-B1D16975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B73C69C-BF9A-4462-9787-5DCF797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099AE26-8EB6-43F2-AFCA-C5858AB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77af1b0a74f0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3B77D2-B8EF-41E5-946E-5CD2A95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16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6749B348-4C50-4DC8-BBC8-7459B2D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notes, list as many key terms from lessons 9 to 13 as you can in two minutes.</a:t>
            </a:r>
          </a:p>
        </p:txBody>
      </p:sp>
    </p:spTree>
    <p:extLst>
      <p:ext uri="{BB962C8B-B14F-4D97-AF65-F5344CB8AC3E}">
        <p14:creationId xmlns:p14="http://schemas.microsoft.com/office/powerpoint/2010/main" val="274473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8BF516-03DC-476D-8062-78A9EEB2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84C312B-2D22-4348-A2A8-2A0C8678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489E56-49D2-43D2-BFA5-37DF051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df96dd132488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370996-229F-4EF7-9100-671D07B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9FFECF1-3515-4F3A-83FB-F04DC35F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9D48906-6124-4BA0-BF5E-E8A9B5F0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Possible terms: Ethernet, Wi-Fi, Bluetooth, encryption, public key, private key, MAC, IPv4, IPv6, protocol and layer.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C30C688-6749-4CB0-BC13-68045D19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46F4AC1-F25C-4519-A7E7-7C68501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a short meaning beside any term you can explain. Use gaps to choose a revision priority.</a:t>
            </a:r>
          </a:p>
        </p:txBody>
      </p:sp>
    </p:spTree>
    <p:extLst>
      <p:ext uri="{BB962C8B-B14F-4D97-AF65-F5344CB8AC3E}">
        <p14:creationId xmlns:p14="http://schemas.microsoft.com/office/powerpoint/2010/main" val="1918697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499ECDD-4A5B-44D7-BC4A-9F8A3C7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715164C-BCAA-41D2-9760-FDCD74DC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14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BC0A5B0-C941-463A-AB99-1D09CD29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56f32a963441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B1E4386-7072-4651-9970-E291BBEB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16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F469090F-F8AB-4496-A4FA-9800F026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f36f4986ee24fb6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925FAD83-A3B4-4447-BBF8-814D512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Revision HQ 2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72BADD1C-B704-45EC-B625-AAF7786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835F0E25-A84C-41BD-885A-C471DB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THREE key facts IN YOUR OWN WORDS and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34B1A982-B247-4D19-9810-0FF02A81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D29DE490-808B-4E8A-AF17-62AF2CC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24),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F2BEC565-D0CD-4ECD-8323-A2394D8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CEED7564-5E05-4B30-90A5-9AEF1127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61029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B690552-B4DD-45F5-BEF7-D2484FE4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5A348E8-D4D6-42BF-9A58-B83EF3F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3EBF52B-7CC5-4C30-9887-845F5D0C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1686993cb411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4C392D-7E37-4BEC-8F26-FECD199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16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4432E0DD-CC88-4170-AB2F-1DC6218F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Copy your results into the table, then RAG Lessons 9 to 13 and select the lowest-scoring area to revise.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E17BD242-B35B-4238-9AA6-364FD1B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374575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2355456-5D3B-46B0-9830-7E40F441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C191458-C2DD-4A51-93BD-4CA7D59B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7EC7CC6-48D6-4188-A619-3F2DA1A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901fc1b744c1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93BAC6-0CA3-4BAD-85EB-DB8E473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16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D8856AD3-3D21-4E76-9D36-177B2CE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Which one topic needs work before the assessment, and what exact task will you complete?</a:t>
            </a:r>
          </a:p>
        </p:txBody>
      </p:sp>
    </p:spTree>
    <p:extLst>
      <p:ext uri="{BB962C8B-B14F-4D97-AF65-F5344CB8AC3E}">
        <p14:creationId xmlns:p14="http://schemas.microsoft.com/office/powerpoint/2010/main" val="1180563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F721319-0136-4E5B-A0CB-8783CC56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805224-280B-47A8-9ABE-33AB977B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AC0E442-3E65-48A7-BD29-7BBEB1C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c332401db49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C165E16-5948-4579-BD46-1537D332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344BC57-451D-4463-92FA-A335B72E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B9BCA1A-1C14-410A-95BB-FE5FA671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the score and feedback to choose a specific weak lesson.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CD3BBE8-74A2-494E-A7A4-B8549D2F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76553F4-B912-41F4-B94A-E0C0A1E1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that lesson's worksheet questions and retry missed experience questions in review mode.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C33F62C-85D6-456F-B100-EDF7AE1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36C02F5-D262-4F24-9888-46459324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Practise one exam answer from memory and improve it against the answer points.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091A0477-1BB5-4267-A85E-75E1FCA3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61CE595-DA4F-4099-A687-B5E2DEE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example: revise IPv4 versus IPv6, redo Lesson 11's address sorting task, then answer the two-address comparison question.</a:t>
            </a:r>
          </a:p>
        </p:txBody>
      </p:sp>
    </p:spTree>
    <p:extLst>
      <p:ext uri="{BB962C8B-B14F-4D97-AF65-F5344CB8AC3E}">
        <p14:creationId xmlns:p14="http://schemas.microsoft.com/office/powerpoint/2010/main" val="1133349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6FFF93B-5053-4C97-A093-0A96651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C82689E-604A-41C3-B7D5-E569C90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19D80FE-B63D-4985-8AD4-6D15261E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470213262459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BE63585-BB29-442A-8CEB-B36BE86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B5C05FE8-3233-4455-A44D-3D19257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EEF5B3A2-8FC7-414E-8F20-7587028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Lesson 9: Modes of connection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326EF4CE-A954-4635-B4CF-3C470E6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Wired Ethernet can give stable speed; Wi-Fi gives mobility; Bluetooth suits short-range, low-power devices. Choose by context.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C3B66DCB-4897-4A72-9EBA-4286485D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Lesson 10: Wi-Fi encryption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8133831F-B573-44BC-9DF6-D61E76F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Encryption protects data against unauthorised reading. The right key is needed to decrypt ciphertext.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F5D50CB9-95F3-482B-882A-E2574B3F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Lesson 11: IP and MAC addressing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23254C93-1776-44ED-A4CF-E44C5B91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MAC identifies an interface locally. IPv4 and IPv6 are logical IP addresses for routing; IPv6 is 128 bits.</a:t>
            </a:r>
          </a:p>
        </p:txBody>
      </p:sp>
    </p:spTree>
    <p:extLst>
      <p:ext uri="{BB962C8B-B14F-4D97-AF65-F5344CB8AC3E}">
        <p14:creationId xmlns:p14="http://schemas.microsoft.com/office/powerpoint/2010/main" val="475342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25EB918-2F30-4DE0-AC90-9BF7EA5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4F88538-39B4-4B8C-8F9E-FEA8BC1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5FC6F3-C402-499B-B241-48CB49A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d37e21af74c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F1461B2-45D4-4AE7-9FBE-0BF8B72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EC916F3-7453-4982-9B79-90A17BA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AF63680E-00AB-4B0C-B2C7-A8888B39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Lesson 12: Standards and protocols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19F94FE0-4C25-423F-984E-286659B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Standards support compatibility. Protocols set communication rules, such as HTTP, SMTP, TCP and IP.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5E60E08F-58C0-4AE4-8081-4B693DE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Lesson 13: Layers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E9503386-AC9F-4794-B8E0-3326932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Layers separate networking jobs so developers can change or troubleshoot one without changing every other layer.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BF63E54D-9DD8-4F55-A1BF-7EE4F4E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Exam technique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5DCE7D4D-79A1-40A8-8615-DD2127C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needs a reason or cause. Describe gives relevant features; state gives a brief answer.</a:t>
            </a:r>
          </a:p>
        </p:txBody>
      </p:sp>
    </p:spTree>
    <p:extLst>
      <p:ext uri="{BB962C8B-B14F-4D97-AF65-F5344CB8AC3E}">
        <p14:creationId xmlns:p14="http://schemas.microsoft.com/office/powerpoint/2010/main" val="460440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A826AD4-F715-4BA8-8A23-B1581E2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F4523B1-0A7B-4051-AF6E-E3F757C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B76F248-10C9-40F2-85D0-9029DB1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5c427378d417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4888A4E-A015-41CB-90E9-5EA7C98E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8EA66B1-5426-459E-BA75-2FEDFE8D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5DDD540-23E4-4819-85D7-FE6FB8D4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Ethernet → A wired standard for connecting devices on a LAN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3CC64BA-2DB0-4FA7-8152-7E4E0C3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5BC2249-9F08-4088-9E96-479E2F5C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Bluetooth → Short-range, low-power wireless connection between two devices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425B0C79-6FB1-46D1-BF56-7A8D812D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E9E3CC7-7B3B-49A7-8980-2907168E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Encryption → Scrambling data so it can't be read without the key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EC58B822-BAA5-40D9-9EC1-3A01F90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AD1FDD1C-4A20-4010-A4A8-B7F65A29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IPv6 → A 128-bit address, written in hexadecimal</a:t>
            </a:r>
          </a:p>
        </p:txBody>
      </p:sp>
    </p:spTree>
    <p:extLst>
      <p:ext uri="{BB962C8B-B14F-4D97-AF65-F5344CB8AC3E}">
        <p14:creationId xmlns:p14="http://schemas.microsoft.com/office/powerpoint/2010/main" val="312143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09333A2-FAE2-497F-A2D7-29B9A70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8596E36-FFDE-4A96-B33E-5C53FF6F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02970CD-F6BA-4D2A-9A94-10D00552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0490aa1e045b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D03EE4-F725-452F-95CE-2A568F61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16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96A5D74A-B02F-42CA-A182-7A71A2C1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DD2C2491-B197-40F6-95BD-3A587AF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Protocol → A set of rules for how devices communicate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FE98CE30-F1EE-47BD-9EFC-55AD871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36D6F1F6-6C6D-4AA9-B5EA-A3CF224C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337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 → A part of networking with one defined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49081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B7FCF3C-31F4-439E-B826-60CC847C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F18F407-C5AD-4157-A66E-FC90181A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7B79FD3-5BD1-491E-9244-366D5A68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603f9b70d47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5C83D6-5043-4437-9B93-3B92CBD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16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9F4D88C9-1069-4E85-AD4D-D29CBFD5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DBC703A4-E913-423C-8385-E650216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Explain one advantage of using IPv6 instead of IPv4.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BCFB5F2D-9E4F-484E-A6D3-85697A4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Describe how public and private keys are used.  [3]</a:t>
            </a:r>
          </a:p>
        </p:txBody>
      </p:sp>
    </p:spTree>
    <p:extLst>
      <p:ext uri="{BB962C8B-B14F-4D97-AF65-F5344CB8AC3E}">
        <p14:creationId xmlns:p14="http://schemas.microsoft.com/office/powerpoint/2010/main" val="8655493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EF6EFA7-CA45-4A76-927A-C1ECC403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98E3664-3727-4E4A-A1D7-56CF6E6F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1712A49-469B-4467-97EA-3D387A6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e5deec25d4d8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A005B7-DAD0-4904-B8A4-5882B2B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16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281B6BDB-0790-461F-AF48-278B9551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75B9B41E-22C5-404C-9F78-EEDE216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IPv6 uses 128-bit addresses, providing far more unique addresses than 32-bit IPv4, whose address space is limited.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00FBB64-B448-43FB-81A0-A4A4D45B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The public key is shared so others can encrypt data for its owner. The owner keeps the matching private key secret and uses it to decrypt.</a:t>
            </a:r>
          </a:p>
        </p:txBody>
      </p:sp>
    </p:spTree>
    <p:extLst>
      <p:ext uri="{BB962C8B-B14F-4D97-AF65-F5344CB8AC3E}">
        <p14:creationId xmlns:p14="http://schemas.microsoft.com/office/powerpoint/2010/main" val="20901807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B91DEFD-0591-4231-A7C7-CA2C623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91CAFCF-47BA-4DB0-92A2-507A4A3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F6F93B-A6EB-4A4C-9122-9BB72E5F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78fa4bddc4f8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E62D180-C3A1-4CCA-9D03-086E9D0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16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656E0036-E991-4092-B5CA-6083F6F6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these areas on your worksheet and select the next task.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87EC2627-AE95-4449-B6B8-1E45FB3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2E8528CA-8859-485A-97F0-1AE6904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Modes of connection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B6EB08E-1702-46C0-A092-5EFBFA9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01588426-0F07-479C-8203-3130849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336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Wi-Fi encryption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1B146AA6-5F43-4CD8-B35F-DDCE49D0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C276320-47C2-4153-A562-42D3BC5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IP and MAC addressing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91F25B50-E4BA-4DAD-9D7C-78C414F8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2DC6C4F-CEEE-4BF3-9E2B-EE126CBA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Standards and protocols</a:t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D2137FDB-CEC4-47D8-8A7F-36950F4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65712043-C370-4D1D-8BB2-215652C2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992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Layers</a:t>
            </a:r>
          </a:p>
        </p:txBody>
      </p:sp>
    </p:spTree>
    <p:extLst>
      <p:ext uri="{BB962C8B-B14F-4D97-AF65-F5344CB8AC3E}">
        <p14:creationId xmlns:p14="http://schemas.microsoft.com/office/powerpoint/2010/main" val="1011048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B087B9B-2D91-4F54-85D1-E2616AE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F4D586D-C3B6-4EE1-BB79-E31E4BE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14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FDE00B4-2EE6-4E33-BE8D-796B8D8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ec43d16eb4d0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19C3D4E-9B16-4051-B433-E9BAE7B9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16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3A2D1946-12BF-4831-A816-714CB81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9D9D49F3-CA7C-4353-9C51-B8FEA617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1141B255-6A57-48A2-8D54-8CF780A8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Lessons 9 and 10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6F4C831-989E-4FFE-99CF-5BFEDA65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A374C5D4-59D9-4BD7-A92F-3835D76A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Lessons 11 and 12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05447A-84F0-41F3-A4B6-B3CBD794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90CA56C-18B3-4967-AE92-7B9227E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13</a:t>
            </a:r>
          </a:p>
        </p:txBody>
      </p:sp>
    </p:spTree>
    <p:extLst>
      <p:ext uri="{BB962C8B-B14F-4D97-AF65-F5344CB8AC3E}">
        <p14:creationId xmlns:p14="http://schemas.microsoft.com/office/powerpoint/2010/main" val="170695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2026-09-25T14:15:55.0420000Z</dcterms:created>
  <dcterms:modified xsi:type="dcterms:W3CDTF">2026-09-25T14:15:55.0420000Z</dcterms:modified>
</coreProperties>
</file>
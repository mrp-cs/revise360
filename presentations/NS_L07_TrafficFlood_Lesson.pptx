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 Traffic flood.
Open the experience at revise360.co.uk and hand out NS_L07_TrafficFlood_Worksheet.docx.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Denial of service.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DDoS and botnets.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21 October 2016.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Effects.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Defending the server.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Watching the attacks.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Without DNS, browsers couldn't turn domain names into IP addresses.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21 October 2016, and work through its example again, aloud, with the class watching, then re-ask this question.
The course's own response to a wrong answer here: The sites were still running; nobody could find them.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(ns-l07-s3-c2),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7</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Traffic flood</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denial-of-service attack doesn't steal anything: it stops a service working at all. Find out how one computer, or a million, can take a website offline, and what defenders can do.</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denial-of-service attack work, and how can it be defended against?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a denial-of-service attack is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identify and protect against denial-of-service attacks</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944368"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Denial of service</a:t>
            </a:r>
            <a:endParaRPr lang="en-US" sz="1200" dirty="0"/>
          </a:p>
        </p:txBody>
      </p:sp>
      <p:sp>
        <p:nvSpPr>
          <p:cNvPr id="16" name="Shape 14"/>
          <p:cNvSpPr/>
          <p:nvPr/>
        </p:nvSpPr>
        <p:spPr>
          <a:xfrm>
            <a:off x="3621024" y="4535424"/>
            <a:ext cx="1042416"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621024" y="4535424"/>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DDoS</a:t>
            </a:r>
            <a:endParaRPr lang="en-US" sz="1200" dirty="0"/>
          </a:p>
        </p:txBody>
      </p:sp>
      <p:sp>
        <p:nvSpPr>
          <p:cNvPr id="18" name="Shape 16"/>
          <p:cNvSpPr/>
          <p:nvPr/>
        </p:nvSpPr>
        <p:spPr>
          <a:xfrm>
            <a:off x="4791456" y="4535424"/>
            <a:ext cx="1335024"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4791456" y="4535424"/>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Botnet</a:t>
            </a:r>
            <a:endParaRPr lang="en-US" sz="1200" dirty="0"/>
          </a:p>
        </p:txBody>
      </p:sp>
      <p:sp>
        <p:nvSpPr>
          <p:cNvPr id="20" name="Shape 18"/>
          <p:cNvSpPr/>
          <p:nvPr/>
        </p:nvSpPr>
        <p:spPr>
          <a:xfrm>
            <a:off x="6254496" y="4535424"/>
            <a:ext cx="1335024"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6254496" y="4535424"/>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Zombie</a:t>
            </a:r>
            <a:endParaRPr lang="en-US" sz="1200" dirty="0"/>
          </a:p>
        </p:txBody>
      </p:sp>
      <p:sp>
        <p:nvSpPr>
          <p:cNvPr id="22" name="Shape 20"/>
          <p:cNvSpPr/>
          <p:nvPr/>
        </p:nvSpPr>
        <p:spPr>
          <a:xfrm>
            <a:off x="7717536" y="4535424"/>
            <a:ext cx="1773936"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7717536"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Bandwidth</a:t>
            </a:r>
            <a:endParaRPr lang="en-US" sz="1200" dirty="0"/>
          </a:p>
        </p:txBody>
      </p:sp>
      <p:sp>
        <p:nvSpPr>
          <p:cNvPr id="24" name="Shape 22"/>
          <p:cNvSpPr/>
          <p:nvPr/>
        </p:nvSpPr>
        <p:spPr>
          <a:xfrm>
            <a:off x="9619488" y="4535424"/>
            <a:ext cx="1627632" cy="402336"/>
          </a:xfrm>
          <a:prstGeom prst="roundRect">
            <a:avLst>
              <a:gd name="adj" fmla="val 50000"/>
            </a:avLst>
          </a:prstGeom>
          <a:solidFill>
            <a:srgbClr val="FFFFFF"/>
          </a:solidFill>
          <a:ln w="12700">
            <a:solidFill>
              <a:srgbClr val="2D63FF"/>
            </a:solidFill>
            <a:prstDash val="solid"/>
          </a:ln>
        </p:spPr>
      </p:sp>
      <p:sp>
        <p:nvSpPr>
          <p:cNvPr id="25" name="Text 23"/>
          <p:cNvSpPr txBox="1"/>
          <p:nvPr/>
        </p:nvSpPr>
        <p:spPr>
          <a:xfrm>
            <a:off x="9619488"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Downtime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An online shop is unreachable for a whole Saturday. List everything that costs the company while the site is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Traffic flood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Denial of service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denial-of-service (DoS) attack floods a server with requests so it can't respond to real users.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Nothing is stolen: the aim is disruption.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service slows down or goes offline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does a DoS attack set out to achieve?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denial-of-service attack...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DDoS and botnets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distributed denial-of-service (DDoS) attack uses many computers at once.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Infected computers under an attacker's control are called zombies, and the network of them is a botnet.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owners usually have no idea their device is taking part.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DDoS attack harder to block than a DoS attack?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DDoS attack uses...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21 October 2016</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huge DDoS attack hit Dyn, a company that runs DNS servers for much of the internet.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Netflix, Twitter, Spotify, Reddit, PayPal and many news sites became unreachable.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Mirai botnet was made of hacked smart devices, such as cameras and routers, using default passwords.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did taking down one company affect so many websites?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the 2016 attack...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Effects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Customers can't reach the service, so sales and trust are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Staff can't work if internal systems are affected.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Sometimes a DDoS is a smokescreen while another attack happens elsewhere.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three effects of a week-long DDoS attack on an online shop.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effects of a DoS attack are...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Defending the server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Firewalls and filters can block suspicious traffic patterns.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Rate limiting caps how many requests one source can make.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Extra capacity and traffic-spreading services absorb large floods.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Intrusion detection systems and monitoring spot attacks early.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defence would you buy first for a small online shop,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defend against DoS attacks, organisations...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Watching the attacks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Attack maps show DDoS traffic around the world in near real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Monitoring normal traffic makes unusual spikes obvious.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Many attacks are bought as a service for a few pounds, which is illegal.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Discuss what the digital attack map shows and what patterns you notice.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Attacks can be detected by...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did attacking a DNS provider knock out so many sites?</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encrypted every web page</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switched off the undersea cables</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Without DNS, browsers couldn't turn domain names into IP addresses</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deleted the websites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anatomy of a DDoS</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Put the stages of a DDoS attack in the right order, from the attacker's first move to the website going offline.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It's not always an attack</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sudden rush of genuine visitors, such as tickets going on sale, can knock a site over too. That's sometimes called the 'hug of death'.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Mirai's source code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code behind the Mirai botnet was published online, so copies of it are still scanning the internet for weak devices today.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Attack sizes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largest recorded DDoS attacks have exceeded the capacity of entire countries' internet connections, measured in terabits per second.</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Smart devices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Your fridge, doorbell or camera can join a botnet. Change default passwords and install updates on anything you connect to the internet.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what a denial-of-service attack does to a service.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an attack from a botnet is harder to block than one from a single computer.</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measures that reduce the impact of a DDoS attack on a website.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 denial-of-service attack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Botnets and zombies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Defending against DDoS attacks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Traffic flood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7 — Traffic flood</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
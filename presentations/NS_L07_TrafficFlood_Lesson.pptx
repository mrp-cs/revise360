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Lesson 7: Traffic flood.
Open the experience at revise360.co.uk and hand out NS_L07_TrafficFlood_Worksheet.docx.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Share the objectives, then go straight into the starter. Devices stay away for the first five minutes.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Silent start. Take two or three answers before moving on: this is where misconceptions surface.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Insist on writing before tapping. That single rule is the difference between revision and a quiz game.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Station 1: Denial of service. Students read this wall in the experience, write the key fact and the challenge answer, then answer the questions at the badge.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Station 2: DDoS and botnets. Students read this wall in the experience, write the key fact and the challenge answer, then answer the questions at the badge.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Station 3: 21 October 2016. Students read this wall in the experience, write the key fact and the challenge answer, then answer the questions at the badge.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Station 4: Effects. Students read this wall in the experience, write the key fact and the challenge answer, then answer the questions at the badge.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Station 5: Defending the server. Students read this wall in the experience, write the key fact and the challenge answer, then answer the questions at the badge.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Station 6: Watching the attacks. Students read this wall in the experience, write the key fact and the challenge answer, then answer the questions at the badge.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Make them commit to an answer on paper before they tap the star. Guessing first costs them the learning.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these as a settler, or as something for early finishers to read in the experience.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Timed and silent. Mark against the answer sheet, then ask students to record their weakest area.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Students copy their score-screen breakdown onto the worksheet, then rate themselves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8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41732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4B94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1.4 Network security  |  Lesson 7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92024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Traffic flood</a:t>
            </a:r>
            <a:endParaRPr lang="en-US" sz="6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291840"/>
            <a:ext cx="9509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C7CDD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denial-of-service attack doesn't steal anything: it stops a service working at all. Find out how one computer, or a million, can take a website offline, and what defenders can do.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22960" y="4846320"/>
            <a:ext cx="2926080" cy="0"/>
          </a:xfrm>
          <a:prstGeom prst="line">
            <a:avLst/>
          </a:prstGeom>
          <a:noFill/>
          <a:ln w="31750">
            <a:solidFill>
              <a:srgbClr val="2D63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50292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OCR J277 Paper 1  |  Computer systems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2362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1.4 Network security  |  Lesson 7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236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41148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By the end of this lesson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170432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How does a denial-of-service attack work, and how can it be defended against?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1965960"/>
            <a:ext cx="566928" cy="566928"/>
          </a:xfrm>
          <a:prstGeom prst="ellipse">
            <a:avLst/>
          </a:prstGeom>
          <a:solidFill>
            <a:srgbClr val="2D63F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19659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1325880" y="1965960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Understand what a denial-of-service attack is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548640" y="2898648"/>
            <a:ext cx="566928" cy="566928"/>
          </a:xfrm>
          <a:prstGeom prst="ellipse">
            <a:avLst/>
          </a:prstGeom>
          <a:solidFill>
            <a:srgbClr val="2D63F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28986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1325880" y="2898648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Understand how to identify and protect against denial-of-service attacks</a:t>
            </a:r>
            <a:endParaRPr lang="en-US" sz="19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415137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Key words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4535424"/>
            <a:ext cx="2944368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D63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48640" y="4535424"/>
            <a:ext cx="29443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Denial of service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21024" y="4535424"/>
            <a:ext cx="1042416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D63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621024" y="4535424"/>
            <a:ext cx="10424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DDoS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791456" y="4535424"/>
            <a:ext cx="1335024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D63F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791456" y="4535424"/>
            <a:ext cx="13350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Botnet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254496" y="4535424"/>
            <a:ext cx="1335024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D63F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254496" y="4535424"/>
            <a:ext cx="13350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Zombie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717536" y="4535424"/>
            <a:ext cx="1773936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D63F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717536" y="4535424"/>
            <a:ext cx="17739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Bandwidth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9619488" y="4535424"/>
            <a:ext cx="1627632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D63F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619488" y="4535424"/>
            <a:ext cx="16276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Downtime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2362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1.4 Network security  |  Lesson 7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236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457200"/>
            <a:ext cx="2103120" cy="457200"/>
          </a:xfrm>
          <a:prstGeom prst="roundRect">
            <a:avLst>
              <a:gd name="adj" fmla="val 20000"/>
            </a:avLst>
          </a:prstGeom>
          <a:solidFill>
            <a:srgbClr val="F4B94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02920" y="4572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182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STARTER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2788920" y="4572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Five minutes, on paper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02920" y="1234440"/>
            <a:ext cx="11155680" cy="32004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5875">
            <a:solidFill>
              <a:srgbClr val="2D63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05840" y="1645920"/>
            <a:ext cx="101498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26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 online shop is unreachable for a whole Saturday. List everything that costs the company while the site is down.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502920" y="470916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 devices yet. Write your answer on the worksheet before anyone talks.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2362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1.4 Network security  |  Lesson 7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236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41148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Into the experience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170432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Open Traffic flood on revise360.co.uk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1874520"/>
            <a:ext cx="566928" cy="566928"/>
          </a:xfrm>
          <a:prstGeom prst="ellipse">
            <a:avLst/>
          </a:prstGeom>
          <a:solidFill>
            <a:srgbClr val="08A6A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18745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1325880" y="185623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Look around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214884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Six numbered stations are arranged around you. Turn right for 1 and 2, around for 3 and 4, left for 5 and 6.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2898648"/>
            <a:ext cx="566928" cy="566928"/>
          </a:xfrm>
          <a:prstGeom prst="ellipse">
            <a:avLst/>
          </a:prstGeom>
          <a:solidFill>
            <a:srgbClr val="08A6A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28986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1325880" y="28803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Read, then write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1325880" y="3172968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Read the wall, write the key fact and your answer to the challenge on the worksheet.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3922776"/>
            <a:ext cx="566928" cy="566928"/>
          </a:xfrm>
          <a:prstGeom prst="ellipse">
            <a:avLst/>
          </a:prstGeom>
          <a:solidFill>
            <a:srgbClr val="08A6A6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48640" y="392277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1325880" y="390448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Then tap the badge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1325880" y="4197096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Only answer the questions once you have written. Your first answer is the one that counts.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48640" y="4946904"/>
            <a:ext cx="566928" cy="566928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48640" y="494690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1325880" y="4928616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Look down at the end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1325880" y="5221224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starred final challenge is on the floor. Predict on paper first.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2362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1.4 Network security  |  Lesson 7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236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8321040" y="623620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D9DEE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Station 1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438912"/>
            <a:ext cx="566928" cy="566928"/>
          </a:xfrm>
          <a:prstGeom prst="ellipse">
            <a:avLst/>
          </a:prstGeom>
          <a:solidFill>
            <a:srgbClr val="2D63F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02920" y="4389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411480"/>
            <a:ext cx="10424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Denial of service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502920" y="1280160"/>
            <a:ext cx="704088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5875">
            <a:solidFill>
              <a:srgbClr val="D9DEE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14400" y="1600200"/>
            <a:ext cx="63093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denial-of-service (DoS) attack floods a server with requests so it can't respond to real users.</a:t>
            </a:r>
            <a:endParaRPr lang="en-US" sz="17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Nothing is stolen: the aim is disruption.</a:t>
            </a:r>
            <a:endParaRPr lang="en-US" sz="17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service slows down or goes offline completely.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7818120" y="1280160"/>
            <a:ext cx="384048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5875">
            <a:solidFill>
              <a:srgbClr val="F4B94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183880" y="15087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CHALLENGE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8183880" y="1874520"/>
            <a:ext cx="3154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What does a DoS attack set out to achieve?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02920" y="4754880"/>
            <a:ext cx="11155680" cy="777240"/>
          </a:xfrm>
          <a:prstGeom prst="roundRect">
            <a:avLst>
              <a:gd name="adj" fmla="val 11765"/>
            </a:avLst>
          </a:prstGeom>
          <a:solidFill>
            <a:srgbClr val="EEF2FB"/>
          </a:solidFill>
          <a:ln w="12700">
            <a:solidFill>
              <a:srgbClr val="2D63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4400" y="4754880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 your worksheet:  </a:t>
            </a:r>
            <a:pPr indent="0" marL="0">
              <a:buNone/>
            </a:pPr>
            <a:r>
              <a:rPr lang="en-US" sz="16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denial-of-service attack...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2362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1.4 Network security  |  Lesson 7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236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8321040" y="623620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D9DEE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Station 2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438912"/>
            <a:ext cx="566928" cy="566928"/>
          </a:xfrm>
          <a:prstGeom prst="ellipse">
            <a:avLst/>
          </a:prstGeom>
          <a:solidFill>
            <a:srgbClr val="2D63F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02920" y="4389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411480"/>
            <a:ext cx="10424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DDoS and botnets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502920" y="1280160"/>
            <a:ext cx="704088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5875">
            <a:solidFill>
              <a:srgbClr val="D9DEE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14400" y="1600200"/>
            <a:ext cx="63093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distributed denial-of-service (DDoS) attack uses many computers at once.</a:t>
            </a:r>
            <a:endParaRPr lang="en-US" sz="17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Infected computers under an attacker's control are called zombies, and the network of them is a botnet.</a:t>
            </a:r>
            <a:endParaRPr lang="en-US" sz="17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owners usually have no idea their device is taking part.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7818120" y="1280160"/>
            <a:ext cx="384048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5875">
            <a:solidFill>
              <a:srgbClr val="F4B94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183880" y="15087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CHALLENGE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8183880" y="1874520"/>
            <a:ext cx="3154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Why is a DDoS attack harder to block than a DoS attack?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02920" y="4754880"/>
            <a:ext cx="11155680" cy="777240"/>
          </a:xfrm>
          <a:prstGeom prst="roundRect">
            <a:avLst>
              <a:gd name="adj" fmla="val 11765"/>
            </a:avLst>
          </a:prstGeom>
          <a:solidFill>
            <a:srgbClr val="EEF2FB"/>
          </a:solidFill>
          <a:ln w="12700">
            <a:solidFill>
              <a:srgbClr val="2D63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4400" y="4754880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 your worksheet:  </a:t>
            </a:r>
            <a:pPr indent="0" marL="0">
              <a:buNone/>
            </a:pPr>
            <a:r>
              <a:rPr lang="en-US" sz="16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DDoS attack uses...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2362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1.4 Network security  |  Lesson 7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236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8321040" y="623620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D9DEE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Station 3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438912"/>
            <a:ext cx="566928" cy="566928"/>
          </a:xfrm>
          <a:prstGeom prst="ellipse">
            <a:avLst/>
          </a:prstGeom>
          <a:solidFill>
            <a:srgbClr val="2D63F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02920" y="4389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411480"/>
            <a:ext cx="10424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21 October 2016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502920" y="1280160"/>
            <a:ext cx="704088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5875">
            <a:solidFill>
              <a:srgbClr val="D9DEE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14400" y="1600200"/>
            <a:ext cx="63093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huge DDoS attack hit Dyn, a company that runs DNS servers for much of the internet.</a:t>
            </a:r>
            <a:endParaRPr lang="en-US" sz="17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Netflix, Twitter, Spotify, Reddit, PayPal and many news sites became unreachable.</a:t>
            </a:r>
            <a:endParaRPr lang="en-US" sz="17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Mirai botnet was made of hacked smart devices, such as cameras and routers, using default passwords.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7818120" y="1280160"/>
            <a:ext cx="384048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5875">
            <a:solidFill>
              <a:srgbClr val="F4B94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183880" y="15087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CHALLENGE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8183880" y="1874520"/>
            <a:ext cx="3154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Why did taking down one company affect so many websites?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02920" y="4754880"/>
            <a:ext cx="11155680" cy="777240"/>
          </a:xfrm>
          <a:prstGeom prst="roundRect">
            <a:avLst>
              <a:gd name="adj" fmla="val 11765"/>
            </a:avLst>
          </a:prstGeom>
          <a:solidFill>
            <a:srgbClr val="EEF2FB"/>
          </a:solidFill>
          <a:ln w="12700">
            <a:solidFill>
              <a:srgbClr val="2D63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4400" y="4754880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 your worksheet:  </a:t>
            </a:r>
            <a:pPr indent="0" marL="0">
              <a:buNone/>
            </a:pPr>
            <a:r>
              <a:rPr lang="en-US" sz="16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 the 2016 attack...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2362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1.4 Network security  |  Lesson 7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236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8321040" y="623620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D9DEE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Station 4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438912"/>
            <a:ext cx="566928" cy="566928"/>
          </a:xfrm>
          <a:prstGeom prst="ellipse">
            <a:avLst/>
          </a:prstGeom>
          <a:solidFill>
            <a:srgbClr val="2D63F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02920" y="4389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411480"/>
            <a:ext cx="10424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Effects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502920" y="1280160"/>
            <a:ext cx="704088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5875">
            <a:solidFill>
              <a:srgbClr val="D9DEE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14400" y="1600200"/>
            <a:ext cx="63093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Customers can't reach the service, so sales and trust are lost.</a:t>
            </a:r>
            <a:endParaRPr lang="en-US" sz="17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Staff can't work if internal systems are affected.</a:t>
            </a:r>
            <a:endParaRPr lang="en-US" sz="17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Sometimes a DDoS is a smokescreen while another attack happens elsewhere.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7818120" y="1280160"/>
            <a:ext cx="384048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5875">
            <a:solidFill>
              <a:srgbClr val="F4B94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183880" y="15087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CHALLENGE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8183880" y="1874520"/>
            <a:ext cx="3154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List three effects of a week-long DDoS attack on an online shop.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02920" y="4754880"/>
            <a:ext cx="11155680" cy="777240"/>
          </a:xfrm>
          <a:prstGeom prst="roundRect">
            <a:avLst>
              <a:gd name="adj" fmla="val 11765"/>
            </a:avLst>
          </a:prstGeom>
          <a:solidFill>
            <a:srgbClr val="EEF2FB"/>
          </a:solidFill>
          <a:ln w="12700">
            <a:solidFill>
              <a:srgbClr val="2D63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4400" y="4754880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 your worksheet:  </a:t>
            </a:r>
            <a:pPr indent="0" marL="0">
              <a:buNone/>
            </a:pPr>
            <a:r>
              <a:rPr lang="en-US" sz="16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effects of a DoS attack are...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2362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1.4 Network security  |  Lesson 7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236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8321040" y="623620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D9DEE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Station 5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438912"/>
            <a:ext cx="566928" cy="566928"/>
          </a:xfrm>
          <a:prstGeom prst="ellipse">
            <a:avLst/>
          </a:prstGeom>
          <a:solidFill>
            <a:srgbClr val="2D63F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02920" y="4389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5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411480"/>
            <a:ext cx="10424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Defending the server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502920" y="1280160"/>
            <a:ext cx="704088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5875">
            <a:solidFill>
              <a:srgbClr val="D9DEE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14400" y="1600200"/>
            <a:ext cx="63093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Firewalls and filters can block suspicious traffic patterns.</a:t>
            </a:r>
            <a:endParaRPr lang="en-US" sz="17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Rate limiting caps how many requests one source can make.</a:t>
            </a:r>
            <a:endParaRPr lang="en-US" sz="17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Extra capacity and traffic-spreading services absorb large floods.</a:t>
            </a:r>
            <a:endParaRPr lang="en-US" sz="17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Intrusion detection systems and monitoring spot attacks early.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7818120" y="1280160"/>
            <a:ext cx="384048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5875">
            <a:solidFill>
              <a:srgbClr val="F4B94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183880" y="15087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CHALLENGE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8183880" y="1874520"/>
            <a:ext cx="3154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Which defence would you buy first for a small online shop, and why?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02920" y="4754880"/>
            <a:ext cx="11155680" cy="777240"/>
          </a:xfrm>
          <a:prstGeom prst="roundRect">
            <a:avLst>
              <a:gd name="adj" fmla="val 11765"/>
            </a:avLst>
          </a:prstGeom>
          <a:solidFill>
            <a:srgbClr val="EEF2FB"/>
          </a:solidFill>
          <a:ln w="12700">
            <a:solidFill>
              <a:srgbClr val="2D63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4400" y="4754880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 your worksheet:  </a:t>
            </a:r>
            <a:pPr indent="0" marL="0">
              <a:buNone/>
            </a:pPr>
            <a:r>
              <a:rPr lang="en-US" sz="16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To defend against DoS attacks, organisations...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2362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1.4 Network security  |  Lesson 7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236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8321040" y="623620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D9DEE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Station 6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438912"/>
            <a:ext cx="566928" cy="566928"/>
          </a:xfrm>
          <a:prstGeom prst="ellipse">
            <a:avLst/>
          </a:prstGeom>
          <a:solidFill>
            <a:srgbClr val="2D63F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02920" y="4389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6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411480"/>
            <a:ext cx="10424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Watching the attacks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502920" y="1280160"/>
            <a:ext cx="704088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5875">
            <a:solidFill>
              <a:srgbClr val="D9DEE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14400" y="1600200"/>
            <a:ext cx="63093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Attack maps show DDoS traffic around the world in near real time.</a:t>
            </a:r>
            <a:endParaRPr lang="en-US" sz="17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Monitoring normal traffic makes unusual spikes obvious.</a:t>
            </a:r>
            <a:endParaRPr lang="en-US" sz="17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Many attacks are bought as a service for a few pounds, which is illegal.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7818120" y="1280160"/>
            <a:ext cx="384048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5875">
            <a:solidFill>
              <a:srgbClr val="F4B94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183880" y="15087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CHALLENGE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8183880" y="1874520"/>
            <a:ext cx="3154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Discuss what the digital attack map shows and what patterns you notice.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02920" y="4754880"/>
            <a:ext cx="11155680" cy="777240"/>
          </a:xfrm>
          <a:prstGeom prst="roundRect">
            <a:avLst>
              <a:gd name="adj" fmla="val 11765"/>
            </a:avLst>
          </a:prstGeom>
          <a:solidFill>
            <a:srgbClr val="EEF2FB"/>
          </a:solidFill>
          <a:ln w="12700">
            <a:solidFill>
              <a:srgbClr val="2D63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4400" y="4754880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 your worksheet:  </a:t>
            </a:r>
            <a:pPr indent="0" marL="0">
              <a:buNone/>
            </a:pPr>
            <a:r>
              <a:rPr lang="en-US" sz="16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Attacks can be detected by...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2362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1.4 Network security  |  Lesson 7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236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438912"/>
            <a:ext cx="3108960" cy="502920"/>
          </a:xfrm>
          <a:prstGeom prst="roundRect">
            <a:avLst>
              <a:gd name="adj" fmla="val 18182"/>
            </a:avLst>
          </a:prstGeom>
          <a:solidFill>
            <a:srgbClr val="F4B94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02920" y="438912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182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★  FINAL CHALLENGE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1097280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anatomy of a DDoS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502920" y="2011680"/>
            <a:ext cx="1115568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2D63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05840" y="2331720"/>
            <a:ext cx="10149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22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Put the stages of a DDoS attack in the right order, from the attacker's first move to the website going offline.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502920" y="452628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Predict on paper first, then look down and test it.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2362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1.4 Network security  |  Lesson 7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236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41148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Worth knowing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170432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information markers dotted around the room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02920" y="1828800"/>
            <a:ext cx="539496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5875">
            <a:solidFill>
              <a:srgbClr val="2D63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20116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It's not always an attack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395728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sudden rush of genuine visitors, such as tickets going on sale, can knock a site over too. That's sometimes called the 'hug of death'.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17920" y="1828800"/>
            <a:ext cx="539496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5875">
            <a:solidFill>
              <a:srgbClr val="08A6A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37960" y="20116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8A6A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Mirai's source code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537960" y="2395728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code behind the Mirai botnet was published online, so copies of it are still scanning the internet for weak devices today.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02920" y="3794760"/>
            <a:ext cx="539496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5875">
            <a:solidFill>
              <a:srgbClr val="2D63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2960" y="39776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Attack sizes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4361688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largest recorded DDoS attacks have exceeded the capacity of entire countries' internet connections, measured in terabits per second.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217920" y="3794760"/>
            <a:ext cx="539496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5875">
            <a:solidFill>
              <a:srgbClr val="08A6A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537960" y="39776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8A6A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Smart devices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537960" y="4361688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Your fridge, doorbell or camera can join a botnet. Change default passwords and install updates on anything you connect to the internet.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2362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1.4 Network security  |  Lesson 7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236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41148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Exam practice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170432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Devices away. Answer from memory on the worksheet.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02920" y="1828800"/>
            <a:ext cx="1115568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D9DEE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1938528"/>
            <a:ext cx="941832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Describe what a denial-of-service attack does to a service.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0515600" y="2130552"/>
            <a:ext cx="868680" cy="493776"/>
          </a:xfrm>
          <a:prstGeom prst="roundRect">
            <a:avLst>
              <a:gd name="adj" fmla="val 18519"/>
            </a:avLst>
          </a:prstGeom>
          <a:solidFill>
            <a:srgbClr val="EEF2F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0515600" y="2130552"/>
            <a:ext cx="868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D63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[2]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02920" y="3127248"/>
            <a:ext cx="1115568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D9DEE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4400" y="3236976"/>
            <a:ext cx="941832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Explain why an attack from a botnet is harder to block than one from a single computer.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10515600" y="3429000"/>
            <a:ext cx="868680" cy="493776"/>
          </a:xfrm>
          <a:prstGeom prst="roundRect">
            <a:avLst>
              <a:gd name="adj" fmla="val 18519"/>
            </a:avLst>
          </a:prstGeom>
          <a:solidFill>
            <a:srgbClr val="EEF2F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0515600" y="3429000"/>
            <a:ext cx="868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D63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[3]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02920" y="4425696"/>
            <a:ext cx="1115568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D9DEE7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14400" y="4535424"/>
            <a:ext cx="941832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Describe two measures that reduce the impact of a DDoS attack on a website.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10515600" y="4727448"/>
            <a:ext cx="868680" cy="493776"/>
          </a:xfrm>
          <a:prstGeom prst="roundRect">
            <a:avLst>
              <a:gd name="adj" fmla="val 18519"/>
            </a:avLst>
          </a:prstGeom>
          <a:solidFill>
            <a:srgbClr val="EEF2FB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10515600" y="4727448"/>
            <a:ext cx="868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D63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[4]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2362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1.4 Network security  |  Lesson 7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236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41148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Before you go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170432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Rate yourself on each of these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02920" y="1920240"/>
            <a:ext cx="786384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15875">
            <a:solidFill>
              <a:srgbClr val="D9DEE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1920240"/>
            <a:ext cx="7132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What a denial-of-service attack is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8595360" y="2066544"/>
            <a:ext cx="987552" cy="484632"/>
          </a:xfrm>
          <a:prstGeom prst="roundRect">
            <a:avLst>
              <a:gd name="adj" fmla="val 18868"/>
            </a:avLst>
          </a:prstGeom>
          <a:solidFill>
            <a:srgbClr val="FFFFFF"/>
          </a:solidFill>
          <a:ln w="15875">
            <a:solidFill>
              <a:srgbClr val="08A6A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595360" y="2066544"/>
            <a:ext cx="98755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8A6A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Secure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9674352" y="2066544"/>
            <a:ext cx="987552" cy="484632"/>
          </a:xfrm>
          <a:prstGeom prst="roundRect">
            <a:avLst>
              <a:gd name="adj" fmla="val 18868"/>
            </a:avLst>
          </a:prstGeom>
          <a:solidFill>
            <a:srgbClr val="FFFFFF"/>
          </a:solidFill>
          <a:ln w="15875">
            <a:solidFill>
              <a:srgbClr val="F4B94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674352" y="2066544"/>
            <a:ext cx="98755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4B94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Revise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0753344" y="2066544"/>
            <a:ext cx="987552" cy="484632"/>
          </a:xfrm>
          <a:prstGeom prst="roundRect">
            <a:avLst>
              <a:gd name="adj" fmla="val 18868"/>
            </a:avLst>
          </a:prstGeom>
          <a:solidFill>
            <a:srgbClr val="FFFFFF"/>
          </a:solidFill>
          <a:ln w="15875">
            <a:solidFill>
              <a:srgbClr val="E2574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753344" y="2066544"/>
            <a:ext cx="98755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574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Focus here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02920" y="2880360"/>
            <a:ext cx="786384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15875">
            <a:solidFill>
              <a:srgbClr val="D9DEE7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14400" y="2880360"/>
            <a:ext cx="7132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Botnets and zombies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8595360" y="3026664"/>
            <a:ext cx="987552" cy="484632"/>
          </a:xfrm>
          <a:prstGeom prst="roundRect">
            <a:avLst>
              <a:gd name="adj" fmla="val 18868"/>
            </a:avLst>
          </a:prstGeom>
          <a:solidFill>
            <a:srgbClr val="FFFFFF"/>
          </a:solidFill>
          <a:ln w="15875">
            <a:solidFill>
              <a:srgbClr val="08A6A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595360" y="3026664"/>
            <a:ext cx="98755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8A6A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Secure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9674352" y="3026664"/>
            <a:ext cx="987552" cy="484632"/>
          </a:xfrm>
          <a:prstGeom prst="roundRect">
            <a:avLst>
              <a:gd name="adj" fmla="val 18868"/>
            </a:avLst>
          </a:prstGeom>
          <a:solidFill>
            <a:srgbClr val="FFFFFF"/>
          </a:solidFill>
          <a:ln w="15875">
            <a:solidFill>
              <a:srgbClr val="F4B94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674352" y="3026664"/>
            <a:ext cx="98755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4B94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Revise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0753344" y="3026664"/>
            <a:ext cx="987552" cy="484632"/>
          </a:xfrm>
          <a:prstGeom prst="roundRect">
            <a:avLst>
              <a:gd name="adj" fmla="val 18868"/>
            </a:avLst>
          </a:prstGeom>
          <a:solidFill>
            <a:srgbClr val="FFFFFF"/>
          </a:solidFill>
          <a:ln w="15875">
            <a:solidFill>
              <a:srgbClr val="E2574C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0753344" y="3026664"/>
            <a:ext cx="98755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574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Focus here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02920" y="3840480"/>
            <a:ext cx="786384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15875">
            <a:solidFill>
              <a:srgbClr val="D9DEE7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14400" y="3840480"/>
            <a:ext cx="7132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Defending against DDoS attacks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8595360" y="3986784"/>
            <a:ext cx="987552" cy="484632"/>
          </a:xfrm>
          <a:prstGeom prst="roundRect">
            <a:avLst>
              <a:gd name="adj" fmla="val 18868"/>
            </a:avLst>
          </a:prstGeom>
          <a:solidFill>
            <a:srgbClr val="FFFFFF"/>
          </a:solidFill>
          <a:ln w="15875">
            <a:solidFill>
              <a:srgbClr val="08A6A6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595360" y="3986784"/>
            <a:ext cx="98755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8A6A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Secure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9674352" y="3986784"/>
            <a:ext cx="987552" cy="484632"/>
          </a:xfrm>
          <a:prstGeom prst="roundRect">
            <a:avLst>
              <a:gd name="adj" fmla="val 18868"/>
            </a:avLst>
          </a:prstGeom>
          <a:solidFill>
            <a:srgbClr val="FFFFFF"/>
          </a:solidFill>
          <a:ln w="15875">
            <a:solidFill>
              <a:srgbClr val="F4B942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9674352" y="3986784"/>
            <a:ext cx="98755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4B94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Revise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0753344" y="3986784"/>
            <a:ext cx="987552" cy="484632"/>
          </a:xfrm>
          <a:prstGeom prst="roundRect">
            <a:avLst>
              <a:gd name="adj" fmla="val 18868"/>
            </a:avLst>
          </a:prstGeom>
          <a:solidFill>
            <a:srgbClr val="FFFFFF"/>
          </a:solidFill>
          <a:ln w="15875">
            <a:solidFill>
              <a:srgbClr val="E2574C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10753344" y="3986784"/>
            <a:ext cx="98755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574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Focus here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502920" y="5074920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Anything marked Focus here: reopen Traffic flood and use review mode on the questions you got wrong.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Revise 360 Ltd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1.4 Network security  |  Lesson 7 — Traffic flood</dc:title>
  <dc:subject>OCR J277 GCSE Computer Science</dc:subject>
  <dc:creator>Revise 360 Ltd</dc:creator>
  <cp:lastModifiedBy>Revise 360 Ltd</cp:lastModifiedBy>
  <cp:revision>1</cp:revision>
  <dcterms:created xsi:type="dcterms:W3CDTF">2026-10-01T02:34:50Z</dcterms:created>
  <dcterms:modified xsi:type="dcterms:W3CDTF">2026-10-01T02:34:50Z</dcterms:modified>
</cp:coreProperties>
</file>
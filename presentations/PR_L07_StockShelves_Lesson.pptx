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Stock shelves.
Open the experience at revise360.co.uk and hand out PR_L07_StockShelves_Worksheet.docx.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Making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an item.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Adding and removing.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Totals and averages.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Stock shelves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variable holds one value, which is no use at all for a whole class of marks. A list holds many values under one name, and the stock shelves are where you learn to use one.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the last item of a list always at index len(list) - 1?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list and read one item out of it by its index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traverse a list in order to total, count or compare its items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add an item onto a list and how to take one out again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358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358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638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shelf holds Nails, Screws, Bolts and Nuts, in that order. Write down what shelf[0], shelf[3] and len(shelf) each give, and the index of the last item.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Stock shelves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Making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Square brackets make a list, with the items separated by commas.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can start out empty and be filled by a loop as the data arrives.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creating the empty list inside the loop, which throws each item away again.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line must go above the loop that fills a list,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calls these arrays. Python calls them lists, and unlike an array they can grow and shrink.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an item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is indexed from 0, so the third item sits at position 2.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how many items there are, which makes the last index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an index past the end, which stops the program with an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holds the last of seven scores?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means an index is the number of items you step over to reach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list: hands you each value in turn.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range(len(list)): gives the positions instead, for when you need the index too.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the index when the task asked for the value, or the other way round.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do you need the position rather than the value itself?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every item of a list in turn is called traversing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and removing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 adds one item onto the end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 takes out the first item with that value, and pop(i) takes out the one at position 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removing items while looping over the same list, which makes the loop skip some.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remove("Ada") and pop(0)?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 hands the removed item back, so it can be used as well as deleted.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Totals and averages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the list in a loop, then divide by len() to get the mean.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the highest and lowest by comparing each item against the best found so far.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starting the highest at 0, which fails on a list of negative numbers.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the highest-so-far start as, if the data could be negative?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len() on an empty list crashes, so check the list is not empty first.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can build the total, count the items and remember where the best mark was.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 the figures after the loop has finished, not while it is still running.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finding the best value but forgetting to record the position it was found 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needed to report on eight marks in a single pass.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position of the best value as well as the value answers 'which one' as well as 'how much'.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do?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basket holds ["tea", "jam", "rice"]. Tap the star and match each list operation to what it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name, many values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lists, a program for 30 marks would need 30 variables - and 30 lines to total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range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index error is nearly always an off-by-one: the last index of a list of 7 is 6, not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 is tidier when you only need the values. Use range(len(list)) when you need the position too.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safely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Deleting from a list while looping over it makes the loop skip items. Build a new list instead.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over a list of six prices begins for i in range(1, 6). State which price is never looked at, and rewrite the line so that every price is included.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6 javelin throws in metres into a list, then prints the longest throw and the position it is stored at.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holds a list of five club members, removes a name the user types in, then prints the list and how many members are left.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and reading an item by its index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Traversing a list to total or compare its items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items to a list and removing them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Stock shelves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7 — Stock shelves</dc:title>
  <dc:subject>OCR J277 GCSE Computer Science</dc:subject>
  <dc:creator>Revise 360 Ltd</dc:creator>
  <cp:lastModifiedBy>Revise 360 Ltd</cp:lastModifiedBy>
  <cp:revision>1</cp:revision>
  <dcterms:created xsi:type="dcterms:W3CDTF">2026-10-01T23:56:57Z</dcterms:created>
  <dcterms:modified xsi:type="dcterms:W3CDTF">2026-10-01T23:56:57Z</dcterms:modified>
</cp:coreProperties>
</file>
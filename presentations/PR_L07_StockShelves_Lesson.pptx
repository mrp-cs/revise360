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7: Stock shelves.
Open the experience at revise360.co.uk and hand out PR_L07_StockShelves_Worksheet.docx.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objectives, then go straight into the starter. Devices stay away for the first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 start. Take two or three answers before moving on: this is where misconceptions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writing before tapping. That single rule is the difference between revision and a quiz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1: Making a list.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2: Reading an item.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3: Going through a list.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4: Adding and removing.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5: Totals and averages.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6: Putting it together.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commit to an answer on paper before they tap the star. Guessing first costs them the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a settler, or as something for early finishers to read in the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Timed and silent. Mark against the answer sheet, then ask students to record their weakest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their score-screen breakdown onto the worksheet, then rate themselves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B9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7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Stock shelves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variable holds one value, which is no use at all for a whole class of marks. A list holds many values under one name, and the stock shelves are where you learn to use one.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31750">
            <a:solidFill>
              <a:srgbClr val="2D6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 Python course  |  Beyond the OCR J277 specification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the end of this lesson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is the last item of a list always at index len(list) - 1?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659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how to create a list and read one item out of it by its index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986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how to traverse a list in order to total, count or compare its items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831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how to add an item onto a list and how to take one out again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840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468112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Array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865376" y="5468112"/>
            <a:ext cx="1042416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865376" y="5468112"/>
            <a:ext cx="1042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035808" y="5468112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035808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Index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52544" y="5468112"/>
            <a:ext cx="162763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52544" y="5468112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append()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08192" y="5468112"/>
            <a:ext cx="162763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08192" y="5468112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remove()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863840" y="5468112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63840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pop()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180576" y="5468112"/>
            <a:ext cx="162763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80576" y="5468112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Traverse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572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minutes, on paper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155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645920"/>
            <a:ext cx="10149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list shelf holds Nails, Screws, Bolts and Nuts, in that order. Write down what shelf[0], shelf[3] and len(shelf) each give, and the index of the last item.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devices yet. Write your answer on the worksheet before anyone talks.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Into the experience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Stock shelves on revise360.co.uk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around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48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numbered stations are arranged around you. Turn right for 1 and 2, around for 3 and 4, left for 5 and 6.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before you type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729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task and its brief. Work out the inputs, what happens to them, and exactly what is printed.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it and run it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 the program in the editor and press Run to see what it does. Then press Check to mark it against the tests.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28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failures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212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test that fails tells you what was expected and what came out. Fix and run it again - that is what programmers do.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Making a list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Square brackets make a list, with the items separated by commas.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list can start out empty and be filled by a loop as the data arrives.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creating the empty list inside the loop, which throws each item away again.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line must go above the loop that fills a list, and why?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exam calls these arrays. Python calls them lists, and unlike an array they can grow and shrink.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Reading an item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list is indexed from 0, so the third item sits at position 2.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len() gives how many items there are, which makes the last index len() - 1.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an index past the end, which stops the program with an error.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index holds the last of seven scores?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Counting from 0 means an index is the number of items you step over to reach it.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Going through a list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item in list: hands you each value in turn.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i in range(len(list)): gives the positions instead, for when you need the index too.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printing the index when the task asked for the value, or the other way round.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do you need the position rather than the value itself?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Going through every item of a list in turn is called traversing it.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Adding and removing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append() adds one item onto the end of the list.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remove() takes out the first item with that value, and pop(i) takes out the one at position i.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removing items while looping over the same list, which makes the loop skip some.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is the difference between remove("Ada") and pop(0)?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pop() hands the removed item back, so it can be used as well as deleted.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Totals and averages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Total the list in a loop, then divide by len() to get the mean.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Track the highest and lowest by comparing each item against the best found so far.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starting the highest at 0, which fails on a list of negative numbers.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should the highest-so-far start as, if the data could be negative?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Dividing by len() on an empty list crashes, so check the list is not empty first.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Putting it together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pass can build the total, count the items and remember where the best mark was.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Report the figures after the loop has finished, not while it is still running.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finding the best value but forgetting to record the position it was found at.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the variables needed to report on eight marks in a single pass.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Keeping the position of the best value as well as the value answers 'which one' as well as 'how much'.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38912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38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 FINAL CHALLENGE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does it do?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33172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basket holds ["tea", "jam", "rice"]. Tap the star and match each list operation to what it does.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26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on paper first, then look down and test it.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Worth knowing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information markers dotted around the room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name, many values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Without lists, a program for 30 marks would need 30 variables - and 30 lines to total them.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 of range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index error is nearly always an off-by-one: the last index of a list of 7 is 6, not 7.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loop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item in list is tidier when you only need the values. Use range(len(list)) when you need the position too.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Removing safely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Deleting from a list while looping over it makes the loop skip items. Build a new list instead.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 practice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Devices away. Answer from memory on the worksheet.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38528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loop over a list of six prices begins for i in range(1, 6). State which price is never looked at, and rewrite the line so that every price is included.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0" y="2130552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2130552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[2]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a program that reads 6 javelin throws in metres into a list, then prints the longest throw and the position it is stored at.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515600" y="3429000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0" y="3429000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[5]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425696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535424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a program that holds a list of five club members, removes a name the user types in, then prints the list and how many members are left.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515600" y="4727448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0" y="4727448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[4]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you go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yourself on each of these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20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Creating a list and reading an item by its index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95360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74352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74352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53344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53344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880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Traversing a list to total or compare its items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95360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0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74352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74352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53344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53344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3840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Adding items to a list and removing them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95360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74352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74352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53344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53344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marked Focus here: reopen Stock shelves and use review mode on the questions you got wrong.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Revise 360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  |  Lesson 7 — Stock shelves</dc:title>
  <dc:subject>OCR J277 GCSE Computer Science</dc:subject>
  <dc:creator>Revise 360 Ltd</dc:creator>
  <cp:lastModifiedBy>Revise 360 Ltd</cp:lastModifiedBy>
  <cp:revision>1</cp:revision>
  <dcterms:created xsi:type="dcterms:W3CDTF">2026-10-02T05:55:28Z</dcterms:created>
  <dcterms:modified xsi:type="dcterms:W3CDTF">2026-10-02T05:55:28Z</dcterms:modified>
</cp:coreProperties>
</file>
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Stock shelves.
Open the experience at revise360.co.uk and hand out PR_L07_StockShelves_Worksheet.docx.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Stock shelves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stock shelves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shelf holds Nails, Screws, Bolts and Nuts, in that order. Write down what shelf[0], shelf[3] and len(shelf)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Stock shelves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data arrives.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arrays. Python calls them lists, and unlike an array they can grow and shrink.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scores?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step over to reach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 traversing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remove("Ada")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hands the removed item back, so it can be used as well as deleted.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mean.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highest and lowest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starting the highest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highest-so-far start as, if the data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check the list is not empty first.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best mark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finding the best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needed to report on eight marks in a single pass.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best value as well as the value answers 'which one' as well as 'how much'.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prices begins for i in range(1, 6). State which price is never looked at, and rewrite the line so that every price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6 javelin throws in metres into a list, then prints the longest throw and the position it is stored at.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holds a list of five club members, removes a name the user types in, then prints the list and how many members are left.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Stock shelves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Stock shelves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
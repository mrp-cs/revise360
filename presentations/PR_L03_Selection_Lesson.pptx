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3: Selection.
Open the experience at revise360.co.uk and hand out PR_L03_Selection_Worksheet.docx.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Share the objectives, then go straight into the starter. Devices stay away for the first five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Silent start. Take two or three answers before moving on: this is where misconceptions surface.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 on writing before tapping. That single rule is the difference between revision and a quiz game.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1: Comparing values.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2: if and else.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3: elif.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4: AND, OR and NOT.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5: Decisions inside decisions.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6: Putting it together.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them commit to an answer on paper before they tap the star. Guessing first costs them the learning.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these as a settler, or as something for early finishers to read in the experience.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Timed and silent. Mark against the answer sheet, then ask students to record their weakest 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copy their score-screen breakdown onto the worksheet, then rate themselves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17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4B94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3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92024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Selection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291840"/>
            <a:ext cx="9509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C7CDD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program that always does the same thing is not much use. Work through the six stations and you will write the conditions that let a program choose, from a single comparison to a whole nest of them.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4846320"/>
            <a:ext cx="2926080" cy="0"/>
          </a:xfrm>
          <a:prstGeom prst="line">
            <a:avLst/>
          </a:prstGeom>
          <a:noFill/>
          <a:ln w="31750">
            <a:solidFill>
              <a:srgbClr val="2D63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5029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 Python course  |  Beyond the OCR J277 specification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By the end of this lesson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does the order the branches are written in change what an if ... elif ... else actually does?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96596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how to write a condition using the comparison operators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89864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Understand how if, elif and else choose between several outcomes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548640" y="3831336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8313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3831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how to join two conditions together with and, or and not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084064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Key words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5468112"/>
            <a:ext cx="177393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5468112"/>
            <a:ext cx="17739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Selection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450592" y="5468112"/>
            <a:ext cx="177393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450592" y="5468112"/>
            <a:ext cx="17739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Condition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352544" y="5468112"/>
            <a:ext cx="1481328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352544" y="5468112"/>
            <a:ext cx="1481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Boolean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961888" y="5468112"/>
            <a:ext cx="100584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961888" y="546811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if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095744" y="5468112"/>
            <a:ext cx="104241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095744" y="5468112"/>
            <a:ext cx="10424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else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266176" y="5468112"/>
            <a:ext cx="104241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66176" y="5468112"/>
            <a:ext cx="10424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elif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9436608" y="5468112"/>
            <a:ext cx="100584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436608" y="546811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and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10570464" y="5468112"/>
            <a:ext cx="100584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0570464" y="546811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or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572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57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STARTER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788920" y="4572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Five minutes, on paper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234440"/>
            <a:ext cx="1115568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1645920"/>
            <a:ext cx="10149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program has three branches: if n &gt; 20 it prints big, elif n &gt; 10 it prints middle, and else it prints small. Write down what is printed when n is 30, when it is 11, and when it is 10.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70916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devices yet. Write your answer on the worksheet before anyone talks.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Into the experience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Open Selection on revise360.co.uk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5623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around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1488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Six numbered stations are arranged around you. Turn right for 1 and 2, around for 3 and 4, left for 5 and 6.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880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Plan before you type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17296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task and its brief. Work out the inputs, what happens to them, and exactly what is printed.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922776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9227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90448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it and run it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419709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Type the program in the editor and press Run to see what it does. Then press Check to mark it against the tests.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946904"/>
            <a:ext cx="566928" cy="566928"/>
          </a:xfrm>
          <a:prstGeom prst="ellipse">
            <a:avLst/>
          </a:prstGeom>
          <a:solidFill>
            <a:srgbClr val="F4B94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9469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9286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failures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5221224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test that fails tells you what was expected and what came out. Fix and run it again - that is what programmers do.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Comparing values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comparison gives a boolean back: either True or False.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comparison operators are ==, !=, &gt;, &lt;, &gt;= and &lt;=.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comparing with one =, when one = stores a value and two compare them.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does a &gt; b print when a is 5 and b is 5?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value that can only be True or False is named after George Boole, so it is called a...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if and else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if runs the indented block below it only when its condition is True.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else catches every other case, and needs no condition of its own.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missing the colon, or not indenting the block underneath it.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does a rule worded as '20 or more' need &gt;= rather than &gt;?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Python uses indentation where most languages use brackets, so the layout is part of the...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elif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elif adds another condition, which is only tested if the ones above it were False.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Python stops at the first branch that is True and skips everything below.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putting a wide band first, so it catches everything and the later branches never run.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must the bands of a grade boundary list be tested in order?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elif is short for two words that some languages make you write out in full:...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AND, OR and NOT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and is True only when both sides are, and or is True when at least one side is.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not flips a condition over, so not found is True whenever found is False.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writing n == 3 or 7, which Python reads as something quite different.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would you test in one condition whether a number is either 3 or 7?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Python stops reading an and as soon as one side is False, which is called...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5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Decisions inside decisions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decision can sit inside another, and the inner one is only reached if the outer was True.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Each level of nesting is indented one more step in than the one above.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nesting where a single and would have said the same thing far more clearly.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When is a nested if clearer than one condition joined with and?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Deeply nested ifs are so hard to follow that programmers call the shape the...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Putting it together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Work the boundaries out first, then write the bands in the order the rules apply.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Test on the edge of every band, because that is exactly where conditions go wrong.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using &gt; where the rule says 'or more', which loses the boundary value.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Which three values would you test on a program whose bands change at 30 and 50?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mistake at the edge of a band is so common that it has its own name: an...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38912"/>
            <a:ext cx="3108960" cy="502920"/>
          </a:xfrm>
          <a:prstGeom prst="roundRect">
            <a:avLst>
              <a:gd name="adj" fmla="val 18182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3891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 FINAL CHALLENGE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09728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True or false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502920" y="2011680"/>
            <a:ext cx="1115568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2331720"/>
            <a:ext cx="10149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Three variables hold these values: wind is 15, vis is 8 and alarm is False. Tap the star and decide whether each condition is True or False.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5262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Predict on paper first, then look down and test it.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Worth knowing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information markers dotted around the room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= or two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single = stores a value and == compares two. Mixing them up is one of the first bugs every programmer meets.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37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switch here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Some languages have a switch statement for choosing between many options. Python does the same job with elif.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Unreachable code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If a band that catches everything is tested first, no branch below it can ever run - those lines are unreachable.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17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37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Same as the gates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537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and, or and not behave exactly like the AND, OR and NOT gates you draw truth tables for in topic 2.4.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Exam practice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Devices away. Answer from memory on the worksheet.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38528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program should print cheap when a number is 2 or less and dear when it is more. A pupil writes if n &gt; 2 then prints cheap, and else prints dear. Identify the logic error and write the two lines corrected.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0515600" y="2130552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515600" y="2130552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[3]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3127248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3236976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program that reads a whole number and prints small when it is 10 or less, medium when it is more than 10 but 100 or less, and large when it is more than 100.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10515600" y="3429000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515600" y="3429000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[4]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02920" y="4425696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4535424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program that reads a whole number and then a word, and prints open only when the number is 3 or 7 and the word is not locked. Otherwise it prints refused.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10515600" y="4727448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515600" y="4727448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[4]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Before you go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Rate yourself on each of these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92024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2024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Writing a condition with a comparison operator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595360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95360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9674352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74352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0753344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753344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" y="288036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288036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Choosing between if, elif and else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595360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95360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674352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74352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0753344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753344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84048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384048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Joining conditions with and, or and not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8595360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595360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674352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674352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0753344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753344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" y="507492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Anything marked Focus here: reopen Selection and use review mode on the questions you got wrong.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Revise 360 Ltd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programming  |  Lesson 3 — Selection</dc:title>
  <dc:subject>OCR J277 GCSE Computer Science</dc:subject>
  <dc:creator>Revise 360 Ltd</dc:creator>
  <cp:lastModifiedBy>Revise 360 Ltd</cp:lastModifiedBy>
  <cp:revision>1</cp:revision>
  <dcterms:created xsi:type="dcterms:W3CDTF">2026-10-02T16:28:29Z</dcterms:created>
  <dcterms:modified xsi:type="dcterms:W3CDTF">2026-10-02T16:28:29Z</dcterms:modified>
</cp:coreProperties>
</file>
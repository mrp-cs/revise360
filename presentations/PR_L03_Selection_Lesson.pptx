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Selection.
Open the experience at revise360.co.uk and hand out PR_L03_Selection_Worksheet.docx.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if and else.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elif.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OR and NOT.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Decisions inside decisions.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True
False.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AND, OR and NOT, and work through its example again, aloud, with the class watching, then re-ask this question.
The course's own response to a wrong answer here: or needs only one True side. On the second line neither side is True, so the whole thing is False.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(pr-l03-s4-c2),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Selection</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program that always does the same thing is not much use. Work through the six stations and you will write the conditions that let a program choose, from a single comparison to a whole nest of them.</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order the branches are written in change what an if ... elif ... else actually does?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write a condition using the comparison operators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if, elif and else choose between several outcomes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two conditions together with and, or and not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773936"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Selection</a:t>
            </a:r>
            <a:endParaRPr lang="en-US" sz="1200" dirty="0"/>
          </a:p>
        </p:txBody>
      </p:sp>
      <p:sp>
        <p:nvSpPr>
          <p:cNvPr id="19" name="Shape 17"/>
          <p:cNvSpPr/>
          <p:nvPr/>
        </p:nvSpPr>
        <p:spPr>
          <a:xfrm>
            <a:off x="2450592" y="5468112"/>
            <a:ext cx="177393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450592"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Condition</a:t>
            </a:r>
            <a:endParaRPr lang="en-US" sz="1200" dirty="0"/>
          </a:p>
        </p:txBody>
      </p:sp>
      <p:sp>
        <p:nvSpPr>
          <p:cNvPr id="21" name="Shape 19"/>
          <p:cNvSpPr/>
          <p:nvPr/>
        </p:nvSpPr>
        <p:spPr>
          <a:xfrm>
            <a:off x="4352544" y="5468112"/>
            <a:ext cx="1481328"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352544"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Boolean</a:t>
            </a:r>
            <a:endParaRPr lang="en-US" sz="1200" dirty="0"/>
          </a:p>
        </p:txBody>
      </p:sp>
      <p:sp>
        <p:nvSpPr>
          <p:cNvPr id="23" name="Shape 21"/>
          <p:cNvSpPr/>
          <p:nvPr/>
        </p:nvSpPr>
        <p:spPr>
          <a:xfrm>
            <a:off x="5961888" y="5468112"/>
            <a:ext cx="100584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if</a:t>
            </a:r>
            <a:endParaRPr lang="en-US" sz="1200" dirty="0"/>
          </a:p>
        </p:txBody>
      </p:sp>
      <p:sp>
        <p:nvSpPr>
          <p:cNvPr id="25" name="Shape 23"/>
          <p:cNvSpPr/>
          <p:nvPr/>
        </p:nvSpPr>
        <p:spPr>
          <a:xfrm>
            <a:off x="7095744"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7095744"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else</a:t>
            </a:r>
            <a:endParaRPr lang="en-US" sz="1200" dirty="0"/>
          </a:p>
        </p:txBody>
      </p:sp>
      <p:sp>
        <p:nvSpPr>
          <p:cNvPr id="27" name="Shape 25"/>
          <p:cNvSpPr/>
          <p:nvPr/>
        </p:nvSpPr>
        <p:spPr>
          <a:xfrm>
            <a:off x="8266176" y="5468112"/>
            <a:ext cx="1042416"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826617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elif</a:t>
            </a:r>
            <a:endParaRPr lang="en-US" sz="1200" dirty="0"/>
          </a:p>
        </p:txBody>
      </p:sp>
      <p:sp>
        <p:nvSpPr>
          <p:cNvPr id="29" name="Shape 27"/>
          <p:cNvSpPr/>
          <p:nvPr/>
        </p:nvSpPr>
        <p:spPr>
          <a:xfrm>
            <a:off x="9436608" y="5468112"/>
            <a:ext cx="1005840"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9436608"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and</a:t>
            </a:r>
            <a:endParaRPr lang="en-US" sz="1200" dirty="0"/>
          </a:p>
        </p:txBody>
      </p:sp>
      <p:sp>
        <p:nvSpPr>
          <p:cNvPr id="31" name="Shape 29"/>
          <p:cNvSpPr/>
          <p:nvPr/>
        </p:nvSpPr>
        <p:spPr>
          <a:xfrm>
            <a:off x="10570464" y="5468112"/>
            <a:ext cx="100584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570464"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has three branches: if n &gt; 20 it prints big, elif n &gt; 10 it prints middle, and else it prints small. Write down what is printed when n is 30, when it is 11, and when it is 10.</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Selection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comparison gives a boolean back: either True or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 operators are ==, !=, &gt;, &lt;, &gt;= and &lt;=.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comparing with one =, when one = stores a value and two compare them.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does a &gt; b print when a is 5 and b is 5?</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value that can only be True or False is named after George Boole, so it is called a...</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if and else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runs the indented block below it only when its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else catches every other case, and needs no condition of its 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missing the colon, or not indenting the block underneath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rule worded as '20 or more' need &gt;= rather than &gt;?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Python uses indentation where most languages use brackets, so the layout is part of the...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elif</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elif adds another condition, which is only tested if the ones above it were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Python stops at the first branch that is True and skips everything below.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putting a wide band first, so it catches everything and the later branches never run.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the bands of a grade boundary list be tested in order?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elif is short for two words that some languages make you write out in full:...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OR and NOT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is True only when both sides are, and or is True when at least one side is.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 flips a condition over, so not found is True whenever found is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n == 3 or 7, which Python reads as something quite different.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would you test in one condition whether a number is either 3 or 7?</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Python stops reading an and as soon as one side is False, which is called...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Decisions inside decisions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decision can sit inside another, and the inner one is only reached if the outer was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level of nesting is indented one more step in than the one above.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nesting where a single and would have said the same thing far more clearly.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When is a nested if clearer than one condition joined with and?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Deeply nested ifs are so hard to follow that programmers call the shape the...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Work the boundaries out first, then write the bands in the order the rules apply.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Test on the edge of every band, because that is exactly where conditions go wrong.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rule says 'or more', which loses the boundary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three values would you test on a program whose bands change at 30 and 50?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mistake at the edge of a band is so common that it has its own name: an...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1280160"/>
          </a:xfrm>
          <a:prstGeom prst="roundRect">
            <a:avLst>
              <a:gd name="adj" fmla="val 8571"/>
            </a:avLst>
          </a:prstGeom>
          <a:solidFill>
            <a:srgbClr val="FFFFFF"/>
          </a:solidFill>
          <a:ln w="15875">
            <a:solidFill>
              <a:srgbClr val="D9DEE7"/>
            </a:solidFill>
            <a:prstDash val="solid"/>
          </a:ln>
        </p:spPr>
      </p:sp>
      <p:sp>
        <p:nvSpPr>
          <p:cNvPr id="10" name="Text 8"/>
          <p:cNvSpPr txBox="1"/>
          <p:nvPr/>
        </p:nvSpPr>
        <p:spPr>
          <a:xfrm>
            <a:off x="822960" y="2350008"/>
            <a:ext cx="4480560" cy="87782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n = 4</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print(n == 3 or n == 4)</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print(n == 3 or n == 7)</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True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True</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True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False</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False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True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True or false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Three variables hold these values: wind is 15, vis is 8 and alarm is False. Tap the star and decide whether each condition is True or False.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One = or two</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single = stores a value and == compares two. Mixing them up is one of the first bugs every programmer meets.</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No switch here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languages have a switch statement for choosing between many options. Python does the same job with elif.</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Unreachable code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If a band that catches everything is tested first, no branch below it can ever run - those lines are unreachable.</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Same as the gates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and, or and not behave exactly like the AND, OR and NOT gates you draw truth tables for in topic 2.4.</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should print cheap when a number is 2 or less and dear when it is more. A pupil writes </a:t>
            </a:r>
            <a:pPr indent="0" marL="0">
              <a:lnSpc>
                <a:spcPct val="118000"/>
              </a:lnSpc>
              <a:buNone/>
            </a:pPr>
            <a:r>
              <a:rPr lang="en-US" sz="1700" dirty="0">
                <a:solidFill>
                  <a:srgbClr val="6B21A8"/>
                </a:solidFill>
                <a:latin typeface="IBM Plex Mono" pitchFamily="34" charset="0"/>
                <a:ea typeface="IBM Plex Mono" pitchFamily="34" charset="-122"/>
                <a:cs typeface="IBM Plex Mono" pitchFamily="34" charset="-120"/>
              </a:rPr>
              <a:t>if</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&gt;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2</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then prints cheap, and else prints dear. Identify the logic error and write the two lines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and prints small when it is 10 or less, medium when it is more than 10 but 100 or less, and large when it is more than 100.</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and then a word, and prints open only when the number is 3 or 7 and the word is not locked. Otherwise it prints refused.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condition with a comparison operator</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if, elif and else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Joining conditions with and, or and not</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Selection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3 — Selection</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
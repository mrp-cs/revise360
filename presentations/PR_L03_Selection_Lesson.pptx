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3: Selection.
Open the experience at revise360.co.uk and hand out PR_L03_Selection_Worksheet.docx.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Comparing values.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if and else.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elif.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AND, OR and NOT.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Decisions inside decisions.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always does the same thing is not much use. Work through the six stations and you will write the conditions that let a program choose, from a single comparison to a whole nest of them.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the order the branches are written in change what an if ... elif ... else actually does?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a condition using the comparison operators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if, elif and else choose between several outcomes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join two conditions together with and, or and not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52544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Boolean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61888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61888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95744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5744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66176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36608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70464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70464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has three branches: if n &gt; 20 it prints big, elif n &gt; 10 it prints middle, and else it prints small. Write down what is printed when n is 30, when it is 11, and when it is 10.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Selection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values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comparison gives a boolean back: either True or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comparison operators are ==, !=, &gt;, &lt;, &gt;= and &lt;=.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comparing with one =, when one = stores a value and two compare them.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 &gt; b print when a is 5 and b is 5?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value that can only be True or False is named after George Boole, so it is called a...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and else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runs the indented block below it only when its condition is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else catches every other case, and needs no condition of its 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missing the colon, or not indenting the block underneath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rule worded as '20 or more' need &gt;= rather than &gt;?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uses indentation where most languages use brackets, so the layout is part of the...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 adds another condition, which is only tested if the ones above it were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stops at the first branch that is True and skips everything below.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putting a wide band first, so it catches everything and the later branches never run.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must the bands of a grade boundary list be tested in order?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 is short for two words that some languages make you write out in full:...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AND, OR and NOT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is True only when both sides are, and or is True when at least one side is.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flips a condition over, so not found is True whenever found is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writing n == 3 or 7, which Python reads as something quite different.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test in one condition whether a number is either 3 or 7?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stops reading an and as soon as one side is False, which is called...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 inside decisions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decision can sit inside another, and the inner one is only reached if the outer was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level of nesting is indented one more step in than the one above.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nesting where a single and would have said the same thing far more clearly.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is a nested if clearer than one condition joined with and?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Deeply nested ifs are so hard to follow that programmers call the shape the...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the boundaries out first, then write the bands in the order the rules apply.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on the edge of every band, because that is exactly where conditions go wrong.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using &gt; where the rule says 'or more', which loses the boundary value.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three values would you test on a program whose bands change at 30 and 50?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mistake at the edge of a band is so common that it has its own name: an...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 or false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variables hold these values: wind is 15, vis is 8 and alarm is False. Tap the star and decide whether each condition is True or False.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= or two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= stores a value and == compares two. Mixing them up is one of the first bugs every programmer meets.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switch here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languages have a switch statement for choosing between many options. Python does the same job with elif.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Unreachable code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band that catches everything is tested first, no branch below it can ever run - those lines are unreachable.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as the gates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and, or and not behave exactly like the AND, OR and NOT gates you draw truth tables for in topic 2.4.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should print cheap when a number is 2 or less and dear when it is more. A pupil writes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6B21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9A34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then prints cheap, and else prints dear. Identify the logic error and write the two lines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whole number and prints small when it is 10 or less, medium when it is more than 10 but 100 or less, and large when it is more than 100.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whole number and then a word, and prints open only when the number is 3 or 7 and the word is not locked. Otherwise it prints refused.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condition with a comparison operator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between if, elif and else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Joining conditions with and, or and not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Selection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3 — Selection</dc:title>
  <dc:subject>OCR J277 GCSE Computer Science</dc:subject>
  <dc:creator>Revise 360 Ltd</dc:creator>
  <cp:lastModifiedBy>Revise 360 Ltd</cp:lastModifiedBy>
  <cp:revision>1</cp:revision>
  <dcterms:created xsi:type="dcterms:W3CDTF">2026-10-03T10:21:23Z</dcterms:created>
  <dcterms:modified xsi:type="dcterms:W3CDTF">2026-10-03T10:21:23Z</dcterms:modified>
</cp:coreProperties>
</file>
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5: Planet works.
Open the experience at revise360.co.uk and hand out EL_L05_Planetworks_Worksheet.docx.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Three stages.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Making it.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Using it.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Throwing it away.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Doing better.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Answering environmental questions.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Planet works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environmental cost of a device across its whole life: making it, running it and throwing it away.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1  |  Computer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environmental impact of computing, across a device's whole life?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environmental impact of manufacturing computers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environmental impact of using computers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the environmental impact of disposing of computers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E-waste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57984" y="5468112"/>
            <a:ext cx="279806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57984" y="5468112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Carbon footprint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Think of the last device your household replaced. Where did the old one go, and what was it made from?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Planet works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stages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device has an environmental cost at three stages: manufacture, use and disposal.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phone, manufacture is usually the largest share by far.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Judging a device on its running cost alone misses most of its impact.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three stages and give one impact at each.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three stages of impact are...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Making it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need metals that are mined, including rare earth elements, gold, copper and lithium.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Mining and refining use energy and water, and can pollute land and rivers.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materials come from areas with poor working conditions or conflict.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the materials in a phone raise ethical as well as environmental issues.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 costs the environment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it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use electricity, and so do the networks and data centres behind them.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Streaming, cloud storage and AI all move the energy cost from your device to a building somewhere else.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 electricity comes from decides how much carbon that energy represents.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watching a video 'uses no energy on your phone' is misleading.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a device costs the environment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Throwing it away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Electronic waste is the fastest growing waste stream in the world.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contain toxic materials: lead, mercury, cadmium. In landfill these leak into soil and water.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Much e-waste is shipped abroad and stripped by hand, often in unsafe conditions.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e-waste is an ethical issue as well as an environmental one.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Disposal is a problem because...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Doing better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Repair, reuse and upgrade extend a device's life, which is the biggest single saving.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Proper recycling recovers metals so they need not be mined again.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for repair, and laws requiring spare parts, change what is possible.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Suggest three things a school could do to cut the environmental impact of its computers.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impact can be reduced by...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Answering environmental questions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Say which stage you mean: manufacture, use or disposal.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the mechanism, not just the label: what is used, emitted or leaked, and why that matters.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there is a trade-off, name it: recycling costs money, longer life means older technology.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a six-mark answer on a school replacing all its computers every three years.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answer an environmental question, I should...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life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Nine impacts from a device's life. Tap the star and sort each into the stage it belongs to.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of it is made, not used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typical smartphone, manufacturing accounts for roughly three quarters of its lifetime carbon.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Gold in the bin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tonne of discarded phones contains far more gold than a tonne of ore from a mine, which is why recycling them properly is worth doing.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to repair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 now require manufacturers of some products to supply spare parts for several years, driven exactly by the argument in this lesson.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centre thirst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data centres use water as well as electricity for cooling, which has become contentious in dry regions.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two environmental impacts of manufacturing a computer.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 why electronic waste is a problem when sent to landfill.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school replaces all of its computers every three years. Discuss the environmental impact of this policy.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[8]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 Ethical, legal, cultural and environmental impacts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 impacts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Impacts of use, including data centres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Disposal, e-waste and recycling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Planet works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1.6 Ethical, legal, cultural and environmental impacts  |  Lesson 5 — Planet works</dc:title>
  <dc:subject>OCR J277 GCSE Computer Science</dc:subject>
  <dc:creator>Revise 360 Ltd</dc:creator>
  <cp:lastModifiedBy>Revise 360 Ltd</cp:lastModifiedBy>
  <cp:revision>1</cp:revision>
  <dcterms:created xsi:type="dcterms:W3CDTF">2026-10-01T01:30:27Z</dcterms:created>
  <dcterms:modified xsi:type="dcterms:W3CDTF">2026-10-01T01:30:27Z</dcterms:modified>
</cp:coreProperties>
</file>